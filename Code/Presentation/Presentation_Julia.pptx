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5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6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media/image10.svg" ContentType="image/svg"/>
  <Override PartName="/ppt/media/image12.svg" ContentType="image/svg"/>
  <Override PartName="/ppt/media/image7.emf" ContentType="image/x-emf"/>
  <Override PartName="/ppt/media/image6.emf" ContentType="image/x-emf"/>
  <Override PartName="/ppt/media/image25.svg" ContentType="image/svg"/>
  <Override PartName="/ppt/media/image4.emf" ContentType="image/x-emf"/>
  <Override PartName="/ppt/media/image29.svg" ContentType="image/svg"/>
  <Override PartName="/ppt/media/image27.svg" ContentType="image/svg"/>
  <Override PartName="/ppt/media/image8.emf" ContentType="image/x-emf"/>
  <Override PartName="/ppt/media/image21.svg" ContentType="image/svg"/>
  <Override PartName="/ppt/media/image18.svg" ContentType="image/svg"/>
  <Override PartName="/ppt/media/image23.svg" ContentType="image/svg"/>
  <Override PartName="/ppt/media/image16.svg" ContentType="image/svg"/>
  <Override PartName="/ppt/media/image14.svg" ContentType="image/svg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slideMaster" Target="slideMasters/slideMaster15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</a:rPr>
              <a:t>Click to move the slide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dt" idx="1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ftr" idx="1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 type="sldNum" idx="1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83F0EE0-AC31-4E94-A467-EDCB2A9CF06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381240" y="694800"/>
            <a:ext cx="6095160" cy="342864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Insert heatmap here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9"/>
          <p:cNvPicPr/>
          <p:nvPr/>
        </p:nvPicPr>
        <p:blipFill>
          <a:blip r:embed="rId2"/>
          <a:stretch/>
        </p:blipFill>
        <p:spPr>
          <a:xfrm>
            <a:off x="5639040" y="0"/>
            <a:ext cx="3524040" cy="515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95560" y="2079000"/>
            <a:ext cx="8092440" cy="14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GB" sz="28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GB" sz="28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Master title style</a:t>
            </a:r>
            <a:endParaRPr lang="de-DE" sz="2800" b="1" u="none" strike="noStrike" cap="all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295560" y="4439160"/>
            <a:ext cx="2098080" cy="51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rPr>
              <a:t>Click icon to add picture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2453760" y="4444200"/>
            <a:ext cx="2184120" cy="51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rPr>
              <a:t>Click icon to add picture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ischenfolie rech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body"/>
          </p:nvPr>
        </p:nvSpPr>
        <p:spPr>
          <a:xfrm>
            <a:off x="3501720" y="-5760"/>
            <a:ext cx="5653800" cy="5152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marL="343080" indent="-343080" algn="l" defTabSz="4572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GB" sz="1200" b="0" u="none" strike="noStrike">
                <a:solidFill>
                  <a:srgbClr val="262A31"/>
                </a:solidFill>
                <a:effectLst/>
                <a:uFillTx/>
                <a:latin typeface="Arial Unicode MS"/>
                <a:ea typeface="Arial Unicode MS"/>
              </a:defRPr>
            </a:lvl1pPr>
            <a:lvl2pPr marL="457200"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2pPr>
          </a:lstStyle>
          <a:p>
            <a:pPr marL="343080" indent="-343080" algn="l" defTabSz="4572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rgbClr val="262A31"/>
                </a:solidFill>
                <a:effectLst/>
                <a:uFillTx/>
                <a:latin typeface="Arial Unicode MS"/>
                <a:ea typeface="Arial Unicode MS"/>
              </a:rPr>
              <a:t>Click to edit Master text styles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Second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429800" y="-4320"/>
            <a:ext cx="4711320" cy="5153760"/>
          </a:xfrm>
          <a:prstGeom prst="rect">
            <a:avLst/>
          </a:prstGeom>
          <a:solidFill>
            <a:srgbClr val="FF5451">
              <a:alpha val="50000"/>
            </a:srgbClr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marL="343080" indent="-343080" algn="l" defTabSz="4572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GB" sz="1200" b="0" u="none" strike="noStrike">
                <a:solidFill>
                  <a:srgbClr val="262A31"/>
                </a:solidFill>
                <a:effectLst/>
                <a:uFillTx/>
                <a:latin typeface="Arial Unicode MS"/>
                <a:ea typeface="Arial Unicode MS"/>
              </a:defRPr>
            </a:lvl1pPr>
            <a:lvl2pPr marL="457200"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defRPr>
            </a:lvl2pPr>
          </a:lstStyle>
          <a:p>
            <a:pPr marL="343080" indent="-343080" algn="l" defTabSz="4572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rgbClr val="262A31"/>
                </a:solidFill>
                <a:effectLst/>
                <a:uFillTx/>
                <a:latin typeface="Arial Unicode MS"/>
                <a:ea typeface="Arial Unicode MS"/>
              </a:rPr>
              <a:t>Click to edit Master text styles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Second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13800" y="1066680"/>
            <a:ext cx="3562560" cy="350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lt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r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Arial Unicode MS"/>
                <a:ea typeface="Arial Unicode MS"/>
              </a:rPr>
              <a:t>Click to edit Master text styles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0" y="0"/>
            <a:ext cx="6114600" cy="5149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rPr>
              <a:t>Click icon to add picture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title"/>
          </p:nvPr>
        </p:nvSpPr>
        <p:spPr>
          <a:xfrm>
            <a:off x="5113800" y="1447200"/>
            <a:ext cx="3562560" cy="220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GB" sz="2800" b="1" u="none" strike="noStrike" cap="all">
                <a:solidFill>
                  <a:srgbClr val="FFFFFF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GB" sz="2800" b="1" u="none" strike="noStrike" cap="all">
                <a:solidFill>
                  <a:srgbClr val="FFFFFF"/>
                </a:solidFill>
                <a:effectLst/>
                <a:uFillTx/>
                <a:latin typeface="Arial Unicode MS"/>
                <a:ea typeface="Arial Unicode MS"/>
              </a:rPr>
              <a:t>Click to edit Master title style</a:t>
            </a:r>
            <a:endParaRPr lang="de-DE" sz="2800" b="1" u="none" strike="noStrike" cap="all">
              <a:solidFill>
                <a:srgbClr val="FFFFFF"/>
              </a:solidFill>
              <a:effectLst/>
              <a:uFillTx/>
              <a:latin typeface="Arial Unicode M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ischenfolie link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body"/>
          </p:nvPr>
        </p:nvSpPr>
        <p:spPr>
          <a:xfrm>
            <a:off x="-14040" y="-5760"/>
            <a:ext cx="5653800" cy="5152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marL="343080" indent="-343080" algn="l" defTabSz="4572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GB" sz="1200" b="0" u="none" strike="noStrike">
                <a:solidFill>
                  <a:srgbClr val="262A3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rgbClr val="262A31"/>
                </a:solidFill>
                <a:effectLst/>
                <a:uFillTx/>
                <a:latin typeface="Arial Unicode MS"/>
                <a:ea typeface="Arial Unicode MS"/>
              </a:rPr>
              <a:t>Click to edit Master text styles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-14040" y="-4320"/>
            <a:ext cx="4711320" cy="5153760"/>
          </a:xfrm>
          <a:prstGeom prst="rect">
            <a:avLst/>
          </a:prstGeom>
          <a:solidFill>
            <a:srgbClr val="FF5451">
              <a:alpha val="50000"/>
            </a:srgbClr>
          </a:solidFill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marL="343080" indent="-343080" algn="l" defTabSz="4572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GB" sz="1200" b="0" u="none" strike="noStrike">
                <a:solidFill>
                  <a:srgbClr val="262A3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rgbClr val="262A31"/>
                </a:solidFill>
                <a:effectLst/>
                <a:uFillTx/>
                <a:latin typeface="Arial Unicode MS"/>
                <a:ea typeface="Arial Unicode MS"/>
              </a:rPr>
              <a:t>Click to edit Master text styles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71960" y="1066680"/>
            <a:ext cx="3562560" cy="350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lt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Arial Unicode MS"/>
                <a:ea typeface="Arial Unicode MS"/>
              </a:rPr>
              <a:t>Click to edit Master text styles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2711520" y="0"/>
            <a:ext cx="6432120" cy="5149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rPr>
              <a:t>Click icon to add picture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title"/>
          </p:nvPr>
        </p:nvSpPr>
        <p:spPr>
          <a:xfrm>
            <a:off x="471960" y="1447200"/>
            <a:ext cx="3562560" cy="220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GB" sz="2800" b="1" u="none" strike="noStrike" cap="all">
                <a:solidFill>
                  <a:srgbClr val="FFFFFF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GB" sz="2800" b="1" u="none" strike="noStrike" cap="all">
                <a:solidFill>
                  <a:srgbClr val="FFFFFF"/>
                </a:solidFill>
                <a:effectLst/>
                <a:uFillTx/>
                <a:latin typeface="Arial Unicode MS"/>
                <a:ea typeface="Arial Unicode MS"/>
              </a:rPr>
              <a:t>Click to edit Master title style</a:t>
            </a:r>
            <a:endParaRPr lang="de-DE" sz="2800" b="1" u="none" strike="noStrike" cap="all">
              <a:solidFill>
                <a:srgbClr val="FFFFFF"/>
              </a:solidFill>
              <a:effectLst/>
              <a:uFillTx/>
              <a:latin typeface="Arial Unicode M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ischenfolie ohne Bild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9"/>
          <p:cNvPicPr/>
          <p:nvPr/>
        </p:nvPicPr>
        <p:blipFill>
          <a:blip r:embed="rId2"/>
          <a:stretch/>
        </p:blipFill>
        <p:spPr>
          <a:xfrm>
            <a:off x="5829480" y="0"/>
            <a:ext cx="33145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57760" y="2079000"/>
            <a:ext cx="6400440" cy="14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GB" sz="2800" b="1" u="none" strike="noStrike" cap="all">
                <a:solidFill>
                  <a:srgbClr val="262A3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GB" sz="2800" b="1" u="none" strike="noStrike" cap="all">
                <a:solidFill>
                  <a:srgbClr val="262A31"/>
                </a:solidFill>
                <a:effectLst/>
                <a:uFillTx/>
                <a:latin typeface="Arial Unicode MS"/>
                <a:ea typeface="Arial Unicode MS"/>
              </a:rPr>
              <a:t>Click to edit Master title style</a:t>
            </a:r>
            <a:endParaRPr lang="de-DE" sz="2800" b="1" u="none" strike="noStrike" cap="all">
              <a:solidFill>
                <a:srgbClr val="262A31"/>
              </a:solidFill>
              <a:effectLst/>
              <a:uFillTx/>
              <a:latin typeface="Arial Unicode MS"/>
            </a:endParaRPr>
          </a:p>
        </p:txBody>
      </p:sp>
      <p:cxnSp>
        <p:nvCxnSpPr>
          <p:cNvPr id="18" name="Gerade Verbindung 10"/>
          <p:cNvCxnSpPr/>
          <p:nvPr/>
        </p:nvCxnSpPr>
        <p:spPr>
          <a:xfrm>
            <a:off x="457200" y="4713480"/>
            <a:ext cx="57315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pic>
        <p:nvPicPr>
          <p:cNvPr id="19" name="Grafik 11"/>
          <p:cNvPicPr/>
          <p:nvPr/>
        </p:nvPicPr>
        <p:blipFill>
          <a:blip r:embed="rId3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343080" indent="-343080" algn="l" defTabSz="457200">
              <a:spcBef>
                <a:spcPts val="241"/>
              </a:spcBef>
              <a:buClr>
                <a:srgbClr val="000000"/>
              </a:buClr>
              <a:buFont typeface="Symbol" charset="2"/>
              <a:buChar char="●"/>
              <a:tabLst>
                <a:tab pos="0" algn="l"/>
              </a:tabLst>
              <a:defRPr lang="de-DE" sz="1200" b="0" u="none" strike="noStrike">
                <a:solidFill>
                  <a:srgbClr val="262A31"/>
                </a:solidFill>
                <a:effectLst/>
                <a:uFillTx/>
                <a:latin typeface="Arial Unicode MS"/>
              </a:defRPr>
            </a:lvl1pPr>
            <a:lvl2pPr marL="343080" lvl="1" indent="-343080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marL="343080" lvl="2" indent="-343080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marL="343080" lvl="3" indent="-343080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marL="343080" lvl="4" indent="-34308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marL="343080" lvl="5" indent="-34308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marL="343080" lvl="6" indent="-34308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343080" indent="-343080" algn="l" defTabSz="457200">
              <a:spcBef>
                <a:spcPts val="241"/>
              </a:spcBef>
              <a:buClr>
                <a:srgbClr val="000000"/>
              </a:buClr>
              <a:buFont typeface="Symbol" charset="2"/>
              <a:buChar char="●"/>
              <a:tabLst>
                <a:tab pos="0" algn="l"/>
              </a:tabLst>
            </a:pPr>
            <a:r>
              <a:rPr lang="de-DE" sz="1200" b="0" u="none" strike="noStrike">
                <a:solidFill>
                  <a:srgbClr val="262A31"/>
                </a:solidFill>
                <a:effectLst/>
                <a:uFillTx/>
                <a:latin typeface="Arial Unicode MS"/>
              </a:rPr>
              <a:t>Click to edit the outline text format</a:t>
            </a:r>
            <a:endParaRPr lang="de-DE" sz="1200" b="0" u="none" strike="noStrike">
              <a:solidFill>
                <a:srgbClr val="262A31"/>
              </a:solidFill>
              <a:effectLst/>
              <a:uFillTx/>
              <a:latin typeface="Arial Unicode MS"/>
            </a:endParaRPr>
          </a:p>
          <a:p>
            <a:pPr marL="343080" lvl="1" indent="-343080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lvl="2" indent="-343080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lvl="3" indent="-343080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lvl="4" indent="-34308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lvl="5" indent="-34308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lvl="6" indent="-34308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(formatfüllend)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body"/>
          </p:nvPr>
        </p:nvSpPr>
        <p:spPr>
          <a:xfrm>
            <a:off x="8640" y="8640"/>
            <a:ext cx="9135000" cy="513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rPr>
              <a:t>Click icon to add picture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457200">
              <a:buNone/>
              <a:defRPr lang="de-DE" sz="2000" b="1" u="none" strike="noStrike" cap="all">
                <a:solidFill>
                  <a:srgbClr val="262A31"/>
                </a:solidFill>
                <a:effectLst/>
                <a:uFillTx/>
                <a:latin typeface="Arial Unicode MS"/>
              </a:defRPr>
            </a:lvl1pPr>
          </a:lstStyle>
          <a:p>
            <a:pPr indent="0" algn="l" defTabSz="457200">
              <a:buNone/>
            </a:pPr>
            <a:r>
              <a:rPr lang="de-DE" sz="2000" b="1" u="none" strike="noStrike" cap="all">
                <a:solidFill>
                  <a:srgbClr val="262A31"/>
                </a:solidFill>
                <a:effectLst/>
                <a:uFillTx/>
                <a:latin typeface="Arial Unicode MS"/>
              </a:rPr>
              <a:t>Click to edit the title text format</a:t>
            </a:r>
            <a:endParaRPr lang="de-DE" sz="2000" b="1" u="none" strike="noStrike" cap="all">
              <a:solidFill>
                <a:srgbClr val="262A31"/>
              </a:solidFill>
              <a:effectLst/>
              <a:uFillTx/>
              <a:latin typeface="Arial Unicode M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en Dank!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Bild 9"/>
          <p:cNvPicPr/>
          <p:nvPr/>
        </p:nvPicPr>
        <p:blipFill>
          <a:blip r:embed="rId2"/>
          <a:stretch/>
        </p:blipFill>
        <p:spPr>
          <a:xfrm>
            <a:off x="5648760" y="0"/>
            <a:ext cx="3524040" cy="515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65400" y="2079000"/>
            <a:ext cx="7984440" cy="56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GB" sz="28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GB" sz="28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Click to edit Master title style</a:t>
            </a:r>
            <a:endParaRPr lang="de-DE" sz="28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65400" y="2834640"/>
            <a:ext cx="4671720" cy="1847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GB" sz="11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  <a:lvl2pPr marL="457200" indent="0" algn="l" defTabSz="4572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GB" sz="11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2pPr>
          </a:lstStyle>
          <a:p>
            <a:pPr indent="0" algn="l" defTabSz="4572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GB" sz="11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Click to edit Master text styles</a:t>
            </a:r>
            <a:endParaRPr lang="de-DE" sz="11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457200" indent="0" algn="l" defTabSz="4572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GB" sz="11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Second level</a:t>
            </a:r>
            <a:endParaRPr lang="de-DE" sz="11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und Inhalt mit Untertitel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erade Verbindung 9"/>
          <p:cNvCxnSpPr/>
          <p:nvPr/>
        </p:nvCxnSpPr>
        <p:spPr>
          <a:xfrm>
            <a:off x="0" y="155520"/>
            <a:ext cx="457560" cy="360"/>
          </a:xfrm>
          <a:prstGeom prst="straightConnector1">
            <a:avLst/>
          </a:prstGeom>
          <a:ln w="3175">
            <a:solidFill>
              <a:srgbClr val="262A31"/>
            </a:solidFill>
            <a:round/>
          </a:ln>
        </p:spPr>
      </p:cxnSp>
      <p:pic>
        <p:nvPicPr>
          <p:cNvPr id="27" name="Grafik 5"/>
          <p:cNvPicPr/>
          <p:nvPr/>
        </p:nvPicPr>
        <p:blipFill>
          <a:blip r:embed="rId2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feld 7"/>
          <p:cNvSpPr/>
          <p:nvPr/>
        </p:nvSpPr>
        <p:spPr>
          <a:xfrm>
            <a:off x="457200" y="22680"/>
            <a:ext cx="700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 der Präsentation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| Untertitel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30" name="Textfeld 1"/>
          <p:cNvSpPr/>
          <p:nvPr/>
        </p:nvSpPr>
        <p:spPr>
          <a:xfrm>
            <a:off x="1154520" y="4837320"/>
            <a:ext cx="678528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900" b="0" u="none" strike="noStrike">
                <a:solidFill>
                  <a:schemeClr val="accent4"/>
                </a:solidFill>
                <a:effectLst/>
                <a:uFillTx/>
                <a:latin typeface="Arial"/>
                <a:ea typeface="MS PGothic"/>
              </a:rPr>
              <a:t>Einrichtungsname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0492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de-DE" sz="20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Titelmasterformat durch Klicken bearbeiten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617120"/>
            <a:ext cx="8233920" cy="298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  <a:lvl2pPr lvl="1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2pPr>
            <a:lvl3pPr lvl="2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5pPr>
          </a:lstStyle>
          <a:p>
            <a:pPr marL="270000" indent="-270000" algn="l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Formatvorlagen des Textmasters bearbeiten</a:t>
            </a:r>
            <a:endParaRPr lang="de-DE" sz="1800" b="0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714240" lvl="1" indent="-25704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Zweite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1160640" lvl="2" indent="-24624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Dritte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1617840" lvl="3" indent="-24624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Vierte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2063880" lvl="4" indent="-23508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Fünfte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 hasCustomPrompt="1"/>
          </p:nvPr>
        </p:nvSpPr>
        <p:spPr>
          <a:xfrm>
            <a:off x="457200" y="1126080"/>
            <a:ext cx="8233920" cy="377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marL="343080" indent="-34308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de-DE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de-DE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Formatvorlagen des Textmasters bearbeiten</a:t>
            </a:r>
            <a:endParaRPr lang="de-DE" sz="1400" b="0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95EBF25-19A0-4D91-9614-2BA3E8FC9481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und Inhalt ohne Untertitel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erade Verbindung 9"/>
          <p:cNvCxnSpPr/>
          <p:nvPr/>
        </p:nvCxnSpPr>
        <p:spPr>
          <a:xfrm>
            <a:off x="0" y="155520"/>
            <a:ext cx="457560" cy="360"/>
          </a:xfrm>
          <a:prstGeom prst="straightConnector1">
            <a:avLst/>
          </a:prstGeom>
          <a:ln w="3175">
            <a:solidFill>
              <a:srgbClr val="262A31"/>
            </a:solidFill>
            <a:round/>
          </a:ln>
        </p:spPr>
      </p:cxnSp>
      <p:pic>
        <p:nvPicPr>
          <p:cNvPr id="36" name="Grafik 5"/>
          <p:cNvPicPr/>
          <p:nvPr/>
        </p:nvPicPr>
        <p:blipFill>
          <a:blip r:embed="rId2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feld 7"/>
          <p:cNvSpPr/>
          <p:nvPr/>
        </p:nvSpPr>
        <p:spPr>
          <a:xfrm>
            <a:off x="457200" y="22680"/>
            <a:ext cx="700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 der Präsentation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| Untertitel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39" name="Textfeld 1"/>
          <p:cNvSpPr/>
          <p:nvPr/>
        </p:nvSpPr>
        <p:spPr>
          <a:xfrm>
            <a:off x="1154520" y="4837320"/>
            <a:ext cx="678528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900" b="0" u="none" strike="noStrike">
                <a:solidFill>
                  <a:schemeClr val="accent4"/>
                </a:solidFill>
                <a:effectLst/>
                <a:uFillTx/>
                <a:latin typeface="Arial"/>
                <a:ea typeface="MS PGothic"/>
              </a:rPr>
              <a:t>Einrichtungsname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0492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de-DE" sz="20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Titelmasterformat durch Klicken bearbeiten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23640"/>
            <a:ext cx="8233920" cy="337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  <a:lvl2pPr lvl="1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2pPr>
            <a:lvl3pPr lvl="2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5pPr>
          </a:lstStyle>
          <a:p>
            <a:pPr marL="270000" indent="-270000" algn="l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Formatvorlagen des Textmasters bearbeiten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714240" lvl="1" indent="-25704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Zweite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1160640" lvl="2" indent="-24624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Dritte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1617840" lvl="3" indent="-24624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Vierte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2063880" lvl="4" indent="-23508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Fünfte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2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8167955-0B46-42CF-9932-2970998F5257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und Inhalt - 2 Blöck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erade Verbindung 9"/>
          <p:cNvCxnSpPr/>
          <p:nvPr/>
        </p:nvCxnSpPr>
        <p:spPr>
          <a:xfrm>
            <a:off x="0" y="155520"/>
            <a:ext cx="457560" cy="360"/>
          </a:xfrm>
          <a:prstGeom prst="straightConnector1">
            <a:avLst/>
          </a:prstGeom>
          <a:ln w="3175">
            <a:solidFill>
              <a:srgbClr val="262A31"/>
            </a:solidFill>
            <a:round/>
          </a:ln>
        </p:spPr>
      </p:cxnSp>
      <p:pic>
        <p:nvPicPr>
          <p:cNvPr id="44" name="Grafik 5"/>
          <p:cNvPicPr/>
          <p:nvPr/>
        </p:nvPicPr>
        <p:blipFill>
          <a:blip r:embed="rId2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feld 7"/>
          <p:cNvSpPr/>
          <p:nvPr/>
        </p:nvSpPr>
        <p:spPr>
          <a:xfrm>
            <a:off x="457200" y="22680"/>
            <a:ext cx="700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 der Präsentation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| Untertitel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47" name="Textfeld 1"/>
          <p:cNvSpPr/>
          <p:nvPr/>
        </p:nvSpPr>
        <p:spPr>
          <a:xfrm>
            <a:off x="1154520" y="4837320"/>
            <a:ext cx="678528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900" b="0" u="none" strike="noStrike">
                <a:solidFill>
                  <a:schemeClr val="accent4"/>
                </a:solidFill>
                <a:effectLst/>
                <a:uFillTx/>
                <a:latin typeface="Arial"/>
                <a:ea typeface="MS PGothic"/>
              </a:rPr>
              <a:t>Einrichtungsname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04920"/>
            <a:ext cx="8229240" cy="75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de-DE" sz="20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Titelmasterformat durch Klicken bearbeiten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617120"/>
            <a:ext cx="3951720" cy="2976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  <a:lvl2pPr lvl="1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2pPr>
            <a:lvl3pPr lvl="2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5pPr>
          </a:lstStyle>
          <a:p>
            <a:pPr marL="270000" indent="-270000" algn="l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Formatvorlagen des Textmasters bearbeiten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714240" lvl="1" indent="-25704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Zweite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1160640" lvl="2" indent="-24624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Dritte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1617840" lvl="3" indent="-24624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Vierte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2000160" lvl="4" indent="-17136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Fünfte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 hasCustomPrompt="1"/>
          </p:nvPr>
        </p:nvSpPr>
        <p:spPr>
          <a:xfrm>
            <a:off x="457200" y="1139760"/>
            <a:ext cx="822924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marL="343080" indent="-34308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de-DE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de-DE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Formatvorlagen des Textmasters bearbeiten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 hasCustomPrompt="1"/>
          </p:nvPr>
        </p:nvSpPr>
        <p:spPr>
          <a:xfrm>
            <a:off x="4724280" y="1617120"/>
            <a:ext cx="3962160" cy="2976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  <a:lvl2pPr lvl="1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2pPr>
            <a:lvl3pPr lvl="2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5pPr>
          </a:lstStyle>
          <a:p>
            <a:pPr marL="270000" indent="-270000" algn="l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Formatvorlagen des Textmasters bearbeiten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714240" lvl="1" indent="-25704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Zweite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1160640" lvl="2" indent="-24624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Dritte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1617840" lvl="3" indent="-24624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Vierte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2000160" lvl="4" indent="-17136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Fünfte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3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CE0E652-5815-4BBF-AB37-105F9B9F1C40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Bildunterschrif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erade Verbindung 9"/>
          <p:cNvCxnSpPr/>
          <p:nvPr/>
        </p:nvCxnSpPr>
        <p:spPr>
          <a:xfrm>
            <a:off x="0" y="155520"/>
            <a:ext cx="457560" cy="360"/>
          </a:xfrm>
          <a:prstGeom prst="straightConnector1">
            <a:avLst/>
          </a:prstGeom>
          <a:ln w="3175">
            <a:solidFill>
              <a:srgbClr val="262A31"/>
            </a:solidFill>
            <a:round/>
          </a:ln>
        </p:spPr>
      </p:cxnSp>
      <p:pic>
        <p:nvPicPr>
          <p:cNvPr id="54" name="Grafik 5"/>
          <p:cNvPicPr/>
          <p:nvPr/>
        </p:nvPicPr>
        <p:blipFill>
          <a:blip r:embed="rId2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feld 7"/>
          <p:cNvSpPr/>
          <p:nvPr/>
        </p:nvSpPr>
        <p:spPr>
          <a:xfrm>
            <a:off x="457200" y="22680"/>
            <a:ext cx="700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 der Präsentation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| Untertitel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57" name="Textfeld 1"/>
          <p:cNvSpPr/>
          <p:nvPr/>
        </p:nvSpPr>
        <p:spPr>
          <a:xfrm>
            <a:off x="1154520" y="4837320"/>
            <a:ext cx="678528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900" b="0" u="none" strike="noStrike">
                <a:solidFill>
                  <a:schemeClr val="accent4"/>
                </a:solidFill>
                <a:effectLst/>
                <a:uFillTx/>
                <a:latin typeface="Arial"/>
                <a:ea typeface="MS PGothic"/>
              </a:rPr>
              <a:t>Einrichtungsname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04920"/>
            <a:ext cx="8229240" cy="75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de-DE" sz="20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Titelmasterformat durch Klicken bearbeiten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243800"/>
            <a:ext cx="8229240" cy="3057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de-DE" sz="1800" b="0" u="none" strike="noStrike">
                <a:solidFill>
                  <a:srgbClr val="262A3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de-DE" sz="1800" b="0" u="none" strike="noStrike">
                <a:solidFill>
                  <a:srgbClr val="262A31"/>
                </a:solidFill>
                <a:effectLst/>
                <a:uFillTx/>
                <a:latin typeface="Arial Unicode MS"/>
                <a:ea typeface="Arial Unicode MS"/>
              </a:rPr>
              <a:t>Bild durch Klicken auf Symbol hinzufügen</a:t>
            </a:r>
            <a:endParaRPr lang="de-DE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57200" y="4368960"/>
            <a:ext cx="822924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  <a:defRPr lang="de-DE" sz="1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de-DE" sz="1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0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sldNum" idx="4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34876BA-EBE1-4320-BE18-4B9DE2F55B22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erade Verbindung 9"/>
          <p:cNvCxnSpPr/>
          <p:nvPr/>
        </p:nvCxnSpPr>
        <p:spPr>
          <a:xfrm>
            <a:off x="0" y="155520"/>
            <a:ext cx="457560" cy="360"/>
          </a:xfrm>
          <a:prstGeom prst="straightConnector1">
            <a:avLst/>
          </a:prstGeom>
          <a:ln w="3175">
            <a:solidFill>
              <a:srgbClr val="262A31"/>
            </a:solidFill>
            <a:round/>
          </a:ln>
        </p:spPr>
      </p:cxnSp>
      <p:pic>
        <p:nvPicPr>
          <p:cNvPr id="63" name="Grafik 5"/>
          <p:cNvPicPr/>
          <p:nvPr/>
        </p:nvPicPr>
        <p:blipFill>
          <a:blip r:embed="rId2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feld 7"/>
          <p:cNvSpPr/>
          <p:nvPr/>
        </p:nvSpPr>
        <p:spPr>
          <a:xfrm>
            <a:off x="457200" y="22680"/>
            <a:ext cx="700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 der Präsentation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| Untertitel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66" name="Textfeld 1"/>
          <p:cNvSpPr/>
          <p:nvPr/>
        </p:nvSpPr>
        <p:spPr>
          <a:xfrm>
            <a:off x="1154520" y="4837320"/>
            <a:ext cx="678528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900" b="0" u="none" strike="noStrike">
                <a:solidFill>
                  <a:schemeClr val="accent4"/>
                </a:solidFill>
                <a:effectLst/>
                <a:uFillTx/>
                <a:latin typeface="Arial"/>
                <a:ea typeface="MS PGothic"/>
              </a:rPr>
              <a:t>Einrichtungsname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04920"/>
            <a:ext cx="8229240" cy="75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de-DE" sz="20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Titelmasterformat durch Klicken bearbeiten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4368960"/>
            <a:ext cx="822924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  <a:defRPr lang="de-DE" sz="1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de-DE" sz="1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000" b="0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1597680"/>
            <a:ext cx="8233920" cy="269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Tabelle durch Klicken auf Symbol hinzufügen</a:t>
            </a:r>
            <a:endParaRPr lang="de-DE" sz="1800" b="0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 hasCustomPrompt="1"/>
          </p:nvPr>
        </p:nvSpPr>
        <p:spPr>
          <a:xfrm>
            <a:off x="457200" y="1141920"/>
            <a:ext cx="8229240" cy="36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marL="343080" indent="-34308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de-DE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de-DE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Formatvorlagen des Textmasters bearbeiten</a:t>
            </a:r>
            <a:endParaRPr lang="de-DE" sz="1400" b="0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sldNum" idx="5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A056E2B-690A-46E3-963A-18FC59EA4C16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 Diagramm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Gerade Verbindung 9"/>
          <p:cNvCxnSpPr/>
          <p:nvPr/>
        </p:nvCxnSpPr>
        <p:spPr>
          <a:xfrm>
            <a:off x="0" y="155520"/>
            <a:ext cx="457560" cy="360"/>
          </a:xfrm>
          <a:prstGeom prst="straightConnector1">
            <a:avLst/>
          </a:prstGeom>
          <a:ln w="3175">
            <a:solidFill>
              <a:srgbClr val="262A31"/>
            </a:solidFill>
            <a:round/>
          </a:ln>
        </p:spPr>
      </p:cxnSp>
      <p:pic>
        <p:nvPicPr>
          <p:cNvPr id="73" name="Grafik 5"/>
          <p:cNvPicPr/>
          <p:nvPr/>
        </p:nvPicPr>
        <p:blipFill>
          <a:blip r:embed="rId2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feld 7"/>
          <p:cNvSpPr/>
          <p:nvPr/>
        </p:nvSpPr>
        <p:spPr>
          <a:xfrm>
            <a:off x="457200" y="22680"/>
            <a:ext cx="700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 der Präsentation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| Untertitel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5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76" name="Textfeld 1"/>
          <p:cNvSpPr/>
          <p:nvPr/>
        </p:nvSpPr>
        <p:spPr>
          <a:xfrm>
            <a:off x="1154520" y="4837320"/>
            <a:ext cx="678528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900" b="0" u="none" strike="noStrike">
                <a:solidFill>
                  <a:schemeClr val="accent4"/>
                </a:solidFill>
                <a:effectLst/>
                <a:uFillTx/>
                <a:latin typeface="Arial"/>
                <a:ea typeface="MS PGothic"/>
              </a:rPr>
              <a:t>Einrichtungsname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04920"/>
            <a:ext cx="8229240" cy="75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de-DE" sz="20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Titelmasterformat durch Klicken bearbeiten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457200" y="4368960"/>
            <a:ext cx="822924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  <a:defRPr lang="de-DE" sz="1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de-DE" sz="1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0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457200" y="1229040"/>
            <a:ext cx="8229240" cy="306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Diagramm durch Klicken auf Symbol hinzufügen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cxnSp>
        <p:nvCxnSpPr>
          <p:cNvPr id="80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81" name="PlaceHolder 4"/>
          <p:cNvSpPr>
            <a:spLocks noGrp="1"/>
          </p:cNvSpPr>
          <p:nvPr>
            <p:ph type="sldNum" idx="6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A08D0B3-46F8-43A2-932C-DB875024C5D4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 Diagramm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erade Verbindung 9"/>
          <p:cNvCxnSpPr/>
          <p:nvPr/>
        </p:nvCxnSpPr>
        <p:spPr>
          <a:xfrm>
            <a:off x="0" y="155520"/>
            <a:ext cx="457560" cy="360"/>
          </a:xfrm>
          <a:prstGeom prst="straightConnector1">
            <a:avLst/>
          </a:prstGeom>
          <a:ln w="3175">
            <a:solidFill>
              <a:srgbClr val="262A31"/>
            </a:solidFill>
            <a:round/>
          </a:ln>
        </p:spPr>
      </p:cxnSp>
      <p:pic>
        <p:nvPicPr>
          <p:cNvPr id="83" name="Grafik 5"/>
          <p:cNvPicPr/>
          <p:nvPr/>
        </p:nvPicPr>
        <p:blipFill>
          <a:blip r:embed="rId2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feld 7"/>
          <p:cNvSpPr/>
          <p:nvPr/>
        </p:nvSpPr>
        <p:spPr>
          <a:xfrm>
            <a:off x="457200" y="22680"/>
            <a:ext cx="700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 der Präsentation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| Untertitel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5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86" name="Textfeld 1"/>
          <p:cNvSpPr/>
          <p:nvPr/>
        </p:nvSpPr>
        <p:spPr>
          <a:xfrm>
            <a:off x="1154520" y="4837320"/>
            <a:ext cx="678528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900" b="0" u="none" strike="noStrike">
                <a:solidFill>
                  <a:schemeClr val="accent4"/>
                </a:solidFill>
                <a:effectLst/>
                <a:uFillTx/>
                <a:latin typeface="Arial"/>
                <a:ea typeface="MS PGothic"/>
              </a:rPr>
              <a:t>Einrichtungsname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04920"/>
            <a:ext cx="8229240" cy="75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de-DE" sz="20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Titelmasterformat durch Klicken bearbeiten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4368960"/>
            <a:ext cx="396216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  <a:defRPr lang="de-DE" sz="1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de-DE" sz="1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0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57200" y="1181160"/>
            <a:ext cx="3962160" cy="308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Diagramm durch Klicken auf Symbol hinzufügen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714920" y="4368960"/>
            <a:ext cx="396216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  <a:defRPr lang="de-DE" sz="1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de-DE" sz="1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0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body"/>
          </p:nvPr>
        </p:nvSpPr>
        <p:spPr>
          <a:xfrm>
            <a:off x="4714920" y="1181160"/>
            <a:ext cx="3962160" cy="308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Diagramm durch Klicken auf Symbol hinzufügen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sldNum" idx="7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110D3EE-EDB5-4CFD-8C97-C5A7FDB579FC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Text link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erade Verbindung 9"/>
          <p:cNvCxnSpPr/>
          <p:nvPr/>
        </p:nvCxnSpPr>
        <p:spPr>
          <a:xfrm>
            <a:off x="0" y="155520"/>
            <a:ext cx="457560" cy="360"/>
          </a:xfrm>
          <a:prstGeom prst="straightConnector1">
            <a:avLst/>
          </a:prstGeom>
          <a:ln w="3175">
            <a:solidFill>
              <a:srgbClr val="262A31"/>
            </a:solidFill>
            <a:round/>
          </a:ln>
        </p:spPr>
      </p:cxnSp>
      <p:pic>
        <p:nvPicPr>
          <p:cNvPr id="94" name="Grafik 5"/>
          <p:cNvPicPr/>
          <p:nvPr/>
        </p:nvPicPr>
        <p:blipFill>
          <a:blip r:embed="rId2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feld 7"/>
          <p:cNvSpPr/>
          <p:nvPr/>
        </p:nvSpPr>
        <p:spPr>
          <a:xfrm>
            <a:off x="457200" y="22680"/>
            <a:ext cx="700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 der Präsentation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| Untertitel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6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97" name="Textfeld 1"/>
          <p:cNvSpPr/>
          <p:nvPr/>
        </p:nvSpPr>
        <p:spPr>
          <a:xfrm>
            <a:off x="1154520" y="4837320"/>
            <a:ext cx="678528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900" b="0" u="none" strike="noStrike">
                <a:solidFill>
                  <a:schemeClr val="accent4"/>
                </a:solidFill>
                <a:effectLst/>
                <a:uFillTx/>
                <a:latin typeface="Arial"/>
                <a:ea typeface="MS PGothic"/>
              </a:rPr>
              <a:t>Einrichtungsname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72600"/>
            <a:ext cx="2692080" cy="99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de-DE" sz="20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Titelmasterformat durch Klicken bearbeiten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503720"/>
            <a:ext cx="2692080" cy="3195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  <a:lvl2pPr lvl="1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2pPr>
            <a:lvl3pPr lvl="2" algn="l" defTabSz="457200">
              <a:lnSpc>
                <a:spcPct val="100000"/>
              </a:lnSpc>
              <a:spcBef>
                <a:spcPts val="281"/>
              </a:spcBef>
              <a:buClr>
                <a:srgbClr val="D8413E"/>
              </a:buClr>
              <a:buFont typeface="Symbol" charset="2"/>
              <a:buChar char="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3pPr>
            <a:lvl4pPr lvl="3" algn="l" defTabSz="457200">
              <a:lnSpc>
                <a:spcPct val="100000"/>
              </a:lnSpc>
              <a:spcBef>
                <a:spcPts val="281"/>
              </a:spcBef>
              <a:buClr>
                <a:srgbClr val="D8413E"/>
              </a:buClr>
              <a:buFont typeface="Symbol" charset="2"/>
              <a:buChar char="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buClr>
                <a:srgbClr val="D8413E"/>
              </a:buClr>
              <a:buFont typeface="Symbol" charset="2"/>
              <a:buChar char="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5pPr>
          </a:lstStyle>
          <a:p>
            <a:pPr marL="171360" indent="-171360" algn="l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Formatvorlagen des Textmasters bearbeiten</a:t>
            </a:r>
            <a:endParaRPr lang="de-DE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Arial"/>
            </a:endParaRPr>
          </a:p>
          <a:p>
            <a:pPr marL="628560" lvl="1" indent="-17136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Zweite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1085760" lvl="2" indent="-171360" algn="l" defTabSz="457200">
              <a:lnSpc>
                <a:spcPct val="100000"/>
              </a:lnSpc>
              <a:spcBef>
                <a:spcPts val="281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Dritte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1542960" lvl="3" indent="-171360" algn="l" defTabSz="457200">
              <a:lnSpc>
                <a:spcPct val="100000"/>
              </a:lnSpc>
              <a:spcBef>
                <a:spcPts val="281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Vierte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2000160" lvl="4" indent="-171360" algn="l" defTabSz="457200">
              <a:lnSpc>
                <a:spcPct val="100000"/>
              </a:lnSpc>
              <a:spcBef>
                <a:spcPts val="281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Fünfte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3352680" y="762120"/>
            <a:ext cx="5790960" cy="3489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Bild durch Klicken auf Symbol hinzufügen</a:t>
            </a:r>
            <a:endParaRPr lang="de-DE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3352680" y="4368960"/>
            <a:ext cx="5333760" cy="3297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0" bIns="4500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  <a:defRPr lang="de-DE" sz="1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de-DE" sz="1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MS PGothic"/>
              </a:rPr>
              <a:t>Formatvorlagen des Textmasters </a:t>
            </a:r>
            <a:r>
              <a:rPr lang="de-DE" sz="1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MS PGothic"/>
              </a:rPr>
              <a:t>bearbeiten</a:t>
            </a:r>
            <a:endParaRPr lang="de-DE" sz="10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sldNum" idx="8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396982D-3274-48A1-9B66-0254BAC6BF68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el und Inhalt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D748327-15BA-4821-BAB4-07C21714FF3F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erade Verbindung 9"/>
          <p:cNvCxnSpPr/>
          <p:nvPr/>
        </p:nvCxnSpPr>
        <p:spPr>
          <a:xfrm>
            <a:off x="0" y="155520"/>
            <a:ext cx="457560" cy="360"/>
          </a:xfrm>
          <a:prstGeom prst="straightConnector1">
            <a:avLst/>
          </a:prstGeom>
          <a:ln w="3175">
            <a:solidFill>
              <a:srgbClr val="262A31"/>
            </a:solidFill>
            <a:round/>
          </a:ln>
        </p:spPr>
      </p:cxnSp>
      <p:pic>
        <p:nvPicPr>
          <p:cNvPr id="104" name="Grafik 5"/>
          <p:cNvPicPr/>
          <p:nvPr/>
        </p:nvPicPr>
        <p:blipFill>
          <a:blip r:embed="rId2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feld 7"/>
          <p:cNvSpPr/>
          <p:nvPr/>
        </p:nvSpPr>
        <p:spPr>
          <a:xfrm>
            <a:off x="457200" y="22680"/>
            <a:ext cx="7001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 der Präsentation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| Untertitel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6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107" name="Textfeld 1"/>
          <p:cNvSpPr/>
          <p:nvPr/>
        </p:nvSpPr>
        <p:spPr>
          <a:xfrm>
            <a:off x="1154520" y="4837320"/>
            <a:ext cx="6785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900" b="0" u="none" strike="noStrike">
                <a:solidFill>
                  <a:schemeClr val="accent4"/>
                </a:solidFill>
                <a:effectLst/>
                <a:uFillTx/>
                <a:latin typeface="Arial"/>
                <a:ea typeface="MS PGothic"/>
              </a:rPr>
              <a:t>Einrichtungsname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de-DE" sz="20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Titelmasterformat durch Klicken bearbeiten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17120"/>
            <a:ext cx="8233920" cy="298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  <a:lvl2pPr lvl="1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2pPr>
            <a:lvl3pPr lvl="2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5pPr>
          </a:lstStyle>
          <a:p>
            <a:pPr marL="270000" indent="-270000" algn="l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Formatvorlagen des Textmasters bearbeiten</a:t>
            </a:r>
            <a:endParaRPr lang="de-DE" sz="1800" b="0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714240" lvl="1" indent="-25704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Zweite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1160640" lvl="2" indent="-24624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Dritte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1617840" lvl="3" indent="-24624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Vierte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  <a:p>
            <a:pPr marL="2063880" lvl="4" indent="-235080" algn="l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Fünfte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1126080"/>
            <a:ext cx="8233920" cy="377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marL="343080" indent="-34308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de-DE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de-DE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Formatvorlagen des Textmasters bearbeiten</a:t>
            </a:r>
            <a:endParaRPr lang="de-DE" sz="1400" b="0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sldNum" idx="9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9556FA3-6D13-45ED-A1E5-F3412411D672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emf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6.emf"/><Relationship Id="rId5" Type="http://schemas.openxmlformats.org/officeDocument/2006/relationships/image" Target="../media/image7.emf"/><Relationship Id="rId6" Type="http://schemas.openxmlformats.org/officeDocument/2006/relationships/image" Target="../media/image8.emf"/><Relationship Id="rId7" Type="http://schemas.openxmlformats.org/officeDocument/2006/relationships/slideLayout" Target="../slideLayouts/slideLayout1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15.png"/><Relationship Id="rId4" Type="http://schemas.openxmlformats.org/officeDocument/2006/relationships/image" Target="../media/image16.svg"/><Relationship Id="rId5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svg"/><Relationship Id="rId5" Type="http://schemas.openxmlformats.org/officeDocument/2006/relationships/slideLayout" Target="../slideLayouts/slideLayout1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20.png"/><Relationship Id="rId4" Type="http://schemas.openxmlformats.org/officeDocument/2006/relationships/image" Target="../media/image21.sv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1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svg"/><Relationship Id="rId5" Type="http://schemas.openxmlformats.org/officeDocument/2006/relationships/image" Target="../media/image24.png"/><Relationship Id="rId6" Type="http://schemas.openxmlformats.org/officeDocument/2006/relationships/image" Target="../media/image25.svg"/><Relationship Id="rId7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26.png"/><Relationship Id="rId4" Type="http://schemas.openxmlformats.org/officeDocument/2006/relationships/image" Target="../media/image27.svg"/><Relationship Id="rId5" Type="http://schemas.openxmlformats.org/officeDocument/2006/relationships/image" Target="../media/image28.png"/><Relationship Id="rId6" Type="http://schemas.openxmlformats.org/officeDocument/2006/relationships/image" Target="../media/image29.svg"/><Relationship Id="rId7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a14="http://schemas.microsoft.com/office/drawing/2010/main" Requires="a14">
          <p:sp>
            <p:nvSpPr>
              <p:cNvPr id="118" name=""/>
              <p:cNvSpPr txBox="1"/>
              <p:nvPr/>
            </p:nvSpPr>
            <p:spPr>
              <a:xfrm>
                <a:off x="2592360" y="1719000"/>
                <a:ext cx="3959280" cy="466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Q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x</m:t>
                        </m:r>
                        <m:r>
                          <m:t xml:space="preserve">,</m:t>
                        </m:r>
                        <m:r>
                          <m:t xml:space="preserve">τ</m:t>
                        </m:r>
                      </m:e>
                    </m:d>
                    <m:r>
                      <m:t xml:space="preserve">=</m:t>
                    </m:r>
                    <m:limLow>
                      <m:e>
                        <m:r>
                          <m:t xml:space="preserve">min</m:t>
                        </m:r>
                      </m:e>
                      <m:lim>
                        <m:r>
                          <m:t xml:space="preserve">≼</m:t>
                        </m:r>
                      </m:lim>
                    </m:limLow>
                    <m:d>
                      <m:dPr>
                        <m:begChr m:val="{"/>
                        <m:endChr m:val="}"/>
                      </m:dPr>
                      <m:e>
                        <m:r>
                          <m:t xml:space="preserve">v</m:t>
                        </m:r>
                        <m:r>
                          <m:t xml:space="preserve">∈</m:t>
                        </m:r>
                        <m:r>
                          <m:t xml:space="preserve">lca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x</m:t>
                            </m:r>
                            <m:r>
                              <m:t xml:space="preserve">,</m:t>
                            </m:r>
                            <m:r>
                              <m:t xml:space="preserve">y</m:t>
                            </m:r>
                          </m:e>
                        </m:d>
                        <m:r>
                          <m:t xml:space="preserve">:</m:t>
                        </m:r>
                        <m:r>
                          <m:t xml:space="preserve">σ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y</m:t>
                            </m:r>
                          </m:e>
                        </m:d>
                        <m:r>
                          <m:t xml:space="preserve">=</m:t>
                        </m:r>
                        <m:r>
                          <m:t xml:space="preserve">τ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18" name=""/>
              <p:cNvSpPr txBox="1"/>
              <p:nvPr/>
            </p:nvSpPr>
            <p:spPr>
              <a:xfrm>
                <a:off x="2592360" y="1719000"/>
                <a:ext cx="3959280" cy="46620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119" name="PlaceHolder 1"/>
          <p:cNvSpPr>
            <a:spLocks noGrp="1"/>
          </p:cNvSpPr>
          <p:nvPr>
            <p:ph type="sldNum" idx="13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73CA7E1-F2CF-4551-8CD4-CCF8C9E323BF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0" name="Picture 3"/>
          <p:cNvPicPr/>
          <p:nvPr/>
        </p:nvPicPr>
        <p:blipFill>
          <a:blip r:embed="rId2"/>
          <a:stretch/>
        </p:blipFill>
        <p:spPr>
          <a:xfrm flipH="1" rot="10800000">
            <a:off x="0" y="25920"/>
            <a:ext cx="4381560" cy="43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4"/>
          <p:cNvPicPr/>
          <p:nvPr/>
        </p:nvPicPr>
        <p:blipFill>
          <a:blip r:embed="rId3"/>
          <a:stretch/>
        </p:blipFill>
        <p:spPr>
          <a:xfrm flipH="1" rot="10800000">
            <a:off x="1184400" y="4765320"/>
            <a:ext cx="43815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2"/>
          <p:cNvSpPr>
            <a:spLocks noGrp="1"/>
          </p:cNvSpPr>
          <p:nvPr>
            <p:ph type="title"/>
          </p:nvPr>
        </p:nvSpPr>
        <p:spPr>
          <a:xfrm>
            <a:off x="264600" y="-13680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Objective 1a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123" name="Titel 5"/>
          <p:cNvSpPr/>
          <p:nvPr/>
        </p:nvSpPr>
        <p:spPr>
          <a:xfrm>
            <a:off x="382320" y="356040"/>
            <a:ext cx="82339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tIns="45000" rIns="90000" bIns="45000" anchor="b">
            <a:noAutofit/>
          </a:bodyPr>
          <a:p>
            <a:pPr defTabSz="457200">
              <a:lnSpc>
                <a:spcPct val="100000"/>
              </a:lnSpc>
            </a:pPr>
            <a:r>
              <a:rPr lang="en-DE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Check whether every best match is also a weak best match: </a:t>
            </a:r>
            <a:r>
              <a:rPr lang="en-DE" sz="1400" b="1" u="sng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Formal Argument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24" name=""/>
              <p:cNvSpPr txBox="1"/>
              <p:nvPr/>
            </p:nvSpPr>
            <p:spPr>
              <a:xfrm>
                <a:off x="2751480" y="1114560"/>
                <a:ext cx="3641400" cy="320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∀</m:t>
                    </m:r>
                    <m:r>
                      <m:t xml:space="preserve">x</m:t>
                    </m:r>
                    <m:r>
                      <m:t xml:space="preserve">∈</m:t>
                    </m:r>
                    <m:r>
                      <m:t xml:space="preserve">L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∧</m:t>
                    </m:r>
                    <m:r>
                      <m:t xml:space="preserve">τ</m:t>
                    </m:r>
                    <m:r>
                      <m:t xml:space="preserve">∈</m:t>
                    </m:r>
                    <m:r>
                      <m:t xml:space="preserve">σ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L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N</m:t>
                            </m:r>
                          </m:e>
                        </m:d>
                      </m:e>
                    </m:d>
                    <m:r>
                      <m:t xml:space="preserve">∖</m:t>
                    </m:r>
                    <m:d>
                      <m:dPr>
                        <m:begChr m:val="{"/>
                        <m:endChr m:val="}"/>
                      </m:dPr>
                      <m:e>
                        <m:r>
                          <m:t xml:space="preserve">σ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x</m:t>
                            </m:r>
                          </m:e>
                        </m:d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24" name=""/>
              <p:cNvSpPr txBox="1"/>
              <p:nvPr/>
            </p:nvSpPr>
            <p:spPr>
              <a:xfrm>
                <a:off x="2751480" y="1114560"/>
                <a:ext cx="3641400" cy="3200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25" name=""/>
              <p:cNvSpPr txBox="1"/>
              <p:nvPr/>
            </p:nvSpPr>
            <p:spPr>
              <a:xfrm>
                <a:off x="1513440" y="2971800"/>
                <a:ext cx="6117480" cy="329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∀</m:t>
                    </m:r>
                    <m:r>
                      <m:t xml:space="preserve">x</m:t>
                    </m:r>
                    <m:r>
                      <m:t xml:space="preserve">,</m:t>
                    </m:r>
                    <m:r>
                      <m:t xml:space="preserve">y</m:t>
                    </m:r>
                    <m:r>
                      <m:t xml:space="preserve">∈</m:t>
                    </m:r>
                    <m:r>
                      <m:t xml:space="preserve">L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,</m:t>
                    </m:r>
                    <m:r>
                      <m:t xml:space="preserve">σ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y</m:t>
                        </m:r>
                      </m:e>
                    </m:d>
                    <m:r>
                      <m:t xml:space="preserve">≠</m:t>
                    </m:r>
                    <m:r>
                      <m:t xml:space="preserve">σ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x</m:t>
                        </m:r>
                      </m:e>
                    </m:d>
                    <m:r>
                      <m:t xml:space="preserve">:</m:t>
                    </m:r>
                    <m:r>
                      <m:t xml:space="preserve">lca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x</m:t>
                        </m:r>
                        <m:r>
                          <m:t xml:space="preserve">,</m:t>
                        </m:r>
                        <m:r>
                          <m:t xml:space="preserve">y</m:t>
                        </m:r>
                      </m:e>
                    </m:d>
                    <m:r>
                      <m:t xml:space="preserve">∩</m:t>
                    </m:r>
                    <m:r>
                      <m:t xml:space="preserve">Q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x</m:t>
                        </m:r>
                        <m:r>
                          <m:t xml:space="preserve">,</m:t>
                        </m:r>
                        <m:r>
                          <m:t xml:space="preserve">σ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y</m:t>
                            </m:r>
                          </m:e>
                        </m:d>
                      </m:e>
                    </m:d>
                    <m:r>
                      <m:t xml:space="preserve">≠</m:t>
                    </m:r>
                    <m:r>
                      <m:t xml:space="preserve">∅</m:t>
                    </m:r>
                  </m:oMath>
                </a14:m>
              </a:p>
            </p:txBody>
          </p:sp>
        </mc:Choice>
        <mc:Fallback>
          <p:sp>
            <p:nvSpPr>
              <p:cNvPr id="125" name=""/>
              <p:cNvSpPr txBox="1"/>
              <p:nvPr/>
            </p:nvSpPr>
            <p:spPr>
              <a:xfrm>
                <a:off x="1513440" y="2971800"/>
                <a:ext cx="6117480" cy="3290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26" name=""/>
              <p:cNvSpPr txBox="1"/>
              <p:nvPr/>
            </p:nvSpPr>
            <p:spPr>
              <a:xfrm>
                <a:off x="1740960" y="4114800"/>
                <a:ext cx="5662080" cy="329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∀</m:t>
                    </m:r>
                    <m:r>
                      <m:t xml:space="preserve">x</m:t>
                    </m:r>
                    <m:r>
                      <m:t xml:space="preserve">,</m:t>
                    </m:r>
                    <m:r>
                      <m:t xml:space="preserve">y</m:t>
                    </m:r>
                    <m:r>
                      <m:t xml:space="preserve">∈</m:t>
                    </m:r>
                    <m:r>
                      <m:t xml:space="preserve">L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,</m:t>
                    </m:r>
                    <m:r>
                      <m:t xml:space="preserve">σ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y</m:t>
                        </m:r>
                      </m:e>
                    </m:d>
                    <m:r>
                      <m:t xml:space="preserve">≠</m:t>
                    </m:r>
                    <m:r>
                      <m:t xml:space="preserve">σ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x</m:t>
                        </m:r>
                      </m:e>
                    </m:d>
                    <m:r>
                      <m:t xml:space="preserve">:</m:t>
                    </m:r>
                    <m:r>
                      <m:t xml:space="preserve">lca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x</m:t>
                        </m:r>
                        <m:r>
                          <m:t xml:space="preserve">,</m:t>
                        </m:r>
                        <m:r>
                          <m:t xml:space="preserve">y</m:t>
                        </m:r>
                      </m:e>
                    </m:d>
                    <m:r>
                      <m:t xml:space="preserve">⊆</m:t>
                    </m:r>
                    <m:r>
                      <m:t xml:space="preserve">Q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x</m:t>
                        </m:r>
                        <m:r>
                          <m:t xml:space="preserve">,</m:t>
                        </m:r>
                        <m:r>
                          <m:t xml:space="preserve">σ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y</m:t>
                            </m:r>
                          </m:e>
                        </m:d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26" name=""/>
              <p:cNvSpPr txBox="1"/>
              <p:nvPr/>
            </p:nvSpPr>
            <p:spPr>
              <a:xfrm>
                <a:off x="1740960" y="4114800"/>
                <a:ext cx="5662080" cy="3290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127" name="Inhaltsplatzhalter 1"/>
          <p:cNvSpPr txBox="1"/>
          <p:nvPr/>
        </p:nvSpPr>
        <p:spPr>
          <a:xfrm>
            <a:off x="3314880" y="2514600"/>
            <a:ext cx="2514600" cy="440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ＭＳ Ｐゴシック"/>
              </a:rPr>
              <a:t>Weak Best Matches: </a:t>
            </a:r>
            <a:endParaRPr lang="de-DE" sz="1800" b="0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128" name="Inhaltsplatzhalter 5"/>
          <p:cNvSpPr txBox="1"/>
          <p:nvPr/>
        </p:nvSpPr>
        <p:spPr>
          <a:xfrm>
            <a:off x="3372120" y="3661920"/>
            <a:ext cx="2400120" cy="440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ＭＳ Ｐゴシック"/>
              </a:rPr>
              <a:t>Strict Best Matches: </a:t>
            </a:r>
            <a:endParaRPr lang="de-DE" sz="1800" b="0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Num" idx="14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5CA7DEC-6CAE-4869-8F62-8FB35206D545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0" name="Picture 2"/>
          <p:cNvPicPr/>
          <p:nvPr/>
        </p:nvPicPr>
        <p:blipFill>
          <a:blip r:embed="rId1"/>
          <a:stretch/>
        </p:blipFill>
        <p:spPr>
          <a:xfrm flipH="1" rot="10800000">
            <a:off x="0" y="25920"/>
            <a:ext cx="4381560" cy="43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Picture 6"/>
          <p:cNvPicPr/>
          <p:nvPr/>
        </p:nvPicPr>
        <p:blipFill>
          <a:blip r:embed="rId2"/>
          <a:stretch/>
        </p:blipFill>
        <p:spPr>
          <a:xfrm flipH="1" rot="10800000">
            <a:off x="1184400" y="4765320"/>
            <a:ext cx="43815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PlaceHolder 2"/>
          <p:cNvSpPr>
            <a:spLocks noGrp="1"/>
          </p:cNvSpPr>
          <p:nvPr>
            <p:ph type="title"/>
          </p:nvPr>
        </p:nvSpPr>
        <p:spPr>
          <a:xfrm>
            <a:off x="264600" y="-13680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Objective 3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133" name="Titel 9"/>
          <p:cNvSpPr/>
          <p:nvPr/>
        </p:nvSpPr>
        <p:spPr>
          <a:xfrm>
            <a:off x="382320" y="356040"/>
            <a:ext cx="82339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tIns="45000" rIns="90000" bIns="45000" anchor="b">
            <a:noAutofit/>
          </a:bodyPr>
          <a:p>
            <a:pPr defTabSz="457200">
              <a:lnSpc>
                <a:spcPct val="100000"/>
              </a:lnSpc>
            </a:pPr>
            <a:r>
              <a:rPr lang="en-GB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recommendation for further improvements/modifications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828800" y="2057400"/>
            <a:ext cx="251460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Insert heatmap here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Num" idx="15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D326ED9-FBDC-41F2-A7C4-350D586B3495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6" name="Picture 1"/>
          <p:cNvPicPr/>
          <p:nvPr/>
        </p:nvPicPr>
        <p:blipFill>
          <a:blip r:embed="rId1"/>
          <a:stretch/>
        </p:blipFill>
        <p:spPr>
          <a:xfrm flipH="1" rot="10800000">
            <a:off x="0" y="25920"/>
            <a:ext cx="4381560" cy="43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Picture 5"/>
          <p:cNvPicPr/>
          <p:nvPr/>
        </p:nvPicPr>
        <p:blipFill>
          <a:blip r:embed="rId2"/>
          <a:stretch/>
        </p:blipFill>
        <p:spPr>
          <a:xfrm flipH="1" rot="10800000">
            <a:off x="1184400" y="4765320"/>
            <a:ext cx="43815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2"/>
          <p:cNvSpPr>
            <a:spLocks noGrp="1"/>
          </p:cNvSpPr>
          <p:nvPr>
            <p:ph type="title"/>
          </p:nvPr>
        </p:nvSpPr>
        <p:spPr>
          <a:xfrm>
            <a:off x="264600" y="-13680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Objective 3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139" name="Titel 3"/>
          <p:cNvSpPr/>
          <p:nvPr/>
        </p:nvSpPr>
        <p:spPr>
          <a:xfrm>
            <a:off x="382320" y="356040"/>
            <a:ext cx="82339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tIns="45000" rIns="90000" bIns="45000" anchor="b">
            <a:noAutofit/>
          </a:bodyPr>
          <a:p>
            <a:pPr defTabSz="457200">
              <a:lnSpc>
                <a:spcPct val="100000"/>
              </a:lnSpc>
            </a:pPr>
            <a:r>
              <a:rPr lang="en-GB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recom</a:t>
            </a:r>
            <a:r>
              <a:rPr lang="en-GB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mendat</a:t>
            </a:r>
            <a:r>
              <a:rPr lang="en-GB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ion for </a:t>
            </a:r>
            <a:r>
              <a:rPr lang="en-GB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furthe</a:t>
            </a:r>
            <a:r>
              <a:rPr lang="en-GB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r </a:t>
            </a:r>
            <a:r>
              <a:rPr lang="en-GB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improv</a:t>
            </a:r>
            <a:r>
              <a:rPr lang="en-GB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ements</a:t>
            </a:r>
            <a:r>
              <a:rPr lang="en-GB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/modifi</a:t>
            </a:r>
            <a:r>
              <a:rPr lang="en-GB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cation</a:t>
            </a:r>
            <a:r>
              <a:rPr lang="en-GB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60" y="1190880"/>
            <a:ext cx="9143640" cy="3381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Num" idx="16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4770558-357F-45BA-8210-A0B43BCF9454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2" name="Picture 7"/>
          <p:cNvPicPr/>
          <p:nvPr/>
        </p:nvPicPr>
        <p:blipFill>
          <a:blip r:embed="rId1"/>
          <a:stretch/>
        </p:blipFill>
        <p:spPr>
          <a:xfrm flipH="1" rot="10800000">
            <a:off x="0" y="25920"/>
            <a:ext cx="4381560" cy="43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Picture 8"/>
          <p:cNvPicPr/>
          <p:nvPr/>
        </p:nvPicPr>
        <p:blipFill>
          <a:blip r:embed="rId2"/>
          <a:stretch/>
        </p:blipFill>
        <p:spPr>
          <a:xfrm flipH="1" rot="10800000">
            <a:off x="1184400" y="4765320"/>
            <a:ext cx="43815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2"/>
          <p:cNvSpPr>
            <a:spLocks noGrp="1"/>
          </p:cNvSpPr>
          <p:nvPr>
            <p:ph type="title"/>
          </p:nvPr>
        </p:nvSpPr>
        <p:spPr>
          <a:xfrm>
            <a:off x="264600" y="-13680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Objective 3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145" name="Titel 11"/>
          <p:cNvSpPr/>
          <p:nvPr/>
        </p:nvSpPr>
        <p:spPr>
          <a:xfrm>
            <a:off x="382320" y="356040"/>
            <a:ext cx="82339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tIns="45000" rIns="90000" bIns="45000" anchor="b">
            <a:noAutofit/>
          </a:bodyPr>
          <a:p>
            <a:pPr defTabSz="457200">
              <a:lnSpc>
                <a:spcPct val="100000"/>
              </a:lnSpc>
            </a:pPr>
            <a:r>
              <a:rPr lang="en-GB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Reverse Bic Cherry explained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657600" y="317160"/>
            <a:ext cx="5257800" cy="4254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Num" idx="17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967B271-21B9-49C5-B098-6212D6945CCF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8" name="Picture 9"/>
          <p:cNvPicPr/>
          <p:nvPr/>
        </p:nvPicPr>
        <p:blipFill>
          <a:blip r:embed="rId1"/>
          <a:stretch/>
        </p:blipFill>
        <p:spPr>
          <a:xfrm flipH="1" rot="10800000">
            <a:off x="0" y="25920"/>
            <a:ext cx="4381560" cy="43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Picture 10"/>
          <p:cNvPicPr/>
          <p:nvPr/>
        </p:nvPicPr>
        <p:blipFill>
          <a:blip r:embed="rId2"/>
          <a:stretch/>
        </p:blipFill>
        <p:spPr>
          <a:xfrm flipH="1" rot="10800000">
            <a:off x="1184400" y="4765320"/>
            <a:ext cx="43815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2"/>
          <p:cNvSpPr>
            <a:spLocks noGrp="1"/>
          </p:cNvSpPr>
          <p:nvPr>
            <p:ph type="title"/>
          </p:nvPr>
        </p:nvSpPr>
        <p:spPr>
          <a:xfrm>
            <a:off x="264600" y="-13680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Objective 3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151" name="Titel 13"/>
          <p:cNvSpPr/>
          <p:nvPr/>
        </p:nvSpPr>
        <p:spPr>
          <a:xfrm>
            <a:off x="382320" y="356040"/>
            <a:ext cx="82339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tIns="45000" rIns="90000" bIns="45000" anchor="b">
            <a:noAutofit/>
          </a:bodyPr>
          <a:p>
            <a:pPr defTabSz="457200">
              <a:lnSpc>
                <a:spcPct val="100000"/>
              </a:lnSpc>
            </a:pPr>
            <a:r>
              <a:rPr lang="en-GB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Reverse Bic Cherry explained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657600" y="317160"/>
            <a:ext cx="5321880" cy="4251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Num" idx="18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97AA48F-4B71-4478-A8E5-60683E9258A6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4" name="Picture 11"/>
          <p:cNvPicPr/>
          <p:nvPr/>
        </p:nvPicPr>
        <p:blipFill>
          <a:blip r:embed="rId1"/>
          <a:stretch/>
        </p:blipFill>
        <p:spPr>
          <a:xfrm flipH="1" rot="10800000">
            <a:off x="0" y="25920"/>
            <a:ext cx="4381560" cy="43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Picture 12"/>
          <p:cNvPicPr/>
          <p:nvPr/>
        </p:nvPicPr>
        <p:blipFill>
          <a:blip r:embed="rId2"/>
          <a:stretch/>
        </p:blipFill>
        <p:spPr>
          <a:xfrm flipH="1" rot="10800000">
            <a:off x="1184400" y="4765320"/>
            <a:ext cx="43815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PlaceHolder 2"/>
          <p:cNvSpPr>
            <a:spLocks noGrp="1"/>
          </p:cNvSpPr>
          <p:nvPr>
            <p:ph type="title"/>
          </p:nvPr>
        </p:nvSpPr>
        <p:spPr>
          <a:xfrm>
            <a:off x="264600" y="-13680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Objective 3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157" name="Titel 15"/>
          <p:cNvSpPr/>
          <p:nvPr/>
        </p:nvSpPr>
        <p:spPr>
          <a:xfrm>
            <a:off x="382320" y="356040"/>
            <a:ext cx="82339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tIns="45000" rIns="90000" bIns="45000" anchor="b">
            <a:noAutofit/>
          </a:bodyPr>
          <a:p>
            <a:pPr defTabSz="457200">
              <a:lnSpc>
                <a:spcPct val="100000"/>
              </a:lnSpc>
            </a:pPr>
            <a:r>
              <a:rPr lang="en-GB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Reverse Bic Cherry explained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657600" y="320040"/>
            <a:ext cx="5312520" cy="4251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Num" idx="19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9125CFC-42AC-4938-ACB0-F84B1B7A0C46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0" name="Picture 13"/>
          <p:cNvPicPr/>
          <p:nvPr/>
        </p:nvPicPr>
        <p:blipFill>
          <a:blip r:embed="rId1"/>
          <a:stretch/>
        </p:blipFill>
        <p:spPr>
          <a:xfrm flipH="1" rot="10800000">
            <a:off x="0" y="25920"/>
            <a:ext cx="4381560" cy="43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" name="Picture 14"/>
          <p:cNvPicPr/>
          <p:nvPr/>
        </p:nvPicPr>
        <p:blipFill>
          <a:blip r:embed="rId2"/>
          <a:stretch/>
        </p:blipFill>
        <p:spPr>
          <a:xfrm flipH="1" rot="10800000">
            <a:off x="1184400" y="4765320"/>
            <a:ext cx="43815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PlaceHolder 2"/>
          <p:cNvSpPr>
            <a:spLocks noGrp="1"/>
          </p:cNvSpPr>
          <p:nvPr>
            <p:ph type="title"/>
          </p:nvPr>
        </p:nvSpPr>
        <p:spPr>
          <a:xfrm>
            <a:off x="264600" y="-13680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Objective 3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163" name="Titel 17"/>
          <p:cNvSpPr/>
          <p:nvPr/>
        </p:nvSpPr>
        <p:spPr>
          <a:xfrm>
            <a:off x="382320" y="356040"/>
            <a:ext cx="82339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tIns="45000" rIns="90000" bIns="45000" anchor="b">
            <a:noAutofit/>
          </a:bodyPr>
          <a:p>
            <a:pPr defTabSz="457200">
              <a:lnSpc>
                <a:spcPct val="100000"/>
              </a:lnSpc>
            </a:pPr>
            <a:r>
              <a:rPr lang="en-GB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Reverse Bic Cherry simplified explained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286000" y="1183680"/>
            <a:ext cx="6620400" cy="3424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Num" idx="20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EA56F32-C59B-41EA-8B12-317621F25A69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6" name="Picture 15"/>
          <p:cNvPicPr/>
          <p:nvPr/>
        </p:nvPicPr>
        <p:blipFill>
          <a:blip r:embed="rId1"/>
          <a:stretch/>
        </p:blipFill>
        <p:spPr>
          <a:xfrm flipH="1" rot="10800000">
            <a:off x="0" y="25920"/>
            <a:ext cx="4381560" cy="43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Picture 16"/>
          <p:cNvPicPr/>
          <p:nvPr/>
        </p:nvPicPr>
        <p:blipFill>
          <a:blip r:embed="rId2"/>
          <a:stretch/>
        </p:blipFill>
        <p:spPr>
          <a:xfrm flipH="1" rot="10800000">
            <a:off x="1184400" y="4765320"/>
            <a:ext cx="43815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PlaceHolder 2"/>
          <p:cNvSpPr>
            <a:spLocks noGrp="1"/>
          </p:cNvSpPr>
          <p:nvPr>
            <p:ph type="title"/>
          </p:nvPr>
        </p:nvSpPr>
        <p:spPr>
          <a:xfrm>
            <a:off x="264600" y="-13680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Objective 3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169" name="Titel 19"/>
          <p:cNvSpPr/>
          <p:nvPr/>
        </p:nvSpPr>
        <p:spPr>
          <a:xfrm>
            <a:off x="382320" y="356040"/>
            <a:ext cx="82339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tIns="45000" rIns="90000" bIns="45000" anchor="b">
            <a:noAutofit/>
          </a:bodyPr>
          <a:p>
            <a:pPr defTabSz="457200">
              <a:lnSpc>
                <a:spcPct val="100000"/>
              </a:lnSpc>
            </a:pPr>
            <a:r>
              <a:rPr lang="en-GB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Non-BMGs can not be used to generate the correct networks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"/>
          <p:cNvPicPr/>
          <p:nvPr/>
        </p:nvPicPr>
        <p:blipFill>
          <a:blip r:embed="rId3"/>
          <a:stretch/>
        </p:blipFill>
        <p:spPr>
          <a:xfrm>
            <a:off x="685800" y="1286280"/>
            <a:ext cx="7772400" cy="3404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Num" idx="21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E4512F2-A62C-4323-990C-488967A51EC1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2" name="Picture 19"/>
          <p:cNvPicPr/>
          <p:nvPr/>
        </p:nvPicPr>
        <p:blipFill>
          <a:blip r:embed="rId1"/>
          <a:stretch/>
        </p:blipFill>
        <p:spPr>
          <a:xfrm flipH="1" rot="10800000">
            <a:off x="0" y="25920"/>
            <a:ext cx="4381560" cy="43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3" name="Picture 20"/>
          <p:cNvPicPr/>
          <p:nvPr/>
        </p:nvPicPr>
        <p:blipFill>
          <a:blip r:embed="rId2"/>
          <a:stretch/>
        </p:blipFill>
        <p:spPr>
          <a:xfrm flipH="1" rot="10800000">
            <a:off x="1184400" y="4765320"/>
            <a:ext cx="43815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PlaceHolder 2"/>
          <p:cNvSpPr>
            <a:spLocks noGrp="1"/>
          </p:cNvSpPr>
          <p:nvPr>
            <p:ph type="title"/>
          </p:nvPr>
        </p:nvSpPr>
        <p:spPr>
          <a:xfrm>
            <a:off x="264600" y="-13680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Objective 3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175" name="Titel 23"/>
          <p:cNvSpPr/>
          <p:nvPr/>
        </p:nvSpPr>
        <p:spPr>
          <a:xfrm>
            <a:off x="382320" y="356040"/>
            <a:ext cx="82339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tIns="45000" rIns="90000" bIns="45000" anchor="b">
            <a:noAutofit/>
          </a:bodyPr>
          <a:p>
            <a:pPr defTabSz="457200">
              <a:lnSpc>
                <a:spcPct val="100000"/>
              </a:lnSpc>
            </a:pPr>
            <a:r>
              <a:rPr lang="en-GB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Non-BMGs can not be used to generate the correct networks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828800" y="1579680"/>
            <a:ext cx="7314840" cy="300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"/>
          <p:cNvPicPr/>
          <p:nvPr/>
        </p:nvPicPr>
        <p:blipFill>
          <a:blip r:embed="rId5"/>
          <a:srcRect l="0" t="0" r="64996" b="0"/>
          <a:stretch/>
        </p:blipFill>
        <p:spPr>
          <a:xfrm>
            <a:off x="0" y="1828800"/>
            <a:ext cx="1921680" cy="240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Num" idx="22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931C312-66A6-45B2-8089-DF0CC149A40C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9" name="Picture 17"/>
          <p:cNvPicPr/>
          <p:nvPr/>
        </p:nvPicPr>
        <p:blipFill>
          <a:blip r:embed="rId1"/>
          <a:stretch/>
        </p:blipFill>
        <p:spPr>
          <a:xfrm flipH="1" rot="10800000">
            <a:off x="0" y="25920"/>
            <a:ext cx="4381560" cy="43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Picture 18"/>
          <p:cNvPicPr/>
          <p:nvPr/>
        </p:nvPicPr>
        <p:blipFill>
          <a:blip r:embed="rId2"/>
          <a:stretch/>
        </p:blipFill>
        <p:spPr>
          <a:xfrm flipH="1" rot="10800000">
            <a:off x="1184400" y="4765320"/>
            <a:ext cx="43815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PlaceHolder 2"/>
          <p:cNvSpPr>
            <a:spLocks noGrp="1"/>
          </p:cNvSpPr>
          <p:nvPr>
            <p:ph type="title"/>
          </p:nvPr>
        </p:nvSpPr>
        <p:spPr>
          <a:xfrm>
            <a:off x="264600" y="-13680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Obje</a:t>
            </a: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ctiv</a:t>
            </a: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e 3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182" name="Titel 21"/>
          <p:cNvSpPr/>
          <p:nvPr/>
        </p:nvSpPr>
        <p:spPr>
          <a:xfrm>
            <a:off x="382320" y="356040"/>
            <a:ext cx="82339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tIns="45000" rIns="90000" bIns="45000" anchor="b">
            <a:noAutofit/>
          </a:bodyPr>
          <a:p>
            <a:pPr defTabSz="457200">
              <a:lnSpc>
                <a:spcPct val="100000"/>
              </a:lnSpc>
            </a:pPr>
            <a:r>
              <a:rPr lang="en-GB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Performance check on Trees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3" name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0" y="1371600"/>
            <a:ext cx="4299840" cy="274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800600" y="1371600"/>
            <a:ext cx="4297680" cy="2743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Num" idx="23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A581412-C7BB-489C-B4C1-B66D647A5A04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6" name="Picture 21"/>
          <p:cNvPicPr/>
          <p:nvPr/>
        </p:nvPicPr>
        <p:blipFill>
          <a:blip r:embed="rId1"/>
          <a:stretch/>
        </p:blipFill>
        <p:spPr>
          <a:xfrm flipH="1" rot="10800000">
            <a:off x="0" y="25920"/>
            <a:ext cx="4381560" cy="43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Picture 22"/>
          <p:cNvPicPr/>
          <p:nvPr/>
        </p:nvPicPr>
        <p:blipFill>
          <a:blip r:embed="rId2"/>
          <a:stretch/>
        </p:blipFill>
        <p:spPr>
          <a:xfrm flipH="1" rot="10800000">
            <a:off x="1184400" y="4765320"/>
            <a:ext cx="43815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PlaceHolder 2"/>
          <p:cNvSpPr>
            <a:spLocks noGrp="1"/>
          </p:cNvSpPr>
          <p:nvPr>
            <p:ph type="title"/>
          </p:nvPr>
        </p:nvSpPr>
        <p:spPr>
          <a:xfrm>
            <a:off x="264600" y="-13680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Objective 3</a:t>
            </a:r>
            <a:endParaRPr lang="de-DE" sz="2000" b="1" u="none" strike="noStrike" cap="all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189" name="Titel 25"/>
          <p:cNvSpPr/>
          <p:nvPr/>
        </p:nvSpPr>
        <p:spPr>
          <a:xfrm>
            <a:off x="382320" y="356040"/>
            <a:ext cx="82339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tIns="45000" rIns="90000" bIns="45000" anchor="b">
            <a:noAutofit/>
          </a:bodyPr>
          <a:p>
            <a:pPr defTabSz="457200">
              <a:lnSpc>
                <a:spcPct val="100000"/>
              </a:lnSpc>
            </a:pPr>
            <a:r>
              <a:rPr lang="en-GB" sz="1400" b="0" u="none" strike="noStrike" cap="all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Performance check on Networks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800600" y="1371600"/>
            <a:ext cx="4297680" cy="274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0" y="1371600"/>
            <a:ext cx="4297680" cy="2743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aster1_UniLeipzig_PPT Vorlage">
  <a:themeElements>
    <a:clrScheme name="Universität Leipzig">
      <a:dk1>
        <a:srgbClr val="000000"/>
      </a:dk1>
      <a:lt1>
        <a:srgbClr val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ster2_UniLeipzig_PPT Vorlage">
  <a:themeElements>
    <a:clrScheme name="Universität Leipzig">
      <a:dk1>
        <a:srgbClr val="000000"/>
      </a:dk1>
      <a:lt1>
        <a:srgbClr val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ster2_UniLeipzig_PPT Vorlage">
  <a:themeElements>
    <a:clrScheme name="Universität Leipzig">
      <a:dk1>
        <a:srgbClr val="000000"/>
      </a:dk1>
      <a:lt1>
        <a:srgbClr val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Master1_UniLeipzig_PPT Vorlage</Template>
  <TotalTime>43</TotalTime>
  <Application>LibreOffice/26.2.5.2$Linux_X86_64 LibreOffice_project/620$Build-2</Application>
  <AppVersion>15.0000</AppVersion>
  <Words>623</Words>
  <Paragraphs>141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2026-09-29T09:02:15Z</dcterms:created>
  <dc:creator>Alexander Mordhorst</dc:creator>
  <dc:description/>
  <dc:language>en-US</dc:language>
  <cp:lastModifiedBy>Julia Bollmann van Beesel</cp:lastModifiedBy>
  <cp:lastPrinted>2017-09-28T12:33:25Z</cp:lastPrinted>
  <dcterms:modified xsi:type="dcterms:W3CDTF">2026-09-30T19:03:42Z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