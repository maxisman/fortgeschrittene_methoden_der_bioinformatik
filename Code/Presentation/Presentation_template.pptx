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881" r:id="rId2"/>
  </p:sldMasterIdLst>
  <p:notesMasterIdLst>
    <p:notesMasterId r:id="rId47"/>
  </p:notesMasterIdLst>
  <p:handoutMasterIdLst>
    <p:handoutMasterId r:id="rId48"/>
  </p:handoutMasterIdLst>
  <p:sldIdLst>
    <p:sldId id="288" r:id="rId3"/>
    <p:sldId id="289" r:id="rId4"/>
    <p:sldId id="324" r:id="rId5"/>
    <p:sldId id="329" r:id="rId6"/>
    <p:sldId id="310" r:id="rId7"/>
    <p:sldId id="313" r:id="rId8"/>
    <p:sldId id="330" r:id="rId9"/>
    <p:sldId id="314" r:id="rId10"/>
    <p:sldId id="315" r:id="rId11"/>
    <p:sldId id="316" r:id="rId12"/>
    <p:sldId id="318" r:id="rId13"/>
    <p:sldId id="319" r:id="rId14"/>
    <p:sldId id="322" r:id="rId15"/>
    <p:sldId id="323" r:id="rId16"/>
    <p:sldId id="320" r:id="rId17"/>
    <p:sldId id="256" r:id="rId18"/>
    <p:sldId id="332" r:id="rId19"/>
    <p:sldId id="339" r:id="rId20"/>
    <p:sldId id="260" r:id="rId21"/>
    <p:sldId id="261" r:id="rId22"/>
    <p:sldId id="340" r:id="rId23"/>
    <p:sldId id="341" r:id="rId24"/>
    <p:sldId id="342" r:id="rId25"/>
    <p:sldId id="343" r:id="rId26"/>
    <p:sldId id="344" r:id="rId27"/>
    <p:sldId id="345" r:id="rId28"/>
    <p:sldId id="257" r:id="rId29"/>
    <p:sldId id="328" r:id="rId30"/>
    <p:sldId id="258" r:id="rId31"/>
    <p:sldId id="259" r:id="rId32"/>
    <p:sldId id="325" r:id="rId33"/>
    <p:sldId id="326" r:id="rId34"/>
    <p:sldId id="327" r:id="rId35"/>
    <p:sldId id="262" r:id="rId36"/>
    <p:sldId id="263" r:id="rId37"/>
    <p:sldId id="264" r:id="rId38"/>
    <p:sldId id="265" r:id="rId39"/>
    <p:sldId id="266" r:id="rId40"/>
    <p:sldId id="285" r:id="rId41"/>
    <p:sldId id="269" r:id="rId42"/>
    <p:sldId id="270" r:id="rId43"/>
    <p:sldId id="271" r:id="rId44"/>
    <p:sldId id="272" r:id="rId45"/>
    <p:sldId id="273" r:id="rId46"/>
  </p:sldIdLst>
  <p:sldSz cx="9144000" cy="5143500" type="screen16x9"/>
  <p:notesSz cx="6858000" cy="9144000"/>
  <p:defaultTextStyle>
    <a:defPPr>
      <a:defRPr lang="de-DE"/>
    </a:defPPr>
    <a:lvl1pPr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1pPr>
    <a:lvl2pPr marL="4572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2pPr>
    <a:lvl3pPr marL="9144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3pPr>
    <a:lvl4pPr marL="13716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4pPr>
    <a:lvl5pPr marL="18288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9696"/>
    <a:srgbClr val="C9C9C9"/>
    <a:srgbClr val="FF5451"/>
    <a:srgbClr val="262A31"/>
    <a:srgbClr val="B2B2B2"/>
    <a:srgbClr val="4D4D4D"/>
    <a:srgbClr val="242424"/>
    <a:srgbClr val="79B2D4"/>
    <a:srgbClr val="91B7C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77" autoAdjust="0"/>
    <p:restoredTop sz="87914" autoAdjust="0"/>
  </p:normalViewPr>
  <p:slideViewPr>
    <p:cSldViewPr snapToGrid="0" snapToObjects="1" showGuides="1">
      <p:cViewPr>
        <p:scale>
          <a:sx n="112" d="100"/>
          <a:sy n="112" d="100"/>
        </p:scale>
        <p:origin x="1560" y="648"/>
      </p:cViewPr>
      <p:guideLst>
        <p:guide orient="horz" pos="1620"/>
        <p:guide pos="2880"/>
      </p:guideLst>
    </p:cSldViewPr>
  </p:slideViewPr>
  <p:outlineViewPr>
    <p:cViewPr>
      <p:scale>
        <a:sx n="33" d="100"/>
        <a:sy n="33" d="100"/>
      </p:scale>
      <p:origin x="0" y="-2670"/>
    </p:cViewPr>
  </p:outlineViewPr>
  <p:notesTextViewPr>
    <p:cViewPr>
      <p:scale>
        <a:sx n="3" d="2"/>
        <a:sy n="3" d="2"/>
      </p:scale>
      <p:origin x="0" y="0"/>
    </p:cViewPr>
  </p:notesTextViewPr>
  <p:notesViewPr>
    <p:cSldViewPr snapToGrid="0" snapToObjects="1" showGuides="1">
      <p:cViewPr varScale="1">
        <p:scale>
          <a:sx n="85" d="100"/>
          <a:sy n="85" d="100"/>
        </p:scale>
        <p:origin x="3804"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handoutMaster" Target="handoutMasters/handoutMaster1.xml"/><Relationship Id="rId8" Type="http://schemas.openxmlformats.org/officeDocument/2006/relationships/slide" Target="slides/slide6.xml"/><Relationship Id="rId51"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Überschrift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de-DE" dirty="0">
              <a:latin typeface="Arial" panose="020B0604020202020204" pitchFamily="34" charset="0"/>
              <a:cs typeface="Arial" panose="020B0604020202020204"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02D1D50A-91A0-4313-AF41-8FA8C1A6F672}" type="datetimeFigureOut">
              <a:rPr lang="de-DE" altLang="de-DE">
                <a:latin typeface="Arial" panose="020B0604020202020204" pitchFamily="34" charset="0"/>
                <a:cs typeface="Arial" panose="020B0604020202020204" pitchFamily="34" charset="0"/>
              </a:rPr>
              <a:pPr>
                <a:defRPr/>
              </a:pPr>
              <a:t>30.09.26</a:t>
            </a:fld>
            <a:endParaRPr lang="de-DE" altLang="de-DE" dirty="0">
              <a:latin typeface="Arial" panose="020B0604020202020204" pitchFamily="34" charset="0"/>
              <a:cs typeface="Arial" panose="020B0604020202020204"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de-DE" dirty="0">
              <a:latin typeface="Arial" panose="020B0604020202020204" pitchFamily="34" charset="0"/>
              <a:cs typeface="Arial" panose="020B0604020202020204"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9835DF71-E1E2-47C3-B9FA-47C07B346B8B}" type="slidenum">
              <a:rPr lang="de-DE" altLang="de-DE">
                <a:latin typeface="Arial" panose="020B0604020202020204" pitchFamily="34" charset="0"/>
                <a:cs typeface="Arial" panose="020B0604020202020204" pitchFamily="34" charset="0"/>
              </a:rPr>
              <a:pPr>
                <a:defRPr/>
              </a:pPr>
              <a:t>‹#›</a:t>
            </a:fld>
            <a:endParaRPr lang="de-DE" altLang="de-DE"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2670050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Überschrift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Arial" panose="020B0604020202020204" pitchFamily="34" charset="0"/>
                <a:ea typeface="+mn-ea"/>
                <a:cs typeface="Arial" panose="020B0604020202020204" pitchFamily="34" charset="0"/>
              </a:defRPr>
            </a:lvl1pPr>
          </a:lstStyle>
          <a:p>
            <a:pPr>
              <a:defRPr/>
            </a:pPr>
            <a:endParaRPr lang="de-DE" dirty="0"/>
          </a:p>
        </p:txBody>
      </p:sp>
      <p:sp>
        <p:nvSpPr>
          <p:cNvPr id="3" name="Datumsplatzhalt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panose="020B0604020202020204" pitchFamily="34" charset="0"/>
                <a:cs typeface="Arial" panose="020B0604020202020204" pitchFamily="34" charset="0"/>
              </a:defRPr>
            </a:lvl1pPr>
          </a:lstStyle>
          <a:p>
            <a:pPr>
              <a:defRPr/>
            </a:pPr>
            <a:fld id="{91E3895C-9893-433E-BD86-ABF19E357674}" type="datetimeFigureOut">
              <a:rPr lang="de-DE" altLang="de-DE" smtClean="0"/>
              <a:pPr>
                <a:defRPr/>
              </a:pPr>
              <a:t>30.09.26</a:t>
            </a:fld>
            <a:endParaRPr lang="de-DE" altLang="de-DE" dirty="0"/>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de-DE" noProof="0"/>
          </a:p>
        </p:txBody>
      </p:sp>
      <p:sp>
        <p:nvSpPr>
          <p:cNvPr id="5" name="Notizenplatzhalt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bodyPr>
          <a:lstStyle/>
          <a:p>
            <a:pPr lvl="0"/>
            <a:r>
              <a:rPr lang="de-DE" altLang="de-DE" noProof="0" dirty="0"/>
              <a:t>Mastertextformat bearbeiten</a:t>
            </a:r>
          </a:p>
          <a:p>
            <a:pPr lvl="1"/>
            <a:r>
              <a:rPr lang="de-DE" altLang="de-DE" noProof="0" dirty="0"/>
              <a:t>Zweite Ebene</a:t>
            </a:r>
          </a:p>
          <a:p>
            <a:pPr lvl="2"/>
            <a:r>
              <a:rPr lang="de-DE" altLang="de-DE" noProof="0" dirty="0"/>
              <a:t>Dritte Ebene</a:t>
            </a:r>
          </a:p>
          <a:p>
            <a:pPr lvl="3"/>
            <a:r>
              <a:rPr lang="de-DE" altLang="de-DE" noProof="0" dirty="0"/>
              <a:t>Vierte Ebene</a:t>
            </a:r>
          </a:p>
          <a:p>
            <a:pPr lvl="4"/>
            <a:r>
              <a:rPr lang="de-DE" altLang="de-DE" noProof="0" dirty="0"/>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Arial" panose="020B0604020202020204" pitchFamily="34" charset="0"/>
                <a:ea typeface="+mn-ea"/>
                <a:cs typeface="Arial" panose="020B0604020202020204" pitchFamily="34" charset="0"/>
              </a:defRPr>
            </a:lvl1pPr>
          </a:lstStyle>
          <a:p>
            <a:pPr>
              <a:defRPr/>
            </a:pPr>
            <a:endParaRPr lang="de-DE"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panose="020B0604020202020204" pitchFamily="34" charset="0"/>
                <a:cs typeface="Arial" panose="020B0604020202020204" pitchFamily="34" charset="0"/>
              </a:defRPr>
            </a:lvl1pPr>
          </a:lstStyle>
          <a:p>
            <a:pPr>
              <a:defRPr/>
            </a:pPr>
            <a:fld id="{FF73AAAE-5F9A-4204-AFEA-00ECD2D60F92}" type="slidenum">
              <a:rPr lang="de-DE" altLang="de-DE" smtClean="0"/>
              <a:pPr>
                <a:defRPr/>
              </a:pPr>
              <a:t>‹#›</a:t>
            </a:fld>
            <a:endParaRPr lang="de-DE" altLang="de-DE" dirty="0"/>
          </a:p>
        </p:txBody>
      </p:sp>
    </p:spTree>
    <p:extLst>
      <p:ext uri="{BB962C8B-B14F-4D97-AF65-F5344CB8AC3E}">
        <p14:creationId xmlns:p14="http://schemas.microsoft.com/office/powerpoint/2010/main" val="717541618"/>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1pPr>
    <a:lvl2pPr marL="4572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2pPr>
    <a:lvl3pPr marL="9144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3pPr>
    <a:lvl4pPr marL="13716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4pPr>
    <a:lvl5pPr marL="18288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a:defRPr/>
            </a:pPr>
            <a:fld id="{FF73AAAE-5F9A-4204-AFEA-00ECD2D60F92}" type="slidenum">
              <a:rPr lang="de-DE" altLang="de-DE" smtClean="0"/>
              <a:pPr>
                <a:defRPr/>
              </a:pPr>
              <a:t>1</a:t>
            </a:fld>
            <a:endParaRPr lang="de-DE" altLang="de-DE" dirty="0"/>
          </a:p>
        </p:txBody>
      </p:sp>
    </p:spTree>
    <p:extLst>
      <p:ext uri="{BB962C8B-B14F-4D97-AF65-F5344CB8AC3E}">
        <p14:creationId xmlns:p14="http://schemas.microsoft.com/office/powerpoint/2010/main" val="3444306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2</a:t>
            </a:fld>
            <a:endParaRPr lang="de-DE" altLang="de-DE" dirty="0"/>
          </a:p>
        </p:txBody>
      </p:sp>
    </p:spTree>
    <p:extLst>
      <p:ext uri="{BB962C8B-B14F-4D97-AF65-F5344CB8AC3E}">
        <p14:creationId xmlns:p14="http://schemas.microsoft.com/office/powerpoint/2010/main" val="29790139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C704D-1DED-CF7E-0A10-0A7AB5782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344E5F-450B-5D9E-656A-E54ED8C0CD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7FAE0A-2BEF-7BE1-27C4-844F1B04B04D}"/>
              </a:ext>
            </a:extLst>
          </p:cNvPr>
          <p:cNvSpPr>
            <a:spLocks noGrp="1"/>
          </p:cNvSpPr>
          <p:nvPr>
            <p:ph type="body" idx="1"/>
          </p:nvPr>
        </p:nvSpPr>
        <p:spPr/>
        <p:txBody>
          <a:bodyPr/>
          <a:lstStyle/>
          <a:p>
            <a:r>
              <a:rPr lang="en-GB" dirty="0"/>
              <a:t>W</a:t>
            </a:r>
            <a:r>
              <a:rPr lang="en-DE" dirty="0"/>
              <a:t>ie se sehen….</a:t>
            </a:r>
          </a:p>
          <a:p>
            <a:endParaRPr lang="en-DE" dirty="0"/>
          </a:p>
        </p:txBody>
      </p:sp>
      <p:sp>
        <p:nvSpPr>
          <p:cNvPr id="4" name="Slide Number Placeholder 3">
            <a:extLst>
              <a:ext uri="{FF2B5EF4-FFF2-40B4-BE49-F238E27FC236}">
                <a16:creationId xmlns:a16="http://schemas.microsoft.com/office/drawing/2014/main" id="{7E27FC92-B13C-432A-D1E1-B145121E5001}"/>
              </a:ext>
            </a:extLst>
          </p:cNvPr>
          <p:cNvSpPr>
            <a:spLocks noGrp="1"/>
          </p:cNvSpPr>
          <p:nvPr>
            <p:ph type="sldNum" sz="quarter" idx="5"/>
          </p:nvPr>
        </p:nvSpPr>
        <p:spPr/>
        <p:txBody>
          <a:bodyPr/>
          <a:lstStyle/>
          <a:p>
            <a:pPr>
              <a:defRPr/>
            </a:pPr>
            <a:fld id="{FF73AAAE-5F9A-4204-AFEA-00ECD2D60F92}" type="slidenum">
              <a:rPr lang="de-DE" altLang="de-DE" smtClean="0"/>
              <a:pPr>
                <a:defRPr/>
              </a:pPr>
              <a:t>4</a:t>
            </a:fld>
            <a:endParaRPr lang="de-DE" altLang="de-DE" dirty="0"/>
          </a:p>
        </p:txBody>
      </p:sp>
    </p:spTree>
    <p:extLst>
      <p:ext uri="{BB962C8B-B14F-4D97-AF65-F5344CB8AC3E}">
        <p14:creationId xmlns:p14="http://schemas.microsoft.com/office/powerpoint/2010/main" val="20034858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The weak-only fraction is driven by hybridization vertices, requires at least two leaves per colour, decreases mildly with the number of colours, and is independent of tree size and of the duplication/loss rates.</a:t>
            </a:r>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5</a:t>
            </a:fld>
            <a:endParaRPr lang="de-DE" altLang="de-DE" dirty="0"/>
          </a:p>
        </p:txBody>
      </p:sp>
    </p:spTree>
    <p:extLst>
      <p:ext uri="{BB962C8B-B14F-4D97-AF65-F5344CB8AC3E}">
        <p14:creationId xmlns:p14="http://schemas.microsoft.com/office/powerpoint/2010/main" val="2927145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9</a:t>
            </a:fld>
            <a:endParaRPr lang="de-DE" altLang="de-DE" dirty="0"/>
          </a:p>
        </p:txBody>
      </p:sp>
    </p:spTree>
    <p:extLst>
      <p:ext uri="{BB962C8B-B14F-4D97-AF65-F5344CB8AC3E}">
        <p14:creationId xmlns:p14="http://schemas.microsoft.com/office/powerpoint/2010/main" val="3946415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AE679-0E82-24DC-FDAE-1827AF4CDE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02967-06A0-F993-E2D0-0FB95F199B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B57188-7577-6981-C200-F4BBDFA6BA23}"/>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B27BB0B-4197-EB07-5395-24B858FD08E6}"/>
              </a:ext>
            </a:extLst>
          </p:cNvPr>
          <p:cNvSpPr>
            <a:spLocks noGrp="1"/>
          </p:cNvSpPr>
          <p:nvPr>
            <p:ph type="sldNum" sz="quarter" idx="5"/>
          </p:nvPr>
        </p:nvSpPr>
        <p:spPr/>
        <p:txBody>
          <a:bodyPr/>
          <a:lstStyle/>
          <a:p>
            <a:pPr>
              <a:defRPr/>
            </a:pPr>
            <a:fld id="{FF73AAAE-5F9A-4204-AFEA-00ECD2D60F92}" type="slidenum">
              <a:rPr lang="de-DE" altLang="de-DE" smtClean="0"/>
              <a:pPr>
                <a:defRPr/>
              </a:pPr>
              <a:t>10</a:t>
            </a:fld>
            <a:endParaRPr lang="de-DE" altLang="de-DE" dirty="0"/>
          </a:p>
        </p:txBody>
      </p:sp>
    </p:spTree>
    <p:extLst>
      <p:ext uri="{BB962C8B-B14F-4D97-AF65-F5344CB8AC3E}">
        <p14:creationId xmlns:p14="http://schemas.microsoft.com/office/powerpoint/2010/main" val="3369951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8D394-F69E-C6F9-EC17-D6D6678CB7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8724BD-3CFD-8F34-080D-E6708C6A9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84705-C4F9-BFBF-7FEC-914BD2D96F02}"/>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8B9CA66-A0BB-B5E9-2B9B-3C385B3DB881}"/>
              </a:ext>
            </a:extLst>
          </p:cNvPr>
          <p:cNvSpPr>
            <a:spLocks noGrp="1"/>
          </p:cNvSpPr>
          <p:nvPr>
            <p:ph type="sldNum" sz="quarter" idx="5"/>
          </p:nvPr>
        </p:nvSpPr>
        <p:spPr/>
        <p:txBody>
          <a:bodyPr/>
          <a:lstStyle/>
          <a:p>
            <a:pPr>
              <a:defRPr/>
            </a:pPr>
            <a:fld id="{FF73AAAE-5F9A-4204-AFEA-00ECD2D60F92}" type="slidenum">
              <a:rPr lang="de-DE" altLang="de-DE" smtClean="0"/>
              <a:pPr>
                <a:defRPr/>
              </a:pPr>
              <a:t>11</a:t>
            </a:fld>
            <a:endParaRPr lang="de-DE" altLang="de-DE" dirty="0"/>
          </a:p>
        </p:txBody>
      </p:sp>
    </p:spTree>
    <p:extLst>
      <p:ext uri="{BB962C8B-B14F-4D97-AF65-F5344CB8AC3E}">
        <p14:creationId xmlns:p14="http://schemas.microsoft.com/office/powerpoint/2010/main" val="2307360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F5D6A-B833-011D-AFCC-F25662108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2FEB95-991C-3E6B-E54E-2B5B11D65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3004CA-C4A4-267B-2F7D-918DD161E9B5}"/>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14D83EA7-8F8B-12A0-DF28-FE8963996A39}"/>
              </a:ext>
            </a:extLst>
          </p:cNvPr>
          <p:cNvSpPr>
            <a:spLocks noGrp="1"/>
          </p:cNvSpPr>
          <p:nvPr>
            <p:ph type="sldNum" sz="quarter" idx="5"/>
          </p:nvPr>
        </p:nvSpPr>
        <p:spPr/>
        <p:txBody>
          <a:bodyPr/>
          <a:lstStyle/>
          <a:p>
            <a:pPr>
              <a:defRPr/>
            </a:pPr>
            <a:fld id="{FF73AAAE-5F9A-4204-AFEA-00ECD2D60F92}" type="slidenum">
              <a:rPr lang="de-DE" altLang="de-DE" smtClean="0"/>
              <a:pPr>
                <a:defRPr/>
              </a:pPr>
              <a:t>12</a:t>
            </a:fld>
            <a:endParaRPr lang="de-DE" altLang="de-DE" dirty="0"/>
          </a:p>
        </p:txBody>
      </p:sp>
    </p:spTree>
    <p:extLst>
      <p:ext uri="{BB962C8B-B14F-4D97-AF65-F5344CB8AC3E}">
        <p14:creationId xmlns:p14="http://schemas.microsoft.com/office/powerpoint/2010/main" val="4758653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3DE8C-62E0-A18F-9827-966CE963B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477679-598F-23D2-FFB0-88B2ABD9C0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32B240-4C1A-327B-316B-3FFDC2FBD1C5}"/>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B4CDE3FF-509C-78E3-E52B-05F163F3DAD4}"/>
              </a:ext>
            </a:extLst>
          </p:cNvPr>
          <p:cNvSpPr>
            <a:spLocks noGrp="1"/>
          </p:cNvSpPr>
          <p:nvPr>
            <p:ph type="sldNum" sz="quarter" idx="5"/>
          </p:nvPr>
        </p:nvSpPr>
        <p:spPr/>
        <p:txBody>
          <a:bodyPr/>
          <a:lstStyle/>
          <a:p>
            <a:pPr>
              <a:defRPr/>
            </a:pPr>
            <a:fld id="{FF73AAAE-5F9A-4204-AFEA-00ECD2D60F92}" type="slidenum">
              <a:rPr lang="de-DE" altLang="de-DE" smtClean="0"/>
              <a:pPr>
                <a:defRPr/>
              </a:pPr>
              <a:t>13</a:t>
            </a:fld>
            <a:endParaRPr lang="de-DE" altLang="de-DE" dirty="0"/>
          </a:p>
        </p:txBody>
      </p:sp>
    </p:spTree>
    <p:extLst>
      <p:ext uri="{BB962C8B-B14F-4D97-AF65-F5344CB8AC3E}">
        <p14:creationId xmlns:p14="http://schemas.microsoft.com/office/powerpoint/2010/main" val="1100982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64769-C9FF-A079-7ED9-33B89AB48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2E67DE-49B5-CF81-0797-FB86DE864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5F34C4-AD37-4000-4882-4967F5B304B4}"/>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17E095D-EDEC-6C91-1AF7-FB6038F81307}"/>
              </a:ext>
            </a:extLst>
          </p:cNvPr>
          <p:cNvSpPr>
            <a:spLocks noGrp="1"/>
          </p:cNvSpPr>
          <p:nvPr>
            <p:ph type="sldNum" sz="quarter" idx="5"/>
          </p:nvPr>
        </p:nvSpPr>
        <p:spPr/>
        <p:txBody>
          <a:bodyPr/>
          <a:lstStyle/>
          <a:p>
            <a:pPr>
              <a:defRPr/>
            </a:pPr>
            <a:fld id="{FF73AAAE-5F9A-4204-AFEA-00ECD2D60F92}" type="slidenum">
              <a:rPr lang="de-DE" altLang="de-DE" smtClean="0"/>
              <a:pPr>
                <a:defRPr/>
              </a:pPr>
              <a:t>14</a:t>
            </a:fld>
            <a:endParaRPr lang="de-DE" altLang="de-DE" dirty="0"/>
          </a:p>
        </p:txBody>
      </p:sp>
    </p:spTree>
    <p:extLst>
      <p:ext uri="{BB962C8B-B14F-4D97-AF65-F5344CB8AC3E}">
        <p14:creationId xmlns:p14="http://schemas.microsoft.com/office/powerpoint/2010/main" val="20944289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EE896-F4F4-7588-3A7C-33BE662D35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BC63DA-7417-99E3-D3E4-9C95D6510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EE78B-2413-EF44-6189-CF34A3B439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842F3C84-DC63-2DAC-92C0-315445C8946B}"/>
              </a:ext>
            </a:extLst>
          </p:cNvPr>
          <p:cNvSpPr>
            <a:spLocks noGrp="1"/>
          </p:cNvSpPr>
          <p:nvPr>
            <p:ph type="sldNum" sz="quarter" idx="5"/>
          </p:nvPr>
        </p:nvSpPr>
        <p:spPr/>
        <p:txBody>
          <a:bodyPr/>
          <a:lstStyle/>
          <a:p>
            <a:pPr>
              <a:defRPr/>
            </a:pPr>
            <a:fld id="{FF73AAAE-5F9A-4204-AFEA-00ECD2D60F92}" type="slidenum">
              <a:rPr lang="de-DE" altLang="de-DE" smtClean="0"/>
              <a:pPr>
                <a:defRPr/>
              </a:pPr>
              <a:t>15</a:t>
            </a:fld>
            <a:endParaRPr lang="de-DE" altLang="de-DE" dirty="0"/>
          </a:p>
        </p:txBody>
      </p:sp>
    </p:spTree>
    <p:extLst>
      <p:ext uri="{BB962C8B-B14F-4D97-AF65-F5344CB8AC3E}">
        <p14:creationId xmlns:p14="http://schemas.microsoft.com/office/powerpoint/2010/main" val="19789411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BF0CF4-813D-79E2-0F6C-174CE8BFD50F}"/>
              </a:ext>
            </a:extLst>
          </p:cNvPr>
          <p:cNvSpPr txBox="1">
            <a:spLocks noGrp="1"/>
          </p:cNvSpPr>
          <p:nvPr>
            <p:ph type="sldNum" sz="quarter" idx="5"/>
          </p:nvPr>
        </p:nvSpPr>
        <p:spPr>
          <a:ln/>
        </p:spPr>
        <p:txBody>
          <a:bodyPr vert="horz" lIns="0" tIns="0" rIns="0" bIns="0" anchor="b" anchorCtr="0">
            <a:noAutofit/>
          </a:bodyPr>
          <a:lstStyle/>
          <a:p>
            <a:pPr lvl="0"/>
            <a:fld id="{07ADB966-9205-5448-B418-E2221A6435FA}" type="slidenum">
              <a:t>16</a:t>
            </a:fld>
            <a:endParaRPr lang="en-US"/>
          </a:p>
        </p:txBody>
      </p:sp>
      <p:sp>
        <p:nvSpPr>
          <p:cNvPr id="2" name="Slide Image Placeholder 1">
            <a:extLst>
              <a:ext uri="{FF2B5EF4-FFF2-40B4-BE49-F238E27FC236}">
                <a16:creationId xmlns:a16="http://schemas.microsoft.com/office/drawing/2014/main" id="{C5AEC9E8-4B4F-1A65-BAA2-0FE0A58E395E}"/>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5317D7F-D69E-5C9F-4883-766E89386566}"/>
              </a:ext>
            </a:extLst>
          </p:cNvPr>
          <p:cNvSpPr txBox="1">
            <a:spLocks noGrp="1"/>
          </p:cNvSpPr>
          <p:nvPr>
            <p:ph type="body" sz="quarter" idx="1"/>
          </p:nvPr>
        </p:nvSpPr>
        <p:spPr/>
        <p:txBody>
          <a:bodyPr vert="horz">
            <a:noAutofit/>
          </a:bodyPr>
          <a:lstStyle/>
          <a:p>
            <a:pPr rtl="0"/>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E0CBF83-74B9-CB30-A107-E1B88B68B238}"/>
              </a:ext>
            </a:extLst>
          </p:cNvPr>
          <p:cNvSpPr txBox="1">
            <a:spLocks noGrp="1"/>
          </p:cNvSpPr>
          <p:nvPr>
            <p:ph type="sldNum" sz="quarter" idx="5"/>
          </p:nvPr>
        </p:nvSpPr>
        <p:spPr>
          <a:ln/>
        </p:spPr>
        <p:txBody>
          <a:bodyPr vert="horz" lIns="0" tIns="0" rIns="0" bIns="0" anchor="b" anchorCtr="0">
            <a:noAutofit/>
          </a:bodyPr>
          <a:lstStyle/>
          <a:p>
            <a:pPr lvl="0"/>
            <a:fld id="{7C216526-EE7B-8447-AB08-7B54545C5657}" type="slidenum">
              <a:t>17</a:t>
            </a:fld>
            <a:endParaRPr lang="en-US"/>
          </a:p>
        </p:txBody>
      </p:sp>
      <p:sp>
        <p:nvSpPr>
          <p:cNvPr id="2" name="Slide Image Placeholder 1">
            <a:extLst>
              <a:ext uri="{FF2B5EF4-FFF2-40B4-BE49-F238E27FC236}">
                <a16:creationId xmlns:a16="http://schemas.microsoft.com/office/drawing/2014/main" id="{35C08735-F342-75A7-D4DA-314C307512E9}"/>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708B65FB-2796-3F2D-38BC-593ACBFA4BF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1A900-F85A-B26E-36C4-DC2C41788B31}"/>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DE4ECE9-0D0F-D05C-D183-2EF55C272572}"/>
              </a:ext>
            </a:extLst>
          </p:cNvPr>
          <p:cNvSpPr txBox="1">
            <a:spLocks noGrp="1"/>
          </p:cNvSpPr>
          <p:nvPr>
            <p:ph type="sldNum" sz="quarter" idx="5"/>
          </p:nvPr>
        </p:nvSpPr>
        <p:spPr>
          <a:ln/>
        </p:spPr>
        <p:txBody>
          <a:bodyPr vert="horz" lIns="0" tIns="0" rIns="0" bIns="0" anchor="b" anchorCtr="0">
            <a:noAutofit/>
          </a:bodyPr>
          <a:lstStyle/>
          <a:p>
            <a:pPr lvl="0"/>
            <a:fld id="{7C216526-EE7B-8447-AB08-7B54545C5657}" type="slidenum">
              <a:t>18</a:t>
            </a:fld>
            <a:endParaRPr lang="en-US"/>
          </a:p>
        </p:txBody>
      </p:sp>
      <p:sp>
        <p:nvSpPr>
          <p:cNvPr id="2" name="Slide Image Placeholder 1">
            <a:extLst>
              <a:ext uri="{FF2B5EF4-FFF2-40B4-BE49-F238E27FC236}">
                <a16:creationId xmlns:a16="http://schemas.microsoft.com/office/drawing/2014/main" id="{C20C3DC9-277B-1227-348A-61398C64BD63}"/>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5A74280-BDE9-FD80-F2CE-F2F4E7990FEE}"/>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021068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B7FCF1F-4A34-F5FF-4945-4D301687DD19}"/>
              </a:ext>
            </a:extLst>
          </p:cNvPr>
          <p:cNvSpPr txBox="1">
            <a:spLocks noGrp="1"/>
          </p:cNvSpPr>
          <p:nvPr>
            <p:ph type="sldNum" sz="quarter" idx="5"/>
          </p:nvPr>
        </p:nvSpPr>
        <p:spPr>
          <a:ln/>
        </p:spPr>
        <p:txBody>
          <a:bodyPr vert="horz" lIns="0" tIns="0" rIns="0" bIns="0" anchor="b" anchorCtr="0">
            <a:noAutofit/>
          </a:bodyPr>
          <a:lstStyle/>
          <a:p>
            <a:pPr lvl="0"/>
            <a:fld id="{C4E1D51E-5BCB-8B48-8B2F-A4EFB3674DC4}" type="slidenum">
              <a:t>19</a:t>
            </a:fld>
            <a:endParaRPr lang="en-US"/>
          </a:p>
        </p:txBody>
      </p:sp>
      <p:sp>
        <p:nvSpPr>
          <p:cNvPr id="2" name="Slide Image Placeholder 1">
            <a:extLst>
              <a:ext uri="{FF2B5EF4-FFF2-40B4-BE49-F238E27FC236}">
                <a16:creationId xmlns:a16="http://schemas.microsoft.com/office/drawing/2014/main" id="{BA3B37C7-98D7-9B72-3899-AD5215F34C94}"/>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9602C2E3-C399-D443-3F83-B3DF5BFFF732}"/>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2F6999-5EBE-F2D5-6CD0-4C729BC65135}"/>
              </a:ext>
            </a:extLst>
          </p:cNvPr>
          <p:cNvSpPr txBox="1">
            <a:spLocks noGrp="1"/>
          </p:cNvSpPr>
          <p:nvPr>
            <p:ph type="sldNum" sz="quarter" idx="5"/>
          </p:nvPr>
        </p:nvSpPr>
        <p:spPr>
          <a:ln/>
        </p:spPr>
        <p:txBody>
          <a:bodyPr vert="horz" lIns="0" tIns="0" rIns="0" bIns="0" anchor="b" anchorCtr="0">
            <a:noAutofit/>
          </a:bodyPr>
          <a:lstStyle/>
          <a:p>
            <a:pPr lvl="0"/>
            <a:fld id="{50C3CE71-4546-8449-890D-A9D2DE4B8410}" type="slidenum">
              <a:t>20</a:t>
            </a:fld>
            <a:endParaRPr lang="en-US"/>
          </a:p>
        </p:txBody>
      </p:sp>
      <p:sp>
        <p:nvSpPr>
          <p:cNvPr id="2" name="Slide Image Placeholder 1">
            <a:extLst>
              <a:ext uri="{FF2B5EF4-FFF2-40B4-BE49-F238E27FC236}">
                <a16:creationId xmlns:a16="http://schemas.microsoft.com/office/drawing/2014/main" id="{66694C0E-2746-C359-60B0-1FB27FB20093}"/>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9B6836B9-52EC-9F20-B056-7F104C2D7831}"/>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88695-8DA3-77EC-2C74-94BF786B759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CC06C4D-88C1-5520-B7AA-3DA93425EDFE}"/>
              </a:ext>
            </a:extLst>
          </p:cNvPr>
          <p:cNvSpPr txBox="1">
            <a:spLocks noGrp="1"/>
          </p:cNvSpPr>
          <p:nvPr>
            <p:ph type="sldNum" sz="quarter" idx="5"/>
          </p:nvPr>
        </p:nvSpPr>
        <p:spPr>
          <a:ln/>
        </p:spPr>
        <p:txBody>
          <a:bodyPr vert="horz" lIns="0" tIns="0" rIns="0" bIns="0" anchor="b" anchorCtr="0">
            <a:noAutofit/>
          </a:bodyPr>
          <a:lstStyle/>
          <a:p>
            <a:pPr lvl="0"/>
            <a:fld id="{50C3CE71-4546-8449-890D-A9D2DE4B8410}" type="slidenum">
              <a:t>21</a:t>
            </a:fld>
            <a:endParaRPr lang="en-US"/>
          </a:p>
        </p:txBody>
      </p:sp>
      <p:sp>
        <p:nvSpPr>
          <p:cNvPr id="2" name="Slide Image Placeholder 1">
            <a:extLst>
              <a:ext uri="{FF2B5EF4-FFF2-40B4-BE49-F238E27FC236}">
                <a16:creationId xmlns:a16="http://schemas.microsoft.com/office/drawing/2014/main" id="{A4045FCD-3284-A036-E8C1-D9EFFEE07276}"/>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8920A671-5CD2-5D25-5243-16B68B463FCE}"/>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41317463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F7DB1-2340-090C-7B02-7703AF0FF62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5A550E2-7104-678E-13DC-1415041FBD66}"/>
              </a:ext>
            </a:extLst>
          </p:cNvPr>
          <p:cNvSpPr txBox="1">
            <a:spLocks noGrp="1"/>
          </p:cNvSpPr>
          <p:nvPr>
            <p:ph type="sldNum" sz="quarter" idx="5"/>
          </p:nvPr>
        </p:nvSpPr>
        <p:spPr>
          <a:ln/>
        </p:spPr>
        <p:txBody>
          <a:bodyPr vert="horz" lIns="0" tIns="0" rIns="0" bIns="0" anchor="b" anchorCtr="0">
            <a:noAutofit/>
          </a:bodyPr>
          <a:lstStyle/>
          <a:p>
            <a:pPr lvl="0"/>
            <a:fld id="{50C3CE71-4546-8449-890D-A9D2DE4B8410}" type="slidenum">
              <a:t>22</a:t>
            </a:fld>
            <a:endParaRPr lang="en-US"/>
          </a:p>
        </p:txBody>
      </p:sp>
      <p:sp>
        <p:nvSpPr>
          <p:cNvPr id="2" name="Slide Image Placeholder 1">
            <a:extLst>
              <a:ext uri="{FF2B5EF4-FFF2-40B4-BE49-F238E27FC236}">
                <a16:creationId xmlns:a16="http://schemas.microsoft.com/office/drawing/2014/main" id="{5C5B886E-7109-556C-978F-42B1BE2D6715}"/>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84E2EAC-EC37-BD49-0807-F09138503A82}"/>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5269962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0E2F6-F458-B07C-CE69-0A1ED290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3AE0EEE-A93F-CB8E-4A7B-F5E8735E4365}"/>
              </a:ext>
            </a:extLst>
          </p:cNvPr>
          <p:cNvSpPr txBox="1">
            <a:spLocks noGrp="1"/>
          </p:cNvSpPr>
          <p:nvPr>
            <p:ph type="sldNum" sz="quarter" idx="5"/>
          </p:nvPr>
        </p:nvSpPr>
        <p:spPr>
          <a:ln/>
        </p:spPr>
        <p:txBody>
          <a:bodyPr vert="horz" lIns="0" tIns="0" rIns="0" bIns="0" anchor="b" anchorCtr="0">
            <a:noAutofit/>
          </a:bodyPr>
          <a:lstStyle/>
          <a:p>
            <a:pPr lvl="0"/>
            <a:fld id="{50C3CE71-4546-8449-890D-A9D2DE4B8410}" type="slidenum">
              <a:t>23</a:t>
            </a:fld>
            <a:endParaRPr lang="en-US"/>
          </a:p>
        </p:txBody>
      </p:sp>
      <p:sp>
        <p:nvSpPr>
          <p:cNvPr id="2" name="Slide Image Placeholder 1">
            <a:extLst>
              <a:ext uri="{FF2B5EF4-FFF2-40B4-BE49-F238E27FC236}">
                <a16:creationId xmlns:a16="http://schemas.microsoft.com/office/drawing/2014/main" id="{9B7DF9DF-04E4-236F-5C53-9C9F5BF245B1}"/>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E9F4637-86BB-FD8A-91FC-F896C758924B}"/>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7709838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AEE66F-D120-6B0F-6188-77814244C51A}"/>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FD9F981-3EF3-701B-2A60-A00BFB622B36}"/>
              </a:ext>
            </a:extLst>
          </p:cNvPr>
          <p:cNvSpPr txBox="1">
            <a:spLocks noGrp="1"/>
          </p:cNvSpPr>
          <p:nvPr>
            <p:ph type="sldNum" sz="quarter" idx="5"/>
          </p:nvPr>
        </p:nvSpPr>
        <p:spPr>
          <a:ln/>
        </p:spPr>
        <p:txBody>
          <a:bodyPr vert="horz" lIns="0" tIns="0" rIns="0" bIns="0" anchor="b" anchorCtr="0">
            <a:noAutofit/>
          </a:bodyPr>
          <a:lstStyle/>
          <a:p>
            <a:pPr lvl="0"/>
            <a:fld id="{50C3CE71-4546-8449-890D-A9D2DE4B8410}" type="slidenum">
              <a:t>24</a:t>
            </a:fld>
            <a:endParaRPr lang="en-US"/>
          </a:p>
        </p:txBody>
      </p:sp>
      <p:sp>
        <p:nvSpPr>
          <p:cNvPr id="2" name="Slide Image Placeholder 1">
            <a:extLst>
              <a:ext uri="{FF2B5EF4-FFF2-40B4-BE49-F238E27FC236}">
                <a16:creationId xmlns:a16="http://schemas.microsoft.com/office/drawing/2014/main" id="{56F30194-16CB-02A2-1012-3AAB4A75389C}"/>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D313EB9-87AA-3283-E4B7-2417679D3C33}"/>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0011611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C4A5A-F95E-983B-CA89-85A7024FD6F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913FDE6-0AFD-BAF0-A3B8-A269D95D8397}"/>
              </a:ext>
            </a:extLst>
          </p:cNvPr>
          <p:cNvSpPr txBox="1">
            <a:spLocks noGrp="1"/>
          </p:cNvSpPr>
          <p:nvPr>
            <p:ph type="sldNum" sz="quarter" idx="5"/>
          </p:nvPr>
        </p:nvSpPr>
        <p:spPr>
          <a:ln/>
        </p:spPr>
        <p:txBody>
          <a:bodyPr vert="horz" lIns="0" tIns="0" rIns="0" bIns="0" anchor="b" anchorCtr="0">
            <a:noAutofit/>
          </a:bodyPr>
          <a:lstStyle/>
          <a:p>
            <a:pPr lvl="0"/>
            <a:fld id="{50C3CE71-4546-8449-890D-A9D2DE4B8410}" type="slidenum">
              <a:t>25</a:t>
            </a:fld>
            <a:endParaRPr lang="en-US"/>
          </a:p>
        </p:txBody>
      </p:sp>
      <p:sp>
        <p:nvSpPr>
          <p:cNvPr id="2" name="Slide Image Placeholder 1">
            <a:extLst>
              <a:ext uri="{FF2B5EF4-FFF2-40B4-BE49-F238E27FC236}">
                <a16:creationId xmlns:a16="http://schemas.microsoft.com/office/drawing/2014/main" id="{DAE51CB7-9A5E-FF42-0CAD-EB01950EA97F}"/>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96C22405-7412-707B-46F5-F16A457CCA92}"/>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621349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103C2-6892-E033-0292-80B069D15751}"/>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CE4A75B-602B-AEC4-8385-9780105FB359}"/>
              </a:ext>
            </a:extLst>
          </p:cNvPr>
          <p:cNvSpPr txBox="1">
            <a:spLocks noGrp="1"/>
          </p:cNvSpPr>
          <p:nvPr>
            <p:ph type="sldNum" sz="quarter" idx="5"/>
          </p:nvPr>
        </p:nvSpPr>
        <p:spPr>
          <a:ln/>
        </p:spPr>
        <p:txBody>
          <a:bodyPr vert="horz" lIns="0" tIns="0" rIns="0" bIns="0" anchor="b" anchorCtr="0">
            <a:noAutofit/>
          </a:bodyPr>
          <a:lstStyle/>
          <a:p>
            <a:pPr lvl="0"/>
            <a:fld id="{50C3CE71-4546-8449-890D-A9D2DE4B8410}" type="slidenum">
              <a:t>26</a:t>
            </a:fld>
            <a:endParaRPr lang="en-US"/>
          </a:p>
        </p:txBody>
      </p:sp>
      <p:sp>
        <p:nvSpPr>
          <p:cNvPr id="2" name="Slide Image Placeholder 1">
            <a:extLst>
              <a:ext uri="{FF2B5EF4-FFF2-40B4-BE49-F238E27FC236}">
                <a16:creationId xmlns:a16="http://schemas.microsoft.com/office/drawing/2014/main" id="{D3E007D8-04CC-4CB4-38ED-D3BCE4346C99}"/>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E074A2C-E743-6C74-9E22-A0E71CFB4A4B}"/>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6999372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PlaceHolder 1"/>
          <p:cNvSpPr>
            <a:spLocks noGrp="1" noRot="1" noChangeAspect="1"/>
          </p:cNvSpPr>
          <p:nvPr>
            <p:ph type="sldImg"/>
          </p:nvPr>
        </p:nvSpPr>
        <p:spPr>
          <a:xfrm>
            <a:off x="382588" y="695325"/>
            <a:ext cx="6092825" cy="3427413"/>
          </a:xfrm>
          <a:prstGeom prst="rect">
            <a:avLst/>
          </a:prstGeom>
          <a:ln w="0">
            <a:noFill/>
          </a:ln>
        </p:spPr>
      </p:sp>
      <p:sp>
        <p:nvSpPr>
          <p:cNvPr id="19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Insert heatmap here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2E327-0D0C-F5F3-FDB8-5B6393D4A99B}"/>
            </a:ext>
          </a:extLst>
        </p:cNvPr>
        <p:cNvGrpSpPr/>
        <p:nvPr/>
      </p:nvGrpSpPr>
      <p:grpSpPr>
        <a:xfrm>
          <a:off x="0" y="0"/>
          <a:ext cx="0" cy="0"/>
          <a:chOff x="0" y="0"/>
          <a:chExt cx="0" cy="0"/>
        </a:xfrm>
      </p:grpSpPr>
      <p:sp>
        <p:nvSpPr>
          <p:cNvPr id="192" name="PlaceHolder 1">
            <a:extLst>
              <a:ext uri="{FF2B5EF4-FFF2-40B4-BE49-F238E27FC236}">
                <a16:creationId xmlns:a16="http://schemas.microsoft.com/office/drawing/2014/main" id="{B097FDCC-6D51-977D-A1E0-9A32EE21401E}"/>
              </a:ext>
            </a:extLst>
          </p:cNvPr>
          <p:cNvSpPr>
            <a:spLocks noGrp="1" noRot="1" noChangeAspect="1"/>
          </p:cNvSpPr>
          <p:nvPr>
            <p:ph type="sldImg"/>
          </p:nvPr>
        </p:nvSpPr>
        <p:spPr>
          <a:xfrm>
            <a:off x="382588" y="695325"/>
            <a:ext cx="6092825" cy="3427413"/>
          </a:xfrm>
          <a:prstGeom prst="rect">
            <a:avLst/>
          </a:prstGeom>
          <a:ln w="0">
            <a:noFill/>
          </a:ln>
        </p:spPr>
      </p:sp>
      <p:sp>
        <p:nvSpPr>
          <p:cNvPr id="193" name="PlaceHolder 2">
            <a:extLst>
              <a:ext uri="{FF2B5EF4-FFF2-40B4-BE49-F238E27FC236}">
                <a16:creationId xmlns:a16="http://schemas.microsoft.com/office/drawing/2014/main" id="{700E879B-C99C-2588-42CE-E80328B73114}"/>
              </a:ext>
            </a:extLst>
          </p:cNvPr>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Insert heatmap here</a:t>
            </a:r>
          </a:p>
        </p:txBody>
      </p:sp>
    </p:spTree>
    <p:extLst>
      <p:ext uri="{BB962C8B-B14F-4D97-AF65-F5344CB8AC3E}">
        <p14:creationId xmlns:p14="http://schemas.microsoft.com/office/powerpoint/2010/main" val="22756790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84280-BF61-C467-FFC0-B9DDF817E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8C8EB-B1D3-E1B5-82F4-7A51E2428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3F272-7A6E-3877-0350-36B3C34868EE}"/>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8E9349CD-B2D4-114E-941A-B8EBDC819D90}"/>
              </a:ext>
            </a:extLst>
          </p:cNvPr>
          <p:cNvSpPr>
            <a:spLocks noGrp="1"/>
          </p:cNvSpPr>
          <p:nvPr>
            <p:ph type="sldNum" sz="quarter" idx="5"/>
          </p:nvPr>
        </p:nvSpPr>
        <p:spPr/>
        <p:txBody>
          <a:bodyPr/>
          <a:lstStyle/>
          <a:p>
            <a:pPr>
              <a:defRPr/>
            </a:pPr>
            <a:fld id="{FF73AAAE-5F9A-4204-AFEA-00ECD2D60F92}" type="slidenum">
              <a:rPr lang="de-DE" altLang="de-DE" smtClean="0"/>
              <a:pPr>
                <a:defRPr/>
              </a:pPr>
              <a:t>33</a:t>
            </a:fld>
            <a:endParaRPr lang="de-DE" altLang="de-DE" dirty="0"/>
          </a:p>
        </p:txBody>
      </p:sp>
    </p:spTree>
    <p:extLst>
      <p:ext uri="{BB962C8B-B14F-4D97-AF65-F5344CB8AC3E}">
        <p14:creationId xmlns:p14="http://schemas.microsoft.com/office/powerpoint/2010/main" val="1118444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35</a:t>
            </a:fld>
            <a:endParaRPr lang="de-DE" altLang="de-DE" dirty="0"/>
          </a:p>
        </p:txBody>
      </p:sp>
    </p:spTree>
    <p:extLst>
      <p:ext uri="{BB962C8B-B14F-4D97-AF65-F5344CB8AC3E}">
        <p14:creationId xmlns:p14="http://schemas.microsoft.com/office/powerpoint/2010/main" val="12416414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36</a:t>
            </a:fld>
            <a:endParaRPr lang="de-DE" altLang="de-DE" dirty="0"/>
          </a:p>
        </p:txBody>
      </p:sp>
    </p:spTree>
    <p:extLst>
      <p:ext uri="{BB962C8B-B14F-4D97-AF65-F5344CB8AC3E}">
        <p14:creationId xmlns:p14="http://schemas.microsoft.com/office/powerpoint/2010/main" val="38655844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470A143-F8B0-5127-BB81-AC77281098FC}"/>
              </a:ext>
            </a:extLst>
          </p:cNvPr>
          <p:cNvSpPr txBox="1">
            <a:spLocks noGrp="1"/>
          </p:cNvSpPr>
          <p:nvPr>
            <p:ph type="sldNum" sz="quarter" idx="5"/>
          </p:nvPr>
        </p:nvSpPr>
        <p:spPr>
          <a:ln/>
        </p:spPr>
        <p:txBody>
          <a:bodyPr vert="horz" lIns="0" tIns="0" rIns="0" bIns="0" anchor="b" anchorCtr="0">
            <a:noAutofit/>
          </a:bodyPr>
          <a:lstStyle/>
          <a:p>
            <a:pPr lvl="0"/>
            <a:fld id="{157B4417-CBA6-F244-A320-89119E8DBD46}" type="slidenum">
              <a:t>40</a:t>
            </a:fld>
            <a:endParaRPr lang="en-US"/>
          </a:p>
        </p:txBody>
      </p:sp>
      <p:sp>
        <p:nvSpPr>
          <p:cNvPr id="2" name="Slide Image Placeholder 1">
            <a:extLst>
              <a:ext uri="{FF2B5EF4-FFF2-40B4-BE49-F238E27FC236}">
                <a16:creationId xmlns:a16="http://schemas.microsoft.com/office/drawing/2014/main" id="{4F5EEFE4-02A5-47B8-6923-0198B658C14B}"/>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A30ABFB-C716-9323-CA1F-0BFBF1C9C5F1}"/>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CFB4EBB-15D1-AC07-FEBD-39B35C6C66E3}"/>
              </a:ext>
            </a:extLst>
          </p:cNvPr>
          <p:cNvSpPr txBox="1">
            <a:spLocks noGrp="1"/>
          </p:cNvSpPr>
          <p:nvPr>
            <p:ph type="sldNum" sz="quarter" idx="5"/>
          </p:nvPr>
        </p:nvSpPr>
        <p:spPr>
          <a:ln/>
        </p:spPr>
        <p:txBody>
          <a:bodyPr vert="horz" lIns="0" tIns="0" rIns="0" bIns="0" anchor="b" anchorCtr="0">
            <a:noAutofit/>
          </a:bodyPr>
          <a:lstStyle/>
          <a:p>
            <a:pPr lvl="0"/>
            <a:fld id="{92DC4DE7-A64C-754A-B466-6BF94F2CDC59}" type="slidenum">
              <a:t>41</a:t>
            </a:fld>
            <a:endParaRPr lang="en-US"/>
          </a:p>
        </p:txBody>
      </p:sp>
      <p:sp>
        <p:nvSpPr>
          <p:cNvPr id="2" name="Slide Image Placeholder 1">
            <a:extLst>
              <a:ext uri="{FF2B5EF4-FFF2-40B4-BE49-F238E27FC236}">
                <a16:creationId xmlns:a16="http://schemas.microsoft.com/office/drawing/2014/main" id="{279F47B6-1387-8547-8788-3F0F3BEB5F9E}"/>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73F6F147-CB34-9277-24EC-D674C9D6BA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7DC27-14C4-9050-478A-373956E17373}"/>
              </a:ext>
            </a:extLst>
          </p:cNvPr>
          <p:cNvSpPr txBox="1">
            <a:spLocks noGrp="1"/>
          </p:cNvSpPr>
          <p:nvPr>
            <p:ph type="sldNum" sz="quarter" idx="5"/>
          </p:nvPr>
        </p:nvSpPr>
        <p:spPr>
          <a:ln/>
        </p:spPr>
        <p:txBody>
          <a:bodyPr vert="horz" lIns="0" tIns="0" rIns="0" bIns="0" anchor="b" anchorCtr="0">
            <a:noAutofit/>
          </a:bodyPr>
          <a:lstStyle/>
          <a:p>
            <a:pPr lvl="0"/>
            <a:fld id="{362571CD-1E3D-6A46-B722-57853AB4DE90}" type="slidenum">
              <a:t>42</a:t>
            </a:fld>
            <a:endParaRPr lang="en-US"/>
          </a:p>
        </p:txBody>
      </p:sp>
      <p:sp>
        <p:nvSpPr>
          <p:cNvPr id="2" name="Slide Image Placeholder 1">
            <a:extLst>
              <a:ext uri="{FF2B5EF4-FFF2-40B4-BE49-F238E27FC236}">
                <a16:creationId xmlns:a16="http://schemas.microsoft.com/office/drawing/2014/main" id="{B93F9BE4-3DD1-7F55-C226-A5284C863E97}"/>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EB9F677A-4F7B-BC6F-06DF-02C59DE56C55}"/>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24C1783-A1C9-152D-C0BA-6AB8695227DC}"/>
              </a:ext>
            </a:extLst>
          </p:cNvPr>
          <p:cNvSpPr txBox="1">
            <a:spLocks noGrp="1"/>
          </p:cNvSpPr>
          <p:nvPr>
            <p:ph type="sldNum" sz="quarter" idx="5"/>
          </p:nvPr>
        </p:nvSpPr>
        <p:spPr>
          <a:ln/>
        </p:spPr>
        <p:txBody>
          <a:bodyPr vert="horz" lIns="0" tIns="0" rIns="0" bIns="0" anchor="b" anchorCtr="0">
            <a:noAutofit/>
          </a:bodyPr>
          <a:lstStyle/>
          <a:p>
            <a:pPr lvl="0"/>
            <a:fld id="{43872F96-E7E4-4849-863C-33394BE00ADA}" type="slidenum">
              <a:t>43</a:t>
            </a:fld>
            <a:endParaRPr lang="en-US"/>
          </a:p>
        </p:txBody>
      </p:sp>
      <p:sp>
        <p:nvSpPr>
          <p:cNvPr id="2" name="Slide Image Placeholder 1">
            <a:extLst>
              <a:ext uri="{FF2B5EF4-FFF2-40B4-BE49-F238E27FC236}">
                <a16:creationId xmlns:a16="http://schemas.microsoft.com/office/drawing/2014/main" id="{573F3F65-6950-B52C-7A38-F99619E4955D}"/>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C28C49CA-EAF8-CB9E-EECC-68947E8452FB}"/>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7732807-F38F-E024-487D-A6499C34C619}"/>
              </a:ext>
            </a:extLst>
          </p:cNvPr>
          <p:cNvSpPr txBox="1">
            <a:spLocks noGrp="1"/>
          </p:cNvSpPr>
          <p:nvPr>
            <p:ph type="sldNum" sz="quarter" idx="5"/>
          </p:nvPr>
        </p:nvSpPr>
        <p:spPr>
          <a:ln/>
        </p:spPr>
        <p:txBody>
          <a:bodyPr vert="horz" lIns="0" tIns="0" rIns="0" bIns="0" anchor="b" anchorCtr="0">
            <a:noAutofit/>
          </a:bodyPr>
          <a:lstStyle/>
          <a:p>
            <a:pPr lvl="0"/>
            <a:fld id="{53AFE186-04C3-6540-B812-893D6D3192B2}" type="slidenum">
              <a:t>44</a:t>
            </a:fld>
            <a:endParaRPr lang="en-US"/>
          </a:p>
        </p:txBody>
      </p:sp>
      <p:sp>
        <p:nvSpPr>
          <p:cNvPr id="2" name="Slide Image Placeholder 1">
            <a:extLst>
              <a:ext uri="{FF2B5EF4-FFF2-40B4-BE49-F238E27FC236}">
                <a16:creationId xmlns:a16="http://schemas.microsoft.com/office/drawing/2014/main" id="{F3D1D854-7050-D180-F571-208C3C7B0EB1}"/>
              </a:ext>
            </a:extLst>
          </p:cNvPr>
          <p:cNvSpPr>
            <a:spLocks noGrp="1" noRot="1" noChangeAspect="1" noResize="1"/>
          </p:cNvSpPr>
          <p:nvPr>
            <p:ph type="sldImg"/>
          </p:nvPr>
        </p:nvSpPr>
        <p:spPr>
          <a:xfrm>
            <a:off x="533400" y="763588"/>
            <a:ext cx="6704013" cy="3771900"/>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2939A2E-F509-3497-8F6A-596303FC46B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pic>
        <p:nvPicPr>
          <p:cNvPr id="6" name="Bild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39002" y="0"/>
            <a:ext cx="3524250" cy="5157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295687" y="2078847"/>
            <a:ext cx="8092705" cy="1487313"/>
          </a:xfrm>
        </p:spPr>
        <p:txBody>
          <a:bodyPr anchor="t"/>
          <a:lstStyle>
            <a:lvl1pPr>
              <a:defRPr sz="2800" b="1">
                <a:solidFill>
                  <a:schemeClr val="tx1"/>
                </a:solidFill>
                <a:latin typeface="Arial"/>
                <a:cs typeface="Arial"/>
              </a:defRPr>
            </a:lvl1pPr>
          </a:lstStyle>
          <a:p>
            <a:r>
              <a:rPr lang="en-GB"/>
              <a:t>Click to edit Master title style</a:t>
            </a:r>
            <a:endParaRPr lang="de-DE" dirty="0"/>
          </a:p>
        </p:txBody>
      </p:sp>
      <p:sp>
        <p:nvSpPr>
          <p:cNvPr id="3" name="Untertitel 2"/>
          <p:cNvSpPr>
            <a:spLocks noGrp="1"/>
          </p:cNvSpPr>
          <p:nvPr>
            <p:ph type="subTitle" idx="1"/>
          </p:nvPr>
        </p:nvSpPr>
        <p:spPr>
          <a:xfrm>
            <a:off x="295687" y="1606876"/>
            <a:ext cx="6400800" cy="471971"/>
          </a:xfrm>
        </p:spPr>
        <p:txBody>
          <a:bodyPr anchor="b">
            <a:noAutofit/>
          </a:bodyPr>
          <a:lstStyle>
            <a:lvl1pPr marL="0" indent="0" algn="l">
              <a:buNone/>
              <a:defRPr sz="1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de-DE" dirty="0"/>
          </a:p>
        </p:txBody>
      </p:sp>
      <p:sp>
        <p:nvSpPr>
          <p:cNvPr id="8" name="Bildplatzhalter 7"/>
          <p:cNvSpPr>
            <a:spLocks noGrp="1"/>
          </p:cNvSpPr>
          <p:nvPr>
            <p:ph type="pic" sz="quarter" idx="11"/>
          </p:nvPr>
        </p:nvSpPr>
        <p:spPr>
          <a:xfrm>
            <a:off x="295687" y="4439286"/>
            <a:ext cx="2098597" cy="517525"/>
          </a:xfrm>
        </p:spPr>
        <p:txBody>
          <a:bodyPr>
            <a:noAutofit/>
          </a:bodyPr>
          <a:lstStyle>
            <a:lvl1pPr marL="0" indent="0" algn="l">
              <a:defRPr/>
            </a:lvl1pPr>
          </a:lstStyle>
          <a:p>
            <a:pPr lvl="0"/>
            <a:r>
              <a:rPr lang="en-GB" noProof="0"/>
              <a:t>Click icon to add picture</a:t>
            </a:r>
            <a:endParaRPr lang="de-DE" noProof="0" dirty="0"/>
          </a:p>
        </p:txBody>
      </p:sp>
      <p:sp>
        <p:nvSpPr>
          <p:cNvPr id="9" name="Bildplatzhalter 7"/>
          <p:cNvSpPr>
            <a:spLocks noGrp="1"/>
          </p:cNvSpPr>
          <p:nvPr>
            <p:ph type="pic" sz="quarter" idx="12"/>
          </p:nvPr>
        </p:nvSpPr>
        <p:spPr>
          <a:xfrm>
            <a:off x="2453698" y="4444369"/>
            <a:ext cx="2184476" cy="517525"/>
          </a:xfrm>
        </p:spPr>
        <p:txBody>
          <a:bodyPr>
            <a:noAutofit/>
          </a:bodyPr>
          <a:lstStyle>
            <a:lvl1pPr marL="0" indent="0" algn="l">
              <a:defRPr/>
            </a:lvl1pPr>
          </a:lstStyle>
          <a:p>
            <a:pPr lvl="0"/>
            <a:r>
              <a:rPr lang="en-GB" noProof="0"/>
              <a:t>Click icon to add picture</a:t>
            </a:r>
            <a:endParaRPr lang="de-DE" noProof="0" dirty="0"/>
          </a:p>
        </p:txBody>
      </p:sp>
    </p:spTree>
    <p:extLst>
      <p:ext uri="{BB962C8B-B14F-4D97-AF65-F5344CB8AC3E}">
        <p14:creationId xmlns:p14="http://schemas.microsoft.com/office/powerpoint/2010/main" val="2264158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Zwischenfolie rechts">
    <p:spTree>
      <p:nvGrpSpPr>
        <p:cNvPr id="1" name=""/>
        <p:cNvGrpSpPr/>
        <p:nvPr/>
      </p:nvGrpSpPr>
      <p:grpSpPr>
        <a:xfrm>
          <a:off x="0" y="0"/>
          <a:ext cx="0" cy="0"/>
          <a:chOff x="0" y="0"/>
          <a:chExt cx="0" cy="0"/>
        </a:xfrm>
      </p:grpSpPr>
      <p:sp>
        <p:nvSpPr>
          <p:cNvPr id="14" name="Textplatzhalter 4"/>
          <p:cNvSpPr>
            <a:spLocks noGrp="1"/>
          </p:cNvSpPr>
          <p:nvPr>
            <p:ph type="body" sz="quarter" idx="13"/>
          </p:nvPr>
        </p:nvSpPr>
        <p:spPr bwMode="auto">
          <a:xfrm>
            <a:off x="3501688" y="-5922"/>
            <a:ext cx="5654316" cy="5152775"/>
          </a:xfrm>
          <a:custGeom>
            <a:avLst/>
            <a:gdLst>
              <a:gd name="connsiteX0" fmla="*/ 0 w 2419350"/>
              <a:gd name="connsiteY0" fmla="*/ 5172957 h 5172957"/>
              <a:gd name="connsiteX1" fmla="*/ 604838 w 2419350"/>
              <a:gd name="connsiteY1" fmla="*/ 0 h 5172957"/>
              <a:gd name="connsiteX2" fmla="*/ 1814513 w 2419350"/>
              <a:gd name="connsiteY2" fmla="*/ 0 h 5172957"/>
              <a:gd name="connsiteX3" fmla="*/ 2419350 w 2419350"/>
              <a:gd name="connsiteY3" fmla="*/ 5172957 h 5172957"/>
              <a:gd name="connsiteX4" fmla="*/ 0 w 2419350"/>
              <a:gd name="connsiteY4" fmla="*/ 5172957 h 5172957"/>
              <a:gd name="connsiteX0" fmla="*/ 0 w 2439138"/>
              <a:gd name="connsiteY0" fmla="*/ 5172957 h 5172957"/>
              <a:gd name="connsiteX1" fmla="*/ 604838 w 2439138"/>
              <a:gd name="connsiteY1" fmla="*/ 0 h 5172957"/>
              <a:gd name="connsiteX2" fmla="*/ 2439138 w 2439138"/>
              <a:gd name="connsiteY2" fmla="*/ 6439 h 5172957"/>
              <a:gd name="connsiteX3" fmla="*/ 2419350 w 2439138"/>
              <a:gd name="connsiteY3" fmla="*/ 5172957 h 5172957"/>
              <a:gd name="connsiteX4" fmla="*/ 0 w 2439138"/>
              <a:gd name="connsiteY4" fmla="*/ 5172957 h 5172957"/>
              <a:gd name="connsiteX0" fmla="*/ 3226626 w 5665764"/>
              <a:gd name="connsiteY0" fmla="*/ 5166518 h 5166518"/>
              <a:gd name="connsiteX1" fmla="*/ 0 w 5665764"/>
              <a:gd name="connsiteY1" fmla="*/ 6440 h 5166518"/>
              <a:gd name="connsiteX2" fmla="*/ 5665764 w 5665764"/>
              <a:gd name="connsiteY2" fmla="*/ 0 h 5166518"/>
              <a:gd name="connsiteX3" fmla="*/ 5645976 w 5665764"/>
              <a:gd name="connsiteY3" fmla="*/ 5166518 h 5166518"/>
              <a:gd name="connsiteX4" fmla="*/ 3226626 w 5665764"/>
              <a:gd name="connsiteY4" fmla="*/ 5166518 h 5166518"/>
              <a:gd name="connsiteX0" fmla="*/ 2421696 w 5665764"/>
              <a:gd name="connsiteY0" fmla="*/ 5192275 h 5192275"/>
              <a:gd name="connsiteX1" fmla="*/ 0 w 5665764"/>
              <a:gd name="connsiteY1" fmla="*/ 6440 h 5192275"/>
              <a:gd name="connsiteX2" fmla="*/ 5665764 w 5665764"/>
              <a:gd name="connsiteY2" fmla="*/ 0 h 5192275"/>
              <a:gd name="connsiteX3" fmla="*/ 5645976 w 5665764"/>
              <a:gd name="connsiteY3" fmla="*/ 5166518 h 5192275"/>
              <a:gd name="connsiteX4" fmla="*/ 2421696 w 5665764"/>
              <a:gd name="connsiteY4" fmla="*/ 5192275 h 5192275"/>
              <a:gd name="connsiteX0" fmla="*/ 2421696 w 5665764"/>
              <a:gd name="connsiteY0" fmla="*/ 5183177 h 5183177"/>
              <a:gd name="connsiteX1" fmla="*/ 0 w 5665764"/>
              <a:gd name="connsiteY1" fmla="*/ 6440 h 5183177"/>
              <a:gd name="connsiteX2" fmla="*/ 5665764 w 5665764"/>
              <a:gd name="connsiteY2" fmla="*/ 0 h 5183177"/>
              <a:gd name="connsiteX3" fmla="*/ 5645976 w 5665764"/>
              <a:gd name="connsiteY3" fmla="*/ 5166518 h 5183177"/>
              <a:gd name="connsiteX4" fmla="*/ 2421696 w 5665764"/>
              <a:gd name="connsiteY4" fmla="*/ 5183177 h 5183177"/>
              <a:gd name="connsiteX0" fmla="*/ 2421696 w 5665764"/>
              <a:gd name="connsiteY0" fmla="*/ 5174079 h 5174079"/>
              <a:gd name="connsiteX1" fmla="*/ 0 w 5665764"/>
              <a:gd name="connsiteY1" fmla="*/ 6440 h 5174079"/>
              <a:gd name="connsiteX2" fmla="*/ 5665764 w 5665764"/>
              <a:gd name="connsiteY2" fmla="*/ 0 h 5174079"/>
              <a:gd name="connsiteX3" fmla="*/ 5645976 w 5665764"/>
              <a:gd name="connsiteY3" fmla="*/ 5166518 h 5174079"/>
              <a:gd name="connsiteX4" fmla="*/ 2421696 w 5665764"/>
              <a:gd name="connsiteY4" fmla="*/ 5174079 h 5174079"/>
              <a:gd name="connsiteX0" fmla="*/ 2417147 w 5665764"/>
              <a:gd name="connsiteY0" fmla="*/ 5169530 h 5169530"/>
              <a:gd name="connsiteX1" fmla="*/ 0 w 5665764"/>
              <a:gd name="connsiteY1" fmla="*/ 6440 h 5169530"/>
              <a:gd name="connsiteX2" fmla="*/ 5665764 w 5665764"/>
              <a:gd name="connsiteY2" fmla="*/ 0 h 5169530"/>
              <a:gd name="connsiteX3" fmla="*/ 5645976 w 5665764"/>
              <a:gd name="connsiteY3" fmla="*/ 5166518 h 5169530"/>
              <a:gd name="connsiteX4" fmla="*/ 2417147 w 5665764"/>
              <a:gd name="connsiteY4" fmla="*/ 5169530 h 5169530"/>
              <a:gd name="connsiteX0" fmla="*/ 2417147 w 5652116"/>
              <a:gd name="connsiteY0" fmla="*/ 5164981 h 5164981"/>
              <a:gd name="connsiteX1" fmla="*/ 0 w 5652116"/>
              <a:gd name="connsiteY1" fmla="*/ 1891 h 5164981"/>
              <a:gd name="connsiteX2" fmla="*/ 5652116 w 5652116"/>
              <a:gd name="connsiteY2" fmla="*/ 0 h 5164981"/>
              <a:gd name="connsiteX3" fmla="*/ 5645976 w 5652116"/>
              <a:gd name="connsiteY3" fmla="*/ 5161969 h 5164981"/>
              <a:gd name="connsiteX4" fmla="*/ 2417147 w 5652116"/>
              <a:gd name="connsiteY4" fmla="*/ 5164981 h 5164981"/>
              <a:gd name="connsiteX0" fmla="*/ 2417147 w 5646219"/>
              <a:gd name="connsiteY0" fmla="*/ 5163090 h 5163090"/>
              <a:gd name="connsiteX1" fmla="*/ 0 w 5646219"/>
              <a:gd name="connsiteY1" fmla="*/ 0 h 5163090"/>
              <a:gd name="connsiteX2" fmla="*/ 5638468 w 5646219"/>
              <a:gd name="connsiteY2" fmla="*/ 11757 h 5163090"/>
              <a:gd name="connsiteX3" fmla="*/ 5645976 w 5646219"/>
              <a:gd name="connsiteY3" fmla="*/ 5160078 h 5163090"/>
              <a:gd name="connsiteX4" fmla="*/ 2417147 w 5646219"/>
              <a:gd name="connsiteY4" fmla="*/ 5163090 h 5163090"/>
              <a:gd name="connsiteX0" fmla="*/ 2417147 w 5646219"/>
              <a:gd name="connsiteY0" fmla="*/ 5164981 h 5164981"/>
              <a:gd name="connsiteX1" fmla="*/ 0 w 5646219"/>
              <a:gd name="connsiteY1" fmla="*/ 1891 h 5164981"/>
              <a:gd name="connsiteX2" fmla="*/ 5638468 w 5646219"/>
              <a:gd name="connsiteY2" fmla="*/ 0 h 5164981"/>
              <a:gd name="connsiteX3" fmla="*/ 5645976 w 5646219"/>
              <a:gd name="connsiteY3" fmla="*/ 5161969 h 5164981"/>
              <a:gd name="connsiteX4" fmla="*/ 2417147 w 5646219"/>
              <a:gd name="connsiteY4" fmla="*/ 5164981 h 5164981"/>
              <a:gd name="connsiteX0" fmla="*/ 2417147 w 5641803"/>
              <a:gd name="connsiteY0" fmla="*/ 5164981 h 5164981"/>
              <a:gd name="connsiteX1" fmla="*/ 0 w 5641803"/>
              <a:gd name="connsiteY1" fmla="*/ 1891 h 5164981"/>
              <a:gd name="connsiteX2" fmla="*/ 5638468 w 5641803"/>
              <a:gd name="connsiteY2" fmla="*/ 0 h 5164981"/>
              <a:gd name="connsiteX3" fmla="*/ 5641426 w 5641803"/>
              <a:gd name="connsiteY3" fmla="*/ 5161969 h 5164981"/>
              <a:gd name="connsiteX4" fmla="*/ 2417147 w 5641803"/>
              <a:gd name="connsiteY4" fmla="*/ 5164981 h 5164981"/>
              <a:gd name="connsiteX0" fmla="*/ 2417147 w 5643017"/>
              <a:gd name="connsiteY0" fmla="*/ 5174079 h 5174079"/>
              <a:gd name="connsiteX1" fmla="*/ 0 w 5643017"/>
              <a:gd name="connsiteY1" fmla="*/ 1098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43017"/>
              <a:gd name="connsiteY0" fmla="*/ 5174079 h 5174079"/>
              <a:gd name="connsiteX1" fmla="*/ 0 w 5643017"/>
              <a:gd name="connsiteY1" fmla="*/ 460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54316"/>
              <a:gd name="connsiteY0" fmla="*/ 5174079 h 5177448"/>
              <a:gd name="connsiteX1" fmla="*/ 0 w 5654316"/>
              <a:gd name="connsiteY1" fmla="*/ 4609 h 5177448"/>
              <a:gd name="connsiteX2" fmla="*/ 5643017 w 5654316"/>
              <a:gd name="connsiteY2" fmla="*/ 0 h 5177448"/>
              <a:gd name="connsiteX3" fmla="*/ 5654126 w 5654316"/>
              <a:gd name="connsiteY3" fmla="*/ 5177448 h 5177448"/>
              <a:gd name="connsiteX4" fmla="*/ 2417147 w 5654316"/>
              <a:gd name="connsiteY4" fmla="*/ 5174079 h 5177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4316" h="5177448">
                <a:moveTo>
                  <a:pt x="2417147" y="5174079"/>
                </a:moveTo>
                <a:lnTo>
                  <a:pt x="0" y="4609"/>
                </a:lnTo>
                <a:lnTo>
                  <a:pt x="5643017" y="0"/>
                </a:lnTo>
                <a:cubicBezTo>
                  <a:pt x="5640970" y="1720656"/>
                  <a:pt x="5656173" y="3456792"/>
                  <a:pt x="5654126" y="5177448"/>
                </a:cubicBezTo>
                <a:lnTo>
                  <a:pt x="2417147" y="5174079"/>
                </a:ln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solidFill>
                    <a:schemeClr val="accent1"/>
                  </a:solidFill>
                </a:ln>
                <a:solidFill>
                  <a:schemeClr val="accent1"/>
                </a:solidFill>
              </a:defRPr>
            </a:lvl4pPr>
          </a:lstStyle>
          <a:p>
            <a:pPr lvl="0"/>
            <a:r>
              <a:rPr lang="en-GB"/>
              <a:t>Click to edit Master text styles</a:t>
            </a:r>
          </a:p>
          <a:p>
            <a:pPr lvl="1"/>
            <a:r>
              <a:rPr lang="en-GB"/>
              <a:t>Second level</a:t>
            </a:r>
          </a:p>
        </p:txBody>
      </p:sp>
      <p:sp>
        <p:nvSpPr>
          <p:cNvPr id="5" name="Textplatzhalter 4"/>
          <p:cNvSpPr>
            <a:spLocks noGrp="1"/>
          </p:cNvSpPr>
          <p:nvPr>
            <p:ph type="body" sz="quarter" idx="11"/>
          </p:nvPr>
        </p:nvSpPr>
        <p:spPr bwMode="auto">
          <a:xfrm>
            <a:off x="4429719" y="-4153"/>
            <a:ext cx="4711557" cy="5154092"/>
          </a:xfrm>
          <a:custGeom>
            <a:avLst/>
            <a:gdLst>
              <a:gd name="connsiteX0" fmla="*/ 0 w 1466850"/>
              <a:gd name="connsiteY0" fmla="*/ 1608226 h 1608226"/>
              <a:gd name="connsiteX1" fmla="*/ 366713 w 1466850"/>
              <a:gd name="connsiteY1" fmla="*/ 0 h 1608226"/>
              <a:gd name="connsiteX2" fmla="*/ 1466850 w 1466850"/>
              <a:gd name="connsiteY2" fmla="*/ 0 h 1608226"/>
              <a:gd name="connsiteX3" fmla="*/ 1100138 w 1466850"/>
              <a:gd name="connsiteY3" fmla="*/ 1608226 h 1608226"/>
              <a:gd name="connsiteX4" fmla="*/ 0 w 1466850"/>
              <a:gd name="connsiteY4" fmla="*/ 1608226 h 1608226"/>
              <a:gd name="connsiteX0" fmla="*/ 0 w 2304312"/>
              <a:gd name="connsiteY0" fmla="*/ 1608226 h 1614665"/>
              <a:gd name="connsiteX1" fmla="*/ 366713 w 2304312"/>
              <a:gd name="connsiteY1" fmla="*/ 0 h 1614665"/>
              <a:gd name="connsiteX2" fmla="*/ 1466850 w 2304312"/>
              <a:gd name="connsiteY2" fmla="*/ 0 h 1614665"/>
              <a:gd name="connsiteX3" fmla="*/ 2304312 w 2304312"/>
              <a:gd name="connsiteY3" fmla="*/ 1614665 h 1614665"/>
              <a:gd name="connsiteX4" fmla="*/ 0 w 2304312"/>
              <a:gd name="connsiteY4" fmla="*/ 1608226 h 1614665"/>
              <a:gd name="connsiteX0" fmla="*/ 0 w 4725205"/>
              <a:gd name="connsiteY0" fmla="*/ 5162795 h 5169234"/>
              <a:gd name="connsiteX1" fmla="*/ 366713 w 4725205"/>
              <a:gd name="connsiteY1" fmla="*/ 355456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69378 w 4725205"/>
              <a:gd name="connsiteY1" fmla="*/ 1931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82257 w 4725205"/>
              <a:gd name="connsiteY1" fmla="*/ 1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11557"/>
              <a:gd name="connsiteY0" fmla="*/ 5167345 h 5169234"/>
              <a:gd name="connsiteX1" fmla="*/ 2368609 w 4711557"/>
              <a:gd name="connsiteY1" fmla="*/ 1 h 5169234"/>
              <a:gd name="connsiteX2" fmla="*/ 4711557 w 4711557"/>
              <a:gd name="connsiteY2" fmla="*/ 0 h 5169234"/>
              <a:gd name="connsiteX3" fmla="*/ 2290664 w 4711557"/>
              <a:gd name="connsiteY3" fmla="*/ 5169234 h 5169234"/>
              <a:gd name="connsiteX4" fmla="*/ 0 w 4711557"/>
              <a:gd name="connsiteY4" fmla="*/ 5167345 h 516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1557" h="5169234">
                <a:moveTo>
                  <a:pt x="0" y="5167345"/>
                </a:moveTo>
                <a:lnTo>
                  <a:pt x="2368609" y="1"/>
                </a:lnTo>
                <a:lnTo>
                  <a:pt x="4711557" y="0"/>
                </a:lnTo>
                <a:lnTo>
                  <a:pt x="2290664" y="5169234"/>
                </a:lnTo>
                <a:lnTo>
                  <a:pt x="0" y="5167345"/>
                </a:lnTo>
                <a:close/>
              </a:path>
            </a:pathLst>
          </a:custGeom>
          <a:solidFill>
            <a:srgbClr val="FF5451">
              <a:alpha val="50196"/>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solidFill>
                    <a:srgbClr val="FF5451"/>
                  </a:solidFill>
                </a:ln>
                <a:solidFill>
                  <a:srgbClr val="FF5451"/>
                </a:solidFill>
              </a:defRPr>
            </a:lvl4pPr>
          </a:lstStyle>
          <a:p>
            <a:pPr lvl="0"/>
            <a:r>
              <a:rPr lang="en-GB"/>
              <a:t>Click to edit Master text styles</a:t>
            </a:r>
          </a:p>
          <a:p>
            <a:pPr lvl="1"/>
            <a:r>
              <a:rPr lang="en-GB"/>
              <a:t>Second level</a:t>
            </a:r>
          </a:p>
        </p:txBody>
      </p:sp>
      <p:sp>
        <p:nvSpPr>
          <p:cNvPr id="3" name="Textplatzhalter 2"/>
          <p:cNvSpPr>
            <a:spLocks noGrp="1"/>
          </p:cNvSpPr>
          <p:nvPr>
            <p:ph type="body" idx="1"/>
          </p:nvPr>
        </p:nvSpPr>
        <p:spPr>
          <a:xfrm>
            <a:off x="5113728" y="1066801"/>
            <a:ext cx="3562911" cy="350998"/>
          </a:xfrm>
        </p:spPr>
        <p:txBody>
          <a:bodyPr anchor="b">
            <a:noAutofit/>
          </a:bodyPr>
          <a:lstStyle>
            <a:lvl1pPr marL="0" indent="0" algn="r">
              <a:buNone/>
              <a:defRPr sz="18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7" name="Bildplatzhalter"/>
          <p:cNvSpPr>
            <a:spLocks noGrp="1"/>
          </p:cNvSpPr>
          <p:nvPr>
            <p:ph type="pic" sz="quarter" idx="10"/>
          </p:nvPr>
        </p:nvSpPr>
        <p:spPr bwMode="auto">
          <a:xfrm>
            <a:off x="-1" y="0"/>
            <a:ext cx="6115051" cy="514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1800" baseline="0"/>
            </a:lvl1pPr>
          </a:lstStyle>
          <a:p>
            <a:pPr lvl="0"/>
            <a:r>
              <a:rPr lang="en-GB" noProof="0"/>
              <a:t>Click icon to add picture</a:t>
            </a:r>
            <a:endParaRPr lang="de-DE" noProof="0" dirty="0"/>
          </a:p>
        </p:txBody>
      </p:sp>
      <p:sp>
        <p:nvSpPr>
          <p:cNvPr id="2" name="Titel 1"/>
          <p:cNvSpPr>
            <a:spLocks noGrp="1"/>
          </p:cNvSpPr>
          <p:nvPr>
            <p:ph type="title"/>
          </p:nvPr>
        </p:nvSpPr>
        <p:spPr>
          <a:xfrm>
            <a:off x="5113728" y="1447164"/>
            <a:ext cx="3562911" cy="2201545"/>
          </a:xfrm>
        </p:spPr>
        <p:txBody>
          <a:bodyPr anchor="t"/>
          <a:lstStyle>
            <a:lvl1pPr algn="r">
              <a:defRPr sz="2800" b="1" cap="all">
                <a:solidFill>
                  <a:srgbClr val="FFFFFF"/>
                </a:solidFill>
              </a:defRPr>
            </a:lvl1pPr>
          </a:lstStyle>
          <a:p>
            <a:r>
              <a:rPr lang="en-GB"/>
              <a:t>Click to edit Master title style</a:t>
            </a:r>
            <a:endParaRPr lang="de-DE" dirty="0"/>
          </a:p>
        </p:txBody>
      </p:sp>
    </p:spTree>
    <p:extLst>
      <p:ext uri="{BB962C8B-B14F-4D97-AF65-F5344CB8AC3E}">
        <p14:creationId xmlns:p14="http://schemas.microsoft.com/office/powerpoint/2010/main" val="3724199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Zwischenfolie links">
    <p:spTree>
      <p:nvGrpSpPr>
        <p:cNvPr id="1" name=""/>
        <p:cNvGrpSpPr/>
        <p:nvPr/>
      </p:nvGrpSpPr>
      <p:grpSpPr>
        <a:xfrm>
          <a:off x="0" y="0"/>
          <a:ext cx="0" cy="0"/>
          <a:chOff x="0" y="0"/>
          <a:chExt cx="0" cy="0"/>
        </a:xfrm>
      </p:grpSpPr>
      <p:sp>
        <p:nvSpPr>
          <p:cNvPr id="14" name="Textplatzhalter 4"/>
          <p:cNvSpPr>
            <a:spLocks noGrp="1"/>
          </p:cNvSpPr>
          <p:nvPr>
            <p:ph type="body" sz="quarter" idx="13"/>
          </p:nvPr>
        </p:nvSpPr>
        <p:spPr bwMode="auto">
          <a:xfrm flipH="1">
            <a:off x="-14439" y="-5922"/>
            <a:ext cx="5654316" cy="5152775"/>
          </a:xfrm>
          <a:custGeom>
            <a:avLst/>
            <a:gdLst>
              <a:gd name="connsiteX0" fmla="*/ 0 w 2419350"/>
              <a:gd name="connsiteY0" fmla="*/ 5172957 h 5172957"/>
              <a:gd name="connsiteX1" fmla="*/ 604838 w 2419350"/>
              <a:gd name="connsiteY1" fmla="*/ 0 h 5172957"/>
              <a:gd name="connsiteX2" fmla="*/ 1814513 w 2419350"/>
              <a:gd name="connsiteY2" fmla="*/ 0 h 5172957"/>
              <a:gd name="connsiteX3" fmla="*/ 2419350 w 2419350"/>
              <a:gd name="connsiteY3" fmla="*/ 5172957 h 5172957"/>
              <a:gd name="connsiteX4" fmla="*/ 0 w 2419350"/>
              <a:gd name="connsiteY4" fmla="*/ 5172957 h 5172957"/>
              <a:gd name="connsiteX0" fmla="*/ 0 w 2439138"/>
              <a:gd name="connsiteY0" fmla="*/ 5172957 h 5172957"/>
              <a:gd name="connsiteX1" fmla="*/ 604838 w 2439138"/>
              <a:gd name="connsiteY1" fmla="*/ 0 h 5172957"/>
              <a:gd name="connsiteX2" fmla="*/ 2439138 w 2439138"/>
              <a:gd name="connsiteY2" fmla="*/ 6439 h 5172957"/>
              <a:gd name="connsiteX3" fmla="*/ 2419350 w 2439138"/>
              <a:gd name="connsiteY3" fmla="*/ 5172957 h 5172957"/>
              <a:gd name="connsiteX4" fmla="*/ 0 w 2439138"/>
              <a:gd name="connsiteY4" fmla="*/ 5172957 h 5172957"/>
              <a:gd name="connsiteX0" fmla="*/ 3226626 w 5665764"/>
              <a:gd name="connsiteY0" fmla="*/ 5166518 h 5166518"/>
              <a:gd name="connsiteX1" fmla="*/ 0 w 5665764"/>
              <a:gd name="connsiteY1" fmla="*/ 6440 h 5166518"/>
              <a:gd name="connsiteX2" fmla="*/ 5665764 w 5665764"/>
              <a:gd name="connsiteY2" fmla="*/ 0 h 5166518"/>
              <a:gd name="connsiteX3" fmla="*/ 5645976 w 5665764"/>
              <a:gd name="connsiteY3" fmla="*/ 5166518 h 5166518"/>
              <a:gd name="connsiteX4" fmla="*/ 3226626 w 5665764"/>
              <a:gd name="connsiteY4" fmla="*/ 5166518 h 5166518"/>
              <a:gd name="connsiteX0" fmla="*/ 2421696 w 5665764"/>
              <a:gd name="connsiteY0" fmla="*/ 5192275 h 5192275"/>
              <a:gd name="connsiteX1" fmla="*/ 0 w 5665764"/>
              <a:gd name="connsiteY1" fmla="*/ 6440 h 5192275"/>
              <a:gd name="connsiteX2" fmla="*/ 5665764 w 5665764"/>
              <a:gd name="connsiteY2" fmla="*/ 0 h 5192275"/>
              <a:gd name="connsiteX3" fmla="*/ 5645976 w 5665764"/>
              <a:gd name="connsiteY3" fmla="*/ 5166518 h 5192275"/>
              <a:gd name="connsiteX4" fmla="*/ 2421696 w 5665764"/>
              <a:gd name="connsiteY4" fmla="*/ 5192275 h 5192275"/>
              <a:gd name="connsiteX0" fmla="*/ 2421696 w 5665764"/>
              <a:gd name="connsiteY0" fmla="*/ 5183177 h 5183177"/>
              <a:gd name="connsiteX1" fmla="*/ 0 w 5665764"/>
              <a:gd name="connsiteY1" fmla="*/ 6440 h 5183177"/>
              <a:gd name="connsiteX2" fmla="*/ 5665764 w 5665764"/>
              <a:gd name="connsiteY2" fmla="*/ 0 h 5183177"/>
              <a:gd name="connsiteX3" fmla="*/ 5645976 w 5665764"/>
              <a:gd name="connsiteY3" fmla="*/ 5166518 h 5183177"/>
              <a:gd name="connsiteX4" fmla="*/ 2421696 w 5665764"/>
              <a:gd name="connsiteY4" fmla="*/ 5183177 h 5183177"/>
              <a:gd name="connsiteX0" fmla="*/ 2421696 w 5665764"/>
              <a:gd name="connsiteY0" fmla="*/ 5174079 h 5174079"/>
              <a:gd name="connsiteX1" fmla="*/ 0 w 5665764"/>
              <a:gd name="connsiteY1" fmla="*/ 6440 h 5174079"/>
              <a:gd name="connsiteX2" fmla="*/ 5665764 w 5665764"/>
              <a:gd name="connsiteY2" fmla="*/ 0 h 5174079"/>
              <a:gd name="connsiteX3" fmla="*/ 5645976 w 5665764"/>
              <a:gd name="connsiteY3" fmla="*/ 5166518 h 5174079"/>
              <a:gd name="connsiteX4" fmla="*/ 2421696 w 5665764"/>
              <a:gd name="connsiteY4" fmla="*/ 5174079 h 5174079"/>
              <a:gd name="connsiteX0" fmla="*/ 2417147 w 5665764"/>
              <a:gd name="connsiteY0" fmla="*/ 5169530 h 5169530"/>
              <a:gd name="connsiteX1" fmla="*/ 0 w 5665764"/>
              <a:gd name="connsiteY1" fmla="*/ 6440 h 5169530"/>
              <a:gd name="connsiteX2" fmla="*/ 5665764 w 5665764"/>
              <a:gd name="connsiteY2" fmla="*/ 0 h 5169530"/>
              <a:gd name="connsiteX3" fmla="*/ 5645976 w 5665764"/>
              <a:gd name="connsiteY3" fmla="*/ 5166518 h 5169530"/>
              <a:gd name="connsiteX4" fmla="*/ 2417147 w 5665764"/>
              <a:gd name="connsiteY4" fmla="*/ 5169530 h 5169530"/>
              <a:gd name="connsiteX0" fmla="*/ 2417147 w 5652116"/>
              <a:gd name="connsiteY0" fmla="*/ 5164981 h 5164981"/>
              <a:gd name="connsiteX1" fmla="*/ 0 w 5652116"/>
              <a:gd name="connsiteY1" fmla="*/ 1891 h 5164981"/>
              <a:gd name="connsiteX2" fmla="*/ 5652116 w 5652116"/>
              <a:gd name="connsiteY2" fmla="*/ 0 h 5164981"/>
              <a:gd name="connsiteX3" fmla="*/ 5645976 w 5652116"/>
              <a:gd name="connsiteY3" fmla="*/ 5161969 h 5164981"/>
              <a:gd name="connsiteX4" fmla="*/ 2417147 w 5652116"/>
              <a:gd name="connsiteY4" fmla="*/ 5164981 h 5164981"/>
              <a:gd name="connsiteX0" fmla="*/ 2417147 w 5646219"/>
              <a:gd name="connsiteY0" fmla="*/ 5163090 h 5163090"/>
              <a:gd name="connsiteX1" fmla="*/ 0 w 5646219"/>
              <a:gd name="connsiteY1" fmla="*/ 0 h 5163090"/>
              <a:gd name="connsiteX2" fmla="*/ 5638468 w 5646219"/>
              <a:gd name="connsiteY2" fmla="*/ 11757 h 5163090"/>
              <a:gd name="connsiteX3" fmla="*/ 5645976 w 5646219"/>
              <a:gd name="connsiteY3" fmla="*/ 5160078 h 5163090"/>
              <a:gd name="connsiteX4" fmla="*/ 2417147 w 5646219"/>
              <a:gd name="connsiteY4" fmla="*/ 5163090 h 5163090"/>
              <a:gd name="connsiteX0" fmla="*/ 2417147 w 5646219"/>
              <a:gd name="connsiteY0" fmla="*/ 5164981 h 5164981"/>
              <a:gd name="connsiteX1" fmla="*/ 0 w 5646219"/>
              <a:gd name="connsiteY1" fmla="*/ 1891 h 5164981"/>
              <a:gd name="connsiteX2" fmla="*/ 5638468 w 5646219"/>
              <a:gd name="connsiteY2" fmla="*/ 0 h 5164981"/>
              <a:gd name="connsiteX3" fmla="*/ 5645976 w 5646219"/>
              <a:gd name="connsiteY3" fmla="*/ 5161969 h 5164981"/>
              <a:gd name="connsiteX4" fmla="*/ 2417147 w 5646219"/>
              <a:gd name="connsiteY4" fmla="*/ 5164981 h 5164981"/>
              <a:gd name="connsiteX0" fmla="*/ 2417147 w 5641803"/>
              <a:gd name="connsiteY0" fmla="*/ 5164981 h 5164981"/>
              <a:gd name="connsiteX1" fmla="*/ 0 w 5641803"/>
              <a:gd name="connsiteY1" fmla="*/ 1891 h 5164981"/>
              <a:gd name="connsiteX2" fmla="*/ 5638468 w 5641803"/>
              <a:gd name="connsiteY2" fmla="*/ 0 h 5164981"/>
              <a:gd name="connsiteX3" fmla="*/ 5641426 w 5641803"/>
              <a:gd name="connsiteY3" fmla="*/ 5161969 h 5164981"/>
              <a:gd name="connsiteX4" fmla="*/ 2417147 w 5641803"/>
              <a:gd name="connsiteY4" fmla="*/ 5164981 h 5164981"/>
              <a:gd name="connsiteX0" fmla="*/ 2417147 w 5643017"/>
              <a:gd name="connsiteY0" fmla="*/ 5174079 h 5174079"/>
              <a:gd name="connsiteX1" fmla="*/ 0 w 5643017"/>
              <a:gd name="connsiteY1" fmla="*/ 1098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43017"/>
              <a:gd name="connsiteY0" fmla="*/ 5174079 h 5174079"/>
              <a:gd name="connsiteX1" fmla="*/ 0 w 5643017"/>
              <a:gd name="connsiteY1" fmla="*/ 460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54316"/>
              <a:gd name="connsiteY0" fmla="*/ 5174079 h 5177448"/>
              <a:gd name="connsiteX1" fmla="*/ 0 w 5654316"/>
              <a:gd name="connsiteY1" fmla="*/ 4609 h 5177448"/>
              <a:gd name="connsiteX2" fmla="*/ 5643017 w 5654316"/>
              <a:gd name="connsiteY2" fmla="*/ 0 h 5177448"/>
              <a:gd name="connsiteX3" fmla="*/ 5654126 w 5654316"/>
              <a:gd name="connsiteY3" fmla="*/ 5177448 h 5177448"/>
              <a:gd name="connsiteX4" fmla="*/ 2417147 w 5654316"/>
              <a:gd name="connsiteY4" fmla="*/ 5174079 h 5177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4316" h="5177448">
                <a:moveTo>
                  <a:pt x="2417147" y="5174079"/>
                </a:moveTo>
                <a:lnTo>
                  <a:pt x="0" y="4609"/>
                </a:lnTo>
                <a:lnTo>
                  <a:pt x="5643017" y="0"/>
                </a:lnTo>
                <a:cubicBezTo>
                  <a:pt x="5640970" y="1720656"/>
                  <a:pt x="5656173" y="3456792"/>
                  <a:pt x="5654126" y="5177448"/>
                </a:cubicBezTo>
                <a:lnTo>
                  <a:pt x="2417147" y="5174079"/>
                </a:ln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noFill/>
                </a:ln>
                <a:noFill/>
              </a:defRPr>
            </a:lvl4pPr>
          </a:lstStyle>
          <a:p>
            <a:pPr lvl="0"/>
            <a:r>
              <a:rPr lang="en-GB"/>
              <a:t>Click to edit Master text styles</a:t>
            </a:r>
          </a:p>
        </p:txBody>
      </p:sp>
      <p:sp>
        <p:nvSpPr>
          <p:cNvPr id="5" name="Textplatzhalter 4"/>
          <p:cNvSpPr>
            <a:spLocks noGrp="1"/>
          </p:cNvSpPr>
          <p:nvPr>
            <p:ph type="body" sz="quarter" idx="11"/>
          </p:nvPr>
        </p:nvSpPr>
        <p:spPr bwMode="auto">
          <a:xfrm flipH="1">
            <a:off x="-14439" y="-4153"/>
            <a:ext cx="4711557" cy="5154092"/>
          </a:xfrm>
          <a:custGeom>
            <a:avLst/>
            <a:gdLst>
              <a:gd name="connsiteX0" fmla="*/ 0 w 1466850"/>
              <a:gd name="connsiteY0" fmla="*/ 1608226 h 1608226"/>
              <a:gd name="connsiteX1" fmla="*/ 366713 w 1466850"/>
              <a:gd name="connsiteY1" fmla="*/ 0 h 1608226"/>
              <a:gd name="connsiteX2" fmla="*/ 1466850 w 1466850"/>
              <a:gd name="connsiteY2" fmla="*/ 0 h 1608226"/>
              <a:gd name="connsiteX3" fmla="*/ 1100138 w 1466850"/>
              <a:gd name="connsiteY3" fmla="*/ 1608226 h 1608226"/>
              <a:gd name="connsiteX4" fmla="*/ 0 w 1466850"/>
              <a:gd name="connsiteY4" fmla="*/ 1608226 h 1608226"/>
              <a:gd name="connsiteX0" fmla="*/ 0 w 2304312"/>
              <a:gd name="connsiteY0" fmla="*/ 1608226 h 1614665"/>
              <a:gd name="connsiteX1" fmla="*/ 366713 w 2304312"/>
              <a:gd name="connsiteY1" fmla="*/ 0 h 1614665"/>
              <a:gd name="connsiteX2" fmla="*/ 1466850 w 2304312"/>
              <a:gd name="connsiteY2" fmla="*/ 0 h 1614665"/>
              <a:gd name="connsiteX3" fmla="*/ 2304312 w 2304312"/>
              <a:gd name="connsiteY3" fmla="*/ 1614665 h 1614665"/>
              <a:gd name="connsiteX4" fmla="*/ 0 w 2304312"/>
              <a:gd name="connsiteY4" fmla="*/ 1608226 h 1614665"/>
              <a:gd name="connsiteX0" fmla="*/ 0 w 4725205"/>
              <a:gd name="connsiteY0" fmla="*/ 5162795 h 5169234"/>
              <a:gd name="connsiteX1" fmla="*/ 366713 w 4725205"/>
              <a:gd name="connsiteY1" fmla="*/ 355456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69378 w 4725205"/>
              <a:gd name="connsiteY1" fmla="*/ 1931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82257 w 4725205"/>
              <a:gd name="connsiteY1" fmla="*/ 1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11557"/>
              <a:gd name="connsiteY0" fmla="*/ 5167345 h 5169234"/>
              <a:gd name="connsiteX1" fmla="*/ 2368609 w 4711557"/>
              <a:gd name="connsiteY1" fmla="*/ 1 h 5169234"/>
              <a:gd name="connsiteX2" fmla="*/ 4711557 w 4711557"/>
              <a:gd name="connsiteY2" fmla="*/ 0 h 5169234"/>
              <a:gd name="connsiteX3" fmla="*/ 2290664 w 4711557"/>
              <a:gd name="connsiteY3" fmla="*/ 5169234 h 5169234"/>
              <a:gd name="connsiteX4" fmla="*/ 0 w 4711557"/>
              <a:gd name="connsiteY4" fmla="*/ 5167345 h 516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1557" h="5169234">
                <a:moveTo>
                  <a:pt x="0" y="5167345"/>
                </a:moveTo>
                <a:lnTo>
                  <a:pt x="2368609" y="1"/>
                </a:lnTo>
                <a:lnTo>
                  <a:pt x="4711557" y="0"/>
                </a:lnTo>
                <a:lnTo>
                  <a:pt x="2290664" y="5169234"/>
                </a:lnTo>
                <a:lnTo>
                  <a:pt x="0" y="5167345"/>
                </a:lnTo>
                <a:close/>
              </a:path>
            </a:pathLst>
          </a:custGeom>
          <a:solidFill>
            <a:srgbClr val="FF5451">
              <a:alpha val="50196"/>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noFill/>
                </a:ln>
                <a:noFill/>
              </a:defRPr>
            </a:lvl4pPr>
          </a:lstStyle>
          <a:p>
            <a:pPr lvl="0"/>
            <a:r>
              <a:rPr lang="en-GB"/>
              <a:t>Click to edit Master text styles</a:t>
            </a:r>
          </a:p>
        </p:txBody>
      </p:sp>
      <p:sp>
        <p:nvSpPr>
          <p:cNvPr id="3" name="Textplatzhalter 2"/>
          <p:cNvSpPr>
            <a:spLocks noGrp="1"/>
          </p:cNvSpPr>
          <p:nvPr>
            <p:ph type="body" idx="1"/>
          </p:nvPr>
        </p:nvSpPr>
        <p:spPr>
          <a:xfrm>
            <a:off x="471878" y="1066801"/>
            <a:ext cx="3562911" cy="350998"/>
          </a:xfrm>
        </p:spPr>
        <p:txBody>
          <a:bodyPr anchor="b">
            <a:noAutofit/>
          </a:bodyPr>
          <a:lstStyle>
            <a:lvl1pPr marL="0" indent="0" algn="l">
              <a:buNone/>
              <a:defRPr sz="18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7" name="Bildplatzhalter"/>
          <p:cNvSpPr>
            <a:spLocks noGrp="1"/>
          </p:cNvSpPr>
          <p:nvPr>
            <p:ph type="pic" sz="quarter" idx="10"/>
          </p:nvPr>
        </p:nvSpPr>
        <p:spPr bwMode="auto">
          <a:xfrm>
            <a:off x="2711450" y="0"/>
            <a:ext cx="6432551" cy="514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1800" baseline="0"/>
            </a:lvl1pPr>
          </a:lstStyle>
          <a:p>
            <a:pPr lvl="0"/>
            <a:r>
              <a:rPr lang="en-GB" noProof="0"/>
              <a:t>Click icon to add picture</a:t>
            </a:r>
            <a:endParaRPr lang="de-DE" noProof="0" dirty="0"/>
          </a:p>
        </p:txBody>
      </p:sp>
      <p:sp>
        <p:nvSpPr>
          <p:cNvPr id="2" name="Titel 1"/>
          <p:cNvSpPr>
            <a:spLocks noGrp="1"/>
          </p:cNvSpPr>
          <p:nvPr>
            <p:ph type="title"/>
          </p:nvPr>
        </p:nvSpPr>
        <p:spPr>
          <a:xfrm>
            <a:off x="471878" y="1447164"/>
            <a:ext cx="3562911" cy="2201545"/>
          </a:xfrm>
        </p:spPr>
        <p:txBody>
          <a:bodyPr anchor="t"/>
          <a:lstStyle>
            <a:lvl1pPr algn="l">
              <a:defRPr sz="2800" b="1" cap="all">
                <a:solidFill>
                  <a:srgbClr val="FFFFFF"/>
                </a:solidFill>
              </a:defRPr>
            </a:lvl1pPr>
          </a:lstStyle>
          <a:p>
            <a:r>
              <a:rPr lang="en-GB"/>
              <a:t>Click to edit Master title style</a:t>
            </a:r>
            <a:endParaRPr lang="de-DE" dirty="0"/>
          </a:p>
        </p:txBody>
      </p:sp>
    </p:spTree>
    <p:extLst>
      <p:ext uri="{BB962C8B-B14F-4D97-AF65-F5344CB8AC3E}">
        <p14:creationId xmlns:p14="http://schemas.microsoft.com/office/powerpoint/2010/main" val="1848712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Zwischenfolie ohne Bild">
    <p:spTree>
      <p:nvGrpSpPr>
        <p:cNvPr id="1" name=""/>
        <p:cNvGrpSpPr/>
        <p:nvPr/>
      </p:nvGrpSpPr>
      <p:grpSpPr>
        <a:xfrm>
          <a:off x="0" y="0"/>
          <a:ext cx="0" cy="0"/>
          <a:chOff x="0" y="0"/>
          <a:chExt cx="0" cy="0"/>
        </a:xfrm>
      </p:grpSpPr>
      <p:pic>
        <p:nvPicPr>
          <p:cNvPr id="4" name="Bild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29300" y="0"/>
            <a:ext cx="33147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257588" y="2078847"/>
            <a:ext cx="6400800" cy="1487313"/>
          </a:xfrm>
          <a:prstGeom prst="rect">
            <a:avLst/>
          </a:prstGeom>
        </p:spPr>
        <p:txBody>
          <a:bodyPr anchor="t"/>
          <a:lstStyle>
            <a:lvl1pPr>
              <a:defRPr sz="2800">
                <a:solidFill>
                  <a:srgbClr val="262A31"/>
                </a:solidFill>
              </a:defRPr>
            </a:lvl1pPr>
          </a:lstStyle>
          <a:p>
            <a:r>
              <a:rPr lang="en-GB"/>
              <a:t>Click to edit Master title style</a:t>
            </a:r>
            <a:endParaRPr lang="de-DE" dirty="0"/>
          </a:p>
        </p:txBody>
      </p:sp>
      <p:sp>
        <p:nvSpPr>
          <p:cNvPr id="3" name="Untertitel 2"/>
          <p:cNvSpPr>
            <a:spLocks noGrp="1"/>
          </p:cNvSpPr>
          <p:nvPr>
            <p:ph type="subTitle" idx="1"/>
          </p:nvPr>
        </p:nvSpPr>
        <p:spPr>
          <a:xfrm>
            <a:off x="257587" y="1740092"/>
            <a:ext cx="6400800" cy="338755"/>
          </a:xfrm>
          <a:prstGeom prst="rect">
            <a:avLst/>
          </a:prstGeom>
        </p:spPr>
        <p:txBody>
          <a:bodyPr>
            <a:noAutofit/>
          </a:bodyPr>
          <a:lstStyle>
            <a:lvl1pPr marL="0" indent="0" algn="l">
              <a:buNone/>
              <a:defRPr sz="1800">
                <a:solidFill>
                  <a:srgbClr val="262A3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de-DE" dirty="0"/>
          </a:p>
        </p:txBody>
      </p:sp>
      <p:cxnSp>
        <p:nvCxnSpPr>
          <p:cNvPr id="9" name="Gerade Verbindung 10"/>
          <p:cNvCxnSpPr/>
          <p:nvPr userDrawn="1"/>
        </p:nvCxnSpPr>
        <p:spPr>
          <a:xfrm>
            <a:off x="457200" y="4713670"/>
            <a:ext cx="5731459"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pic>
        <p:nvPicPr>
          <p:cNvPr id="12" name="Grafik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200" y="4769366"/>
            <a:ext cx="547323" cy="324000"/>
          </a:xfrm>
          <a:prstGeom prst="rect">
            <a:avLst/>
          </a:prstGeom>
        </p:spPr>
      </p:pic>
    </p:spTree>
    <p:extLst>
      <p:ext uri="{BB962C8B-B14F-4D97-AF65-F5344CB8AC3E}">
        <p14:creationId xmlns:p14="http://schemas.microsoft.com/office/powerpoint/2010/main" val="313910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ld (formatfüllend)">
    <p:spTree>
      <p:nvGrpSpPr>
        <p:cNvPr id="1" name=""/>
        <p:cNvGrpSpPr/>
        <p:nvPr/>
      </p:nvGrpSpPr>
      <p:grpSpPr>
        <a:xfrm>
          <a:off x="0" y="0"/>
          <a:ext cx="0" cy="0"/>
          <a:chOff x="0" y="0"/>
          <a:chExt cx="0" cy="0"/>
        </a:xfrm>
      </p:grpSpPr>
      <p:sp>
        <p:nvSpPr>
          <p:cNvPr id="12" name="Bildplatzhalter 11"/>
          <p:cNvSpPr>
            <a:spLocks noGrp="1"/>
          </p:cNvSpPr>
          <p:nvPr>
            <p:ph type="pic" sz="quarter" idx="15"/>
          </p:nvPr>
        </p:nvSpPr>
        <p:spPr>
          <a:xfrm>
            <a:off x="8468" y="8468"/>
            <a:ext cx="9135532" cy="5135032"/>
          </a:xfrm>
        </p:spPr>
        <p:txBody>
          <a:bodyPr rtlCol="0">
            <a:normAutofit/>
          </a:bodyPr>
          <a:lstStyle/>
          <a:p>
            <a:pPr lvl="0"/>
            <a:r>
              <a:rPr lang="en-GB" noProof="0"/>
              <a:t>Click icon to add picture</a:t>
            </a:r>
            <a:endParaRPr lang="de-DE" noProof="0" dirty="0"/>
          </a:p>
        </p:txBody>
      </p:sp>
    </p:spTree>
    <p:extLst>
      <p:ext uri="{BB962C8B-B14F-4D97-AF65-F5344CB8AC3E}">
        <p14:creationId xmlns:p14="http://schemas.microsoft.com/office/powerpoint/2010/main" val="4103798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ielen Dank!">
    <p:spTree>
      <p:nvGrpSpPr>
        <p:cNvPr id="1" name=""/>
        <p:cNvGrpSpPr/>
        <p:nvPr/>
      </p:nvGrpSpPr>
      <p:grpSpPr>
        <a:xfrm>
          <a:off x="0" y="0"/>
          <a:ext cx="0" cy="0"/>
          <a:chOff x="0" y="0"/>
          <a:chExt cx="0" cy="0"/>
        </a:xfrm>
      </p:grpSpPr>
      <p:pic>
        <p:nvPicPr>
          <p:cNvPr id="5" name="Bild 9"/>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648628" y="0"/>
            <a:ext cx="3524250" cy="5157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365495" y="2078847"/>
            <a:ext cx="7984797" cy="562753"/>
          </a:xfrm>
        </p:spPr>
        <p:txBody>
          <a:bodyPr anchor="t"/>
          <a:lstStyle>
            <a:lvl1pPr>
              <a:defRPr sz="2800">
                <a:solidFill>
                  <a:schemeClr val="tx1"/>
                </a:solidFill>
              </a:defRPr>
            </a:lvl1pPr>
          </a:lstStyle>
          <a:p>
            <a:r>
              <a:rPr lang="en-GB"/>
              <a:t>Click to edit Master title style</a:t>
            </a:r>
            <a:endParaRPr lang="de-DE" dirty="0"/>
          </a:p>
        </p:txBody>
      </p:sp>
      <p:sp>
        <p:nvSpPr>
          <p:cNvPr id="18" name="Inhaltsplatzhalter 3"/>
          <p:cNvSpPr>
            <a:spLocks noGrp="1"/>
          </p:cNvSpPr>
          <p:nvPr>
            <p:ph sz="half" idx="2"/>
          </p:nvPr>
        </p:nvSpPr>
        <p:spPr>
          <a:xfrm>
            <a:off x="365495" y="2834640"/>
            <a:ext cx="4672172" cy="1847427"/>
          </a:xfrm>
        </p:spPr>
        <p:txBody>
          <a:bodyPr>
            <a:noAutofit/>
          </a:bodyPr>
          <a:lstStyle>
            <a:lvl1pPr marL="0" indent="0">
              <a:buNone/>
              <a:defRPr sz="1100" baseline="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457200" indent="0">
              <a:buNone/>
              <a:defRPr sz="11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914400" indent="0">
              <a:buNone/>
              <a:defRPr sz="1800"/>
            </a:lvl3pPr>
            <a:lvl4pPr marL="1371600" indent="0">
              <a:buNone/>
              <a:defRPr sz="1600"/>
            </a:lvl4pPr>
            <a:lvl5pPr marL="1828800" indent="0">
              <a:buNone/>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36646492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7BAFF20-6623-3E9C-51DF-7FEC82C58017}"/>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DDFEAB03-51BA-2076-5D69-5098B24560E2}"/>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1AFD4BA9-DDD5-F2A9-DD03-F0731A4589A6}"/>
              </a:ext>
            </a:extLst>
          </p:cNvPr>
          <p:cNvSpPr>
            <a:spLocks noGrp="1"/>
          </p:cNvSpPr>
          <p:nvPr>
            <p:ph type="sldNum" sz="quarter" idx="12"/>
          </p:nvPr>
        </p:nvSpPr>
        <p:spPr/>
        <p:txBody>
          <a:bodyPr/>
          <a:lstStyle/>
          <a:p>
            <a:pPr lvl="0"/>
            <a:fld id="{B06D50FC-B022-5D49-8F37-34E120F0B628}" type="slidenum">
              <a:t>‹#›</a:t>
            </a:fld>
            <a:endParaRPr lang="en-US"/>
          </a:p>
        </p:txBody>
      </p:sp>
    </p:spTree>
    <p:extLst>
      <p:ext uri="{BB962C8B-B14F-4D97-AF65-F5344CB8AC3E}">
        <p14:creationId xmlns:p14="http://schemas.microsoft.com/office/powerpoint/2010/main" val="1894776822"/>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Inhalt mit Untertitel">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9"/>
            <a:ext cx="8234363" cy="758825"/>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617134"/>
            <a:ext cx="8234363" cy="2985558"/>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63750" indent="-2349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7"/>
          <p:cNvSpPr>
            <a:spLocks noGrp="1"/>
          </p:cNvSpPr>
          <p:nvPr>
            <p:ph type="body" sz="quarter" idx="13" hasCustomPrompt="1"/>
          </p:nvPr>
        </p:nvSpPr>
        <p:spPr>
          <a:xfrm>
            <a:off x="457200" y="1125940"/>
            <a:ext cx="8234363" cy="377740"/>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14"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248790C2-FB8D-4AD1-BFB1-8D82BB9A4283}"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19043630"/>
      </p:ext>
    </p:extLst>
  </p:cSld>
  <p:clrMapOvr>
    <a:masterClrMapping/>
  </p:clrMapOvr>
  <p:extLst>
    <p:ext uri="{DCECCB84-F9BA-43D5-87BE-67443E8EF086}">
      <p15:sldGuideLst xmlns:p15="http://schemas.microsoft.com/office/powerpoint/2012/main">
        <p15:guide id="3" orient="horz" pos="3162"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d Inhalt ohne Untertitel">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9"/>
            <a:ext cx="8234363" cy="758825"/>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223492"/>
            <a:ext cx="8234363" cy="3379199"/>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63750" indent="-2349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AFCF9BA9-AB08-46E1-A235-3AC71B2FE2C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6923296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el und Inhalt - 2 Blöck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hasCustomPrompt="1"/>
          </p:nvPr>
        </p:nvSpPr>
        <p:spPr>
          <a:xfrm>
            <a:off x="457200" y="1617133"/>
            <a:ext cx="3952240" cy="2977092"/>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7"/>
          <p:cNvSpPr>
            <a:spLocks noGrp="1"/>
          </p:cNvSpPr>
          <p:nvPr>
            <p:ph type="body" sz="quarter" idx="13" hasCustomPrompt="1"/>
          </p:nvPr>
        </p:nvSpPr>
        <p:spPr>
          <a:xfrm>
            <a:off x="457200" y="1139588"/>
            <a:ext cx="8229600" cy="364092"/>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9" name="Inhaltsplatzhalter 2"/>
          <p:cNvSpPr>
            <a:spLocks noGrp="1"/>
          </p:cNvSpPr>
          <p:nvPr>
            <p:ph idx="14" hasCustomPrompt="1"/>
          </p:nvPr>
        </p:nvSpPr>
        <p:spPr>
          <a:xfrm>
            <a:off x="4724400" y="1617133"/>
            <a:ext cx="3962400" cy="2977092"/>
          </a:xfrm>
          <a:prstGeom prst="rect">
            <a:avLst/>
          </a:prstGeom>
        </p:spPr>
        <p:txBody>
          <a:bodyPr>
            <a:noAutofit/>
          </a:bodyPr>
          <a:lstStyle>
            <a:lvl1pPr marL="269875" indent="-269875">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714375" indent="-257175">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1604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617663" indent="-246063">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E6F2A070-8A77-484A-BFE7-6B1E5C215647}"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679539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mit Bildunterschrif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12" name="Bildplatzhalter 11"/>
          <p:cNvSpPr>
            <a:spLocks noGrp="1"/>
          </p:cNvSpPr>
          <p:nvPr>
            <p:ph type="pic" sz="quarter" idx="16"/>
          </p:nvPr>
        </p:nvSpPr>
        <p:spPr>
          <a:xfrm>
            <a:off x="457200" y="1243691"/>
            <a:ext cx="8229600" cy="3057375"/>
          </a:xfrm>
          <a:prstGeom prst="rect">
            <a:avLst/>
          </a:prstGeom>
        </p:spPr>
        <p:txBody>
          <a:bodyPr rtlCol="0">
            <a:noAutofit/>
          </a:bodyPr>
          <a:lstStyle>
            <a:lvl1pPr>
              <a:defRPr>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Bild durch Klicken auf Symbol hinzufügen</a:t>
            </a:r>
          </a:p>
        </p:txBody>
      </p:sp>
      <p:sp>
        <p:nvSpPr>
          <p:cNvPr id="14" name="Inhaltsplatzhalter 2"/>
          <p:cNvSpPr>
            <a:spLocks noGrp="1"/>
          </p:cNvSpPr>
          <p:nvPr>
            <p:ph idx="1"/>
          </p:nvPr>
        </p:nvSpPr>
        <p:spPr>
          <a:xfrm>
            <a:off x="457200" y="4368811"/>
            <a:ext cx="8229600" cy="330196"/>
          </a:xfrm>
          <a:prstGeom prst="rect">
            <a:avLst/>
          </a:prstGeom>
        </p:spPr>
        <p:txBody>
          <a:bodyPr>
            <a:norm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43582BE0-97CE-412F-80F1-16DC6BED178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25441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elle">
    <p:spTree>
      <p:nvGrpSpPr>
        <p:cNvPr id="1" name=""/>
        <p:cNvGrpSpPr/>
        <p:nvPr/>
      </p:nvGrpSpPr>
      <p:grpSpPr>
        <a:xfrm>
          <a:off x="0" y="0"/>
          <a:ext cx="0" cy="0"/>
          <a:chOff x="0" y="0"/>
          <a:chExt cx="0" cy="0"/>
        </a:xfrm>
      </p:grpSpPr>
      <p:sp>
        <p:nvSpPr>
          <p:cNvPr id="7"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9" name="Inhaltsplatzhalter 2"/>
          <p:cNvSpPr>
            <a:spLocks noGrp="1"/>
          </p:cNvSpPr>
          <p:nvPr>
            <p:ph idx="1"/>
          </p:nvPr>
        </p:nvSpPr>
        <p:spPr>
          <a:xfrm>
            <a:off x="457200" y="4368811"/>
            <a:ext cx="82296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11" name="Tabellenplatzhalter 10"/>
          <p:cNvSpPr>
            <a:spLocks noGrp="1"/>
          </p:cNvSpPr>
          <p:nvPr>
            <p:ph type="tbl" sz="quarter" idx="16"/>
          </p:nvPr>
        </p:nvSpPr>
        <p:spPr>
          <a:xfrm>
            <a:off x="457200" y="1597677"/>
            <a:ext cx="8234363" cy="2692930"/>
          </a:xfrm>
          <a:prstGeom prst="rect">
            <a:avLst/>
          </a:prstGeom>
        </p:spPr>
        <p:txBody>
          <a:bodyPr>
            <a:no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Tabelle durch Klicken auf Symbol hinzufügen</a:t>
            </a:r>
          </a:p>
        </p:txBody>
      </p:sp>
      <p:sp>
        <p:nvSpPr>
          <p:cNvPr id="12" name="Textplatzhalter 7"/>
          <p:cNvSpPr>
            <a:spLocks noGrp="1"/>
          </p:cNvSpPr>
          <p:nvPr>
            <p:ph type="body" sz="quarter" idx="13" hasCustomPrompt="1"/>
          </p:nvPr>
        </p:nvSpPr>
        <p:spPr>
          <a:xfrm>
            <a:off x="457200" y="1141828"/>
            <a:ext cx="8229600" cy="361852"/>
          </a:xfrm>
          <a:prstGeom prst="rect">
            <a:avLst/>
          </a:prstGeom>
        </p:spPr>
        <p:txBody>
          <a:bodyPr anchor="b">
            <a:noAutofit/>
          </a:bodyPr>
          <a:lstStyle>
            <a:lvl1pPr>
              <a:defRPr sz="14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dirty="0"/>
              <a:t>Formatvorlagen des Textmasters bearbeiten</a:t>
            </a:r>
          </a:p>
        </p:txBody>
      </p: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A0321171-B06E-4659-9CF5-7D6E520FDC11}"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718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 Diagramm">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p:nvPr>
        </p:nvSpPr>
        <p:spPr>
          <a:xfrm>
            <a:off x="457200" y="4368811"/>
            <a:ext cx="82296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Diagrammplatzhalter 7"/>
          <p:cNvSpPr>
            <a:spLocks noGrp="1"/>
          </p:cNvSpPr>
          <p:nvPr>
            <p:ph type="chart" sz="quarter" idx="16"/>
          </p:nvPr>
        </p:nvSpPr>
        <p:spPr>
          <a:xfrm>
            <a:off x="457200" y="1229028"/>
            <a:ext cx="8229600" cy="3061228"/>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cxnSp>
        <p:nvCxnSpPr>
          <p:cNvPr id="16" name="Gerade Verbindung 10"/>
          <p:cNvCxnSpPr/>
          <p:nvPr userDrawn="1"/>
        </p:nvCxnSpPr>
        <p:spPr>
          <a:xfrm>
            <a:off x="457200" y="4713670"/>
            <a:ext cx="8229600"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D98C2DD5-50CB-445D-B765-8AD2D4C5531F}"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353045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Diagramme">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457200" y="304797"/>
            <a:ext cx="8229600" cy="758827"/>
          </a:xfrm>
          <a:prstGeom prst="rect">
            <a:avLst/>
          </a:prstGeom>
        </p:spPr>
        <p:txBody>
          <a:bodyPr anchor="b"/>
          <a:lstStyle>
            <a:lvl1pPr>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3" name="Inhaltsplatzhalter 2"/>
          <p:cNvSpPr>
            <a:spLocks noGrp="1"/>
          </p:cNvSpPr>
          <p:nvPr>
            <p:ph idx="1"/>
          </p:nvPr>
        </p:nvSpPr>
        <p:spPr>
          <a:xfrm>
            <a:off x="457200" y="4368811"/>
            <a:ext cx="39624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Diagrammplatzhalter 7"/>
          <p:cNvSpPr>
            <a:spLocks noGrp="1"/>
          </p:cNvSpPr>
          <p:nvPr>
            <p:ph type="chart" sz="quarter" idx="16"/>
          </p:nvPr>
        </p:nvSpPr>
        <p:spPr>
          <a:xfrm>
            <a:off x="457200" y="1181092"/>
            <a:ext cx="3962400" cy="3086108"/>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sp>
        <p:nvSpPr>
          <p:cNvPr id="13" name="Inhaltsplatzhalter 2"/>
          <p:cNvSpPr>
            <a:spLocks noGrp="1"/>
          </p:cNvSpPr>
          <p:nvPr>
            <p:ph idx="20"/>
          </p:nvPr>
        </p:nvSpPr>
        <p:spPr>
          <a:xfrm>
            <a:off x="4714875" y="4368811"/>
            <a:ext cx="39624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14" name="Diagrammplatzhalter 7"/>
          <p:cNvSpPr>
            <a:spLocks noGrp="1"/>
          </p:cNvSpPr>
          <p:nvPr>
            <p:ph type="chart" sz="quarter" idx="21"/>
          </p:nvPr>
        </p:nvSpPr>
        <p:spPr>
          <a:xfrm>
            <a:off x="4714875" y="1181092"/>
            <a:ext cx="3962400" cy="3086108"/>
          </a:xfrm>
          <a:prstGeom prst="rect">
            <a:avLst/>
          </a:prstGeom>
        </p:spPr>
        <p:txBody>
          <a:bodyPr rtlCol="0">
            <a:normAutofit/>
          </a:bodyPr>
          <a:lstStyle>
            <a:lvl1pPr>
              <a:defRPr sz="1200">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Diagramm durch Klicken auf Symbol hinzufügen</a:t>
            </a:r>
          </a:p>
        </p:txBody>
      </p: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64035955-D4DF-4360-912A-517416A0AD74}"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391593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ild mit Text links">
    <p:spTree>
      <p:nvGrpSpPr>
        <p:cNvPr id="1" name=""/>
        <p:cNvGrpSpPr/>
        <p:nvPr/>
      </p:nvGrpSpPr>
      <p:grpSpPr>
        <a:xfrm>
          <a:off x="0" y="0"/>
          <a:ext cx="0" cy="0"/>
          <a:chOff x="0" y="0"/>
          <a:chExt cx="0" cy="0"/>
        </a:xfrm>
      </p:grpSpPr>
      <p:sp>
        <p:nvSpPr>
          <p:cNvPr id="13" name="Titel 1"/>
          <p:cNvSpPr>
            <a:spLocks noGrp="1"/>
          </p:cNvSpPr>
          <p:nvPr>
            <p:ph type="title" hasCustomPrompt="1"/>
          </p:nvPr>
        </p:nvSpPr>
        <p:spPr>
          <a:xfrm>
            <a:off x="457200" y="372533"/>
            <a:ext cx="2692400" cy="999067"/>
          </a:xfrm>
          <a:prstGeom prst="rect">
            <a:avLst/>
          </a:prstGeom>
        </p:spPr>
        <p:txBody>
          <a:bodyPr anchor="b"/>
          <a:lstStyle>
            <a:lvl1pPr algn="l">
              <a:defRPr>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stStyle>
          <a:p>
            <a:r>
              <a:rPr lang="de-DE" dirty="0"/>
              <a:t>Titelmasterformat durch Klicken bearbeiten</a:t>
            </a:r>
          </a:p>
        </p:txBody>
      </p:sp>
      <p:sp>
        <p:nvSpPr>
          <p:cNvPr id="14" name="Inhaltsplatzhalter 2"/>
          <p:cNvSpPr>
            <a:spLocks noGrp="1"/>
          </p:cNvSpPr>
          <p:nvPr>
            <p:ph idx="1" hasCustomPrompt="1"/>
          </p:nvPr>
        </p:nvSpPr>
        <p:spPr>
          <a:xfrm>
            <a:off x="457200" y="1503680"/>
            <a:ext cx="2692400" cy="3195327"/>
          </a:xfrm>
          <a:prstGeom prst="rect">
            <a:avLst/>
          </a:prstGeom>
        </p:spPr>
        <p:txBody>
          <a:bodyPr>
            <a:noAutofit/>
          </a:bodyPr>
          <a:lstStyle>
            <a:lvl1pPr marL="171450" indent="-171450">
              <a:buClr>
                <a:srgbClr val="D8413E"/>
              </a:buClr>
              <a:buFont typeface="Symbol" charset="2"/>
              <a:buChar char="-"/>
              <a:defRPr sz="18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628650" indent="-171450">
              <a:buClr>
                <a:srgbClr val="D8413E"/>
              </a:buClr>
              <a:buFont typeface="Symbol" charset="2"/>
              <a:buChar char="-"/>
              <a:defRPr sz="16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2pPr>
            <a:lvl3pPr marL="10858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3pPr>
            <a:lvl4pPr marL="15430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4pPr>
            <a:lvl5pPr marL="2000250" indent="-171450">
              <a:buClr>
                <a:srgbClr val="D8413E"/>
              </a:buClr>
              <a:buFont typeface="Symbol" charset="2"/>
              <a:buChar char="-"/>
              <a:defRPr sz="1400">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5p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9" name="Bildplatzhalter 18"/>
          <p:cNvSpPr>
            <a:spLocks noGrp="1"/>
          </p:cNvSpPr>
          <p:nvPr>
            <p:ph type="pic" sz="quarter" idx="16"/>
          </p:nvPr>
        </p:nvSpPr>
        <p:spPr>
          <a:xfrm>
            <a:off x="3352800" y="762000"/>
            <a:ext cx="5791200" cy="3489344"/>
          </a:xfrm>
          <a:prstGeom prst="rect">
            <a:avLst/>
          </a:prstGeom>
        </p:spPr>
        <p:txBody>
          <a:bodyPr rtlCol="0">
            <a:normAutofit/>
          </a:bodyPr>
          <a:lstStyle>
            <a:lvl1pPr>
              <a:defRPr>
                <a:latin typeface="Arial Unicode MS" panose="020B0604020202020204" pitchFamily="34" charset="-128"/>
                <a:ea typeface="Arial Unicode MS" panose="020B0604020202020204" pitchFamily="34" charset="-128"/>
                <a:cs typeface="Arial Unicode MS" panose="020B0604020202020204" pitchFamily="34" charset="-128"/>
              </a:defRPr>
            </a:lvl1pPr>
          </a:lstStyle>
          <a:p>
            <a:pPr lvl="0"/>
            <a:r>
              <a:rPr lang="de-DE" noProof="0" dirty="0"/>
              <a:t>Bild durch Klicken auf Symbol hinzufügen</a:t>
            </a:r>
          </a:p>
        </p:txBody>
      </p:sp>
      <p:sp>
        <p:nvSpPr>
          <p:cNvPr id="10" name="Inhaltsplatzhalter 2"/>
          <p:cNvSpPr>
            <a:spLocks noGrp="1"/>
          </p:cNvSpPr>
          <p:nvPr>
            <p:ph idx="19"/>
          </p:nvPr>
        </p:nvSpPr>
        <p:spPr>
          <a:xfrm>
            <a:off x="3352800" y="4368811"/>
            <a:ext cx="5334000" cy="330196"/>
          </a:xfrm>
          <a:prstGeom prst="rect">
            <a:avLst/>
          </a:prstGeom>
        </p:spPr>
        <p:txBody>
          <a:bodyPr lIns="0" rIns="0">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9"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01A9B2D6-5EFE-4937-AE57-083B7F8CA155}" type="slidenum">
              <a:rPr lang="de-DE" altLang="de-DE" sz="1000" smtClean="0">
                <a:solidFill>
                  <a:srgbClr val="D8413E"/>
                </a:solidFill>
                <a:latin typeface="Arial" panose="020B0604020202020204" pitchFamily="34" charset="0"/>
                <a:cs typeface="Arial" panose="020B0604020202020204" pitchFamily="34" charset="0"/>
              </a:rPr>
              <a:pPr>
                <a:defRPr/>
              </a:pPr>
              <a:t>‹#›</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1180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cSld name="1_Titel und Inhalt mit Untertitel">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lstStyle/>
          <a:p>
            <a:fld id="{BD748327-15BA-4821-BAB4-07C21714FF3F}" type="slidenum">
              <a:t>‹#›</a:t>
            </a:fld>
            <a:endParaRPr/>
          </a:p>
        </p:txBody>
      </p:sp>
    </p:spTree>
    <p:extLst>
      <p:ext uri="{BB962C8B-B14F-4D97-AF65-F5344CB8AC3E}">
        <p14:creationId xmlns:p14="http://schemas.microsoft.com/office/powerpoint/2010/main" val="38911518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image" Target="../media/image3.png"/><Relationship Id="rId5" Type="http://schemas.openxmlformats.org/officeDocument/2006/relationships/slideLayout" Target="../slideLayouts/slideLayout12.xml"/><Relationship Id="rId10" Type="http://schemas.openxmlformats.org/officeDocument/2006/relationships/theme" Target="../theme/theme2.xml"/><Relationship Id="rId4" Type="http://schemas.openxmlformats.org/officeDocument/2006/relationships/slideLayout" Target="../slideLayouts/slideLayout11.xml"/><Relationship Id="rId9"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457200" y="206375"/>
            <a:ext cx="8229600" cy="857250"/>
          </a:xfrm>
          <a:prstGeom prst="rect">
            <a:avLst/>
          </a:prstGeom>
        </p:spPr>
        <p:txBody>
          <a:bodyPr vert="horz" lIns="91440" tIns="45720" rIns="91440" bIns="45720" rtlCol="0" anchor="ctr">
            <a:noAutofit/>
          </a:bodyPr>
          <a:lstStyle/>
          <a:p>
            <a:r>
              <a:rPr lang="de-DE" dirty="0"/>
              <a:t>Mastertitelformat bearbeiten</a:t>
            </a:r>
          </a:p>
        </p:txBody>
      </p:sp>
      <p:sp>
        <p:nvSpPr>
          <p:cNvPr id="1027" name="Textplatzhalter 2"/>
          <p:cNvSpPr>
            <a:spLocks noGrp="1"/>
          </p:cNvSpPr>
          <p:nvPr>
            <p:ph type="body" idx="1"/>
          </p:nvPr>
        </p:nvSpPr>
        <p:spPr bwMode="auto">
          <a:xfrm>
            <a:off x="457200" y="1063625"/>
            <a:ext cx="8229600" cy="353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de-DE" altLang="de-DE" dirty="0"/>
              <a:t>SUBHEADLINE</a:t>
            </a:r>
          </a:p>
        </p:txBody>
      </p:sp>
    </p:spTree>
  </p:cSld>
  <p:clrMap bg1="lt1" tx1="dk1" bg2="lt2" tx2="dk2" accent1="accent1" accent2="accent2" accent3="accent3" accent4="accent4" accent5="accent5" accent6="accent6" hlink="hlink" folHlink="folHlink"/>
  <p:sldLayoutIdLst>
    <p:sldLayoutId id="2147483867" r:id="rId1"/>
    <p:sldLayoutId id="2147483884" r:id="rId2"/>
    <p:sldLayoutId id="2147483885" r:id="rId3"/>
    <p:sldLayoutId id="2147483870" r:id="rId4"/>
    <p:sldLayoutId id="2147483877" r:id="rId5"/>
    <p:sldLayoutId id="2147483879" r:id="rId6"/>
    <p:sldLayoutId id="2147483887" r:id="rId7"/>
  </p:sldLayoutIdLst>
  <p:hf hdr="0" ftr="0" dt="0"/>
  <p:txStyles>
    <p:titleStyle>
      <a:lvl1pPr algn="l" defTabSz="457200" rtl="0" eaLnBrk="1" fontAlgn="base" hangingPunct="1">
        <a:spcBef>
          <a:spcPct val="0"/>
        </a:spcBef>
        <a:spcAft>
          <a:spcPct val="0"/>
        </a:spcAft>
        <a:defRPr sz="2000" b="1" kern="1200" cap="all">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p:titleStyle>
    <p:bodyStyle>
      <a:lvl1pPr marL="342900" indent="-342900" algn="l" defTabSz="457200" rtl="0" eaLnBrk="1" fontAlgn="base" hangingPunct="1">
        <a:spcBef>
          <a:spcPct val="20000"/>
        </a:spcBef>
        <a:spcAft>
          <a:spcPct val="0"/>
        </a:spcAft>
        <a:buFont typeface="Symbol" panose="05050102010706020507" pitchFamily="18" charset="2"/>
        <a:defRPr sz="1200" kern="1200">
          <a:solidFill>
            <a:srgbClr val="262A3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cxnSp>
        <p:nvCxnSpPr>
          <p:cNvPr id="4" name="Gerade Verbindung 9"/>
          <p:cNvCxnSpPr/>
          <p:nvPr userDrawn="1"/>
        </p:nvCxnSpPr>
        <p:spPr>
          <a:xfrm>
            <a:off x="0" y="155575"/>
            <a:ext cx="457200" cy="0"/>
          </a:xfrm>
          <a:prstGeom prst="line">
            <a:avLst/>
          </a:prstGeom>
          <a:ln w="3175" cmpd="sng">
            <a:solidFill>
              <a:srgbClr val="262A31"/>
            </a:solidFill>
          </a:ln>
          <a:effectLst/>
        </p:spPr>
        <p:style>
          <a:lnRef idx="2">
            <a:schemeClr val="accent1"/>
          </a:lnRef>
          <a:fillRef idx="0">
            <a:schemeClr val="accent1"/>
          </a:fillRef>
          <a:effectRef idx="1">
            <a:schemeClr val="accent1"/>
          </a:effectRef>
          <a:fontRef idx="minor">
            <a:schemeClr val="tx1"/>
          </a:fontRef>
        </p:style>
      </p:cxnSp>
      <p:pic>
        <p:nvPicPr>
          <p:cNvPr id="6" name="Grafik 5"/>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457200" y="4769366"/>
            <a:ext cx="547323" cy="324000"/>
          </a:xfrm>
          <a:prstGeom prst="rect">
            <a:avLst/>
          </a:prstGeom>
        </p:spPr>
      </p:pic>
      <p:sp>
        <p:nvSpPr>
          <p:cNvPr id="8" name="Textfeld 7"/>
          <p:cNvSpPr txBox="1"/>
          <p:nvPr userDrawn="1"/>
        </p:nvSpPr>
        <p:spPr>
          <a:xfrm>
            <a:off x="457200" y="22671"/>
            <a:ext cx="7001933" cy="276999"/>
          </a:xfrm>
          <a:prstGeom prst="rect">
            <a:avLst/>
          </a:prstGeom>
          <a:noFill/>
        </p:spPr>
        <p:txBody>
          <a:bodyPr wrap="square" rtlCol="0">
            <a:spAutoFit/>
          </a:bodyPr>
          <a:lstStyle/>
          <a:p>
            <a:r>
              <a:rPr lang="de-DE" sz="1200" b="1" dirty="0">
                <a:latin typeface="Arial Unicode MS" panose="020B0604020202020204" pitchFamily="34" charset="-128"/>
                <a:ea typeface="Arial Unicode MS" panose="020B0604020202020204" pitchFamily="34" charset="-128"/>
                <a:cs typeface="Arial Unicode MS" panose="020B0604020202020204" pitchFamily="34" charset="-128"/>
              </a:rPr>
              <a:t>Titel der Präsentation</a:t>
            </a:r>
            <a:r>
              <a:rPr lang="de-DE" sz="1200" b="1" baseline="0"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de-DE" sz="1200" dirty="0">
                <a:latin typeface="Arial Unicode MS" panose="020B0604020202020204" pitchFamily="34" charset="-128"/>
                <a:ea typeface="Arial Unicode MS" panose="020B0604020202020204" pitchFamily="34" charset="-128"/>
                <a:cs typeface="Arial Unicode MS" panose="020B0604020202020204" pitchFamily="34" charset="-128"/>
              </a:rPr>
              <a:t>| Untertitel</a:t>
            </a:r>
          </a:p>
        </p:txBody>
      </p:sp>
      <p:cxnSp>
        <p:nvCxnSpPr>
          <p:cNvPr id="9" name="Gerade Verbindung 10"/>
          <p:cNvCxnSpPr/>
          <p:nvPr userDrawn="1"/>
        </p:nvCxnSpPr>
        <p:spPr>
          <a:xfrm>
            <a:off x="457200" y="4713670"/>
            <a:ext cx="8229600"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sp>
        <p:nvSpPr>
          <p:cNvPr id="2" name="Textfeld 1"/>
          <p:cNvSpPr txBox="1"/>
          <p:nvPr userDrawn="1"/>
        </p:nvSpPr>
        <p:spPr>
          <a:xfrm>
            <a:off x="1154545" y="4837382"/>
            <a:ext cx="6785496" cy="230832"/>
          </a:xfrm>
          <a:prstGeom prst="rect">
            <a:avLst/>
          </a:prstGeom>
          <a:noFill/>
        </p:spPr>
        <p:txBody>
          <a:bodyPr wrap="square" rtlCol="0">
            <a:spAutoFit/>
          </a:bodyPr>
          <a:lstStyle/>
          <a:p>
            <a:pPr algn="l"/>
            <a:r>
              <a:rPr lang="de-DE" sz="900" dirty="0">
                <a:solidFill>
                  <a:schemeClr val="accent4"/>
                </a:solidFill>
                <a:latin typeface="Arial" panose="020B0604020202020204" pitchFamily="34" charset="0"/>
                <a:cs typeface="Arial" panose="020B0604020202020204" pitchFamily="34" charset="0"/>
              </a:rPr>
              <a:t>Einrichtungsname</a:t>
            </a:r>
          </a:p>
        </p:txBody>
      </p:sp>
    </p:spTree>
    <p:extLst>
      <p:ext uri="{BB962C8B-B14F-4D97-AF65-F5344CB8AC3E}">
        <p14:creationId xmlns:p14="http://schemas.microsoft.com/office/powerpoint/2010/main" val="3392803545"/>
      </p:ext>
    </p:extLst>
  </p:cSld>
  <p:clrMap bg1="lt1" tx1="dk1" bg2="lt2" tx2="dk2" accent1="accent1" accent2="accent2" accent3="accent3" accent4="accent4" accent5="accent5" accent6="accent6" hlink="hlink" folHlink="folHlink"/>
  <p:sldLayoutIdLst>
    <p:sldLayoutId id="2147483871" r:id="rId1"/>
    <p:sldLayoutId id="2147483882" r:id="rId2"/>
    <p:sldLayoutId id="2147483872" r:id="rId3"/>
    <p:sldLayoutId id="2147483873" r:id="rId4"/>
    <p:sldLayoutId id="2147483874" r:id="rId5"/>
    <p:sldLayoutId id="2147483875" r:id="rId6"/>
    <p:sldLayoutId id="2147483876" r:id="rId7"/>
    <p:sldLayoutId id="2147483878" r:id="rId8"/>
    <p:sldLayoutId id="2147483886" r:id="rId9"/>
  </p:sldLayoutIdLst>
  <p:hf hdr="0" ftr="0" dt="0"/>
  <p:txStyles>
    <p:title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p:titleStyle>
    <p:bodyStyle>
      <a:lvl1pPr marL="342900" indent="-342900" algn="l" defTabSz="457200" rtl="0" eaLnBrk="1" fontAlgn="base" hangingPunct="1">
        <a:spcBef>
          <a:spcPct val="20000"/>
        </a:spcBef>
        <a:spcAft>
          <a:spcPct val="0"/>
        </a:spcAft>
        <a:buFont typeface="Symbol" panose="05050102010706020507" pitchFamily="18" charset="2"/>
        <a:defRPr sz="1200" kern="1200">
          <a:solidFill>
            <a:srgbClr val="262A31"/>
          </a:solidFill>
          <a:latin typeface="Arial"/>
          <a:ea typeface="MS PGothic" panose="020B0600070205080204" pitchFamily="34" charset="-128"/>
          <a:cs typeface="Arial"/>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8.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10.emf"/></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image" Target="../media/image11.emf"/></Relationships>
</file>

<file path=ppt/slides/_rels/slide6.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5.png"/><Relationship Id="rId1" Type="http://schemas.openxmlformats.org/officeDocument/2006/relationships/slideLayout" Target="../slideLayouts/slideLayout8.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8.xml"/><Relationship Id="rId5" Type="http://schemas.openxmlformats.org/officeDocument/2006/relationships/image" Target="../media/image15.emf"/><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8.xml"/><Relationship Id="rId5" Type="http://schemas.openxmlformats.org/officeDocument/2006/relationships/image" Target="../media/image15.emf"/><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17.emf"/><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8.xml"/><Relationship Id="rId5" Type="http://schemas.openxmlformats.org/officeDocument/2006/relationships/image" Target="../media/image18.png"/><Relationship Id="rId4" Type="http://schemas.openxmlformats.org/officeDocument/2006/relationships/image" Target="../media/image17.emf"/></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8.xml"/><Relationship Id="rId5" Type="http://schemas.openxmlformats.org/officeDocument/2006/relationships/image" Target="../media/image19.emf"/><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8.xml"/><Relationship Id="rId5" Type="http://schemas.openxmlformats.org/officeDocument/2006/relationships/image" Target="../media/image22.png"/><Relationship Id="rId4" Type="http://schemas.openxmlformats.org/officeDocument/2006/relationships/image" Target="../media/image21.emf"/></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6.xml"/><Relationship Id="rId5" Type="http://schemas.openxmlformats.org/officeDocument/2006/relationships/image" Target="../media/image5.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16.xml"/><Relationship Id="rId5" Type="http://schemas.openxmlformats.org/officeDocument/2006/relationships/image" Target="../media/image32.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16.xml"/><Relationship Id="rId5" Type="http://schemas.openxmlformats.org/officeDocument/2006/relationships/image" Target="../media/image32.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16.xml"/><Relationship Id="rId5" Type="http://schemas.openxmlformats.org/officeDocument/2006/relationships/image" Target="../media/image38.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6.xml"/><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5.png"/><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5.png"/><Relationship Id="rId1" Type="http://schemas.openxmlformats.org/officeDocument/2006/relationships/slideLayout" Target="../slideLayouts/slideLayout16.xml"/><Relationship Id="rId4" Type="http://schemas.openxmlformats.org/officeDocument/2006/relationships/image" Target="../media/image42.emf"/></Relationships>
</file>

<file path=ppt/slides/_rels/slide31.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5.png"/><Relationship Id="rId1" Type="http://schemas.openxmlformats.org/officeDocument/2006/relationships/slideLayout" Target="../slideLayouts/slideLayout16.xml"/><Relationship Id="rId4" Type="http://schemas.openxmlformats.org/officeDocument/2006/relationships/image" Target="../media/image43.svg"/></Relationships>
</file>

<file path=ppt/slides/_rels/slide3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image" Target="../media/image5.png"/><Relationship Id="rId1" Type="http://schemas.openxmlformats.org/officeDocument/2006/relationships/slideLayout" Target="../slideLayouts/slideLayout16.xml"/><Relationship Id="rId4" Type="http://schemas.openxmlformats.org/officeDocument/2006/relationships/image" Target="../media/image45.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8.xml"/><Relationship Id="rId4" Type="http://schemas.openxmlformats.org/officeDocument/2006/relationships/image" Target="../media/image46.png"/></Relationships>
</file>

<file path=ppt/slides/_rels/slide34.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5.png"/><Relationship Id="rId1" Type="http://schemas.openxmlformats.org/officeDocument/2006/relationships/slideLayout" Target="../slideLayouts/slideLayout16.xml"/><Relationship Id="rId4" Type="http://schemas.openxmlformats.org/officeDocument/2006/relationships/image" Target="../media/image48.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6.xml"/><Relationship Id="rId4" Type="http://schemas.openxmlformats.org/officeDocument/2006/relationships/image" Target="../media/image49.png"/></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6.xml"/><Relationship Id="rId5" Type="http://schemas.openxmlformats.org/officeDocument/2006/relationships/image" Target="../media/image50.svg"/><Relationship Id="rId4" Type="http://schemas.openxmlformats.org/officeDocument/2006/relationships/image" Target="../media/image49.png"/></Relationships>
</file>

<file path=ppt/slides/_rels/slide37.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png"/><Relationship Id="rId1" Type="http://schemas.openxmlformats.org/officeDocument/2006/relationships/slideLayout" Target="../slideLayouts/slideLayout16.xml"/><Relationship Id="rId4" Type="http://schemas.openxmlformats.org/officeDocument/2006/relationships/image" Target="../media/image52.svg"/></Relationships>
</file>

<file path=ppt/slides/_rels/slide38.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image" Target="../media/image5.png"/><Relationship Id="rId1" Type="http://schemas.openxmlformats.org/officeDocument/2006/relationships/slideLayout" Target="../slideLayouts/slideLayout16.xml"/><Relationship Id="rId4" Type="http://schemas.openxmlformats.org/officeDocument/2006/relationships/image" Target="../media/image54.sv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59.png"/><Relationship Id="rId4" Type="http://schemas.openxmlformats.org/officeDocument/2006/relationships/image" Target="../media/image58.png"/></Relationships>
</file>

<file path=ppt/slides/_rels/slide4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ild 10" descr="Logo Universität Leipzig">
            <a:extLst>
              <a:ext uri="{FF2B5EF4-FFF2-40B4-BE49-F238E27FC236}">
                <a16:creationId xmlns:a16="http://schemas.microsoft.com/office/drawing/2014/main" id="{1727DE0D-6C6D-D0B8-E27C-48F66B20B6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0" y="5093"/>
            <a:ext cx="3429000" cy="14423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0" name="Titel 1"/>
          <p:cNvSpPr>
            <a:spLocks noGrp="1"/>
          </p:cNvSpPr>
          <p:nvPr>
            <p:ph type="ctrTitle"/>
          </p:nvPr>
        </p:nvSpPr>
        <p:spPr bwMode="auto">
          <a:xfrm>
            <a:off x="295275" y="2257425"/>
            <a:ext cx="8093075" cy="1485900"/>
          </a:xfrm>
        </p:spPr>
        <p:txBody>
          <a:bodyPr wrap="square" numCol="1" anchorCtr="0" compatLnSpc="1">
            <a:prstTxWarp prst="textNoShape">
              <a:avLst/>
            </a:prstTxWarp>
          </a:bodyPr>
          <a:lstStyle/>
          <a:p>
            <a:pPr eaLnBrk="1" hangingPunct="1"/>
            <a:r>
              <a:rPr lang="de-DE" altLang="de-DE" sz="2800" cap="none" dirty="0">
                <a:latin typeface="Arial" panose="020B0604020202020204" pitchFamily="34" charset="0"/>
                <a:cs typeface="Arial" panose="020B0604020202020204" pitchFamily="34" charset="0"/>
              </a:rPr>
              <a:t>Fortgeschrittene Methoden in d</a:t>
            </a:r>
            <a:r>
              <a:rPr lang="de-DE" altLang="de-DE" cap="none" dirty="0">
                <a:latin typeface="Arial" panose="020B0604020202020204" pitchFamily="34" charset="0"/>
                <a:cs typeface="Arial" panose="020B0604020202020204" pitchFamily="34" charset="0"/>
              </a:rPr>
              <a:t>er</a:t>
            </a:r>
            <a:r>
              <a:rPr lang="de-DE" altLang="de-DE" sz="2800" cap="none" dirty="0">
                <a:latin typeface="Arial" panose="020B0604020202020204" pitchFamily="34" charset="0"/>
                <a:cs typeface="Arial" panose="020B0604020202020204" pitchFamily="34" charset="0"/>
              </a:rPr>
              <a:t> Bierinformatik</a:t>
            </a:r>
          </a:p>
        </p:txBody>
      </p:sp>
      <p:sp>
        <p:nvSpPr>
          <p:cNvPr id="17411" name="Untertitel 2"/>
          <p:cNvSpPr>
            <a:spLocks noGrp="1"/>
          </p:cNvSpPr>
          <p:nvPr>
            <p:ph type="subTitle" idx="1"/>
          </p:nvPr>
        </p:nvSpPr>
        <p:spPr>
          <a:xfrm>
            <a:off x="295275" y="1769509"/>
            <a:ext cx="6400800" cy="473075"/>
          </a:xfrm>
        </p:spPr>
        <p:txBody>
          <a:bodyPr/>
          <a:lstStyle/>
          <a:p>
            <a:pPr eaLnBrk="1" hangingPunct="1"/>
            <a:r>
              <a:rPr lang="de-DE" altLang="de-DE" i="1" dirty="0">
                <a:latin typeface="Arial" panose="020B0604020202020204" pitchFamily="34" charset="0"/>
                <a:cs typeface="Arial" panose="020B0604020202020204" pitchFamily="34" charset="0"/>
              </a:rPr>
              <a:t>„Breaking BMGs“</a:t>
            </a:r>
          </a:p>
        </p:txBody>
      </p:sp>
      <p:sp>
        <p:nvSpPr>
          <p:cNvPr id="17414" name="Inhaltsplatzhalter 3"/>
          <p:cNvSpPr>
            <a:spLocks noGrp="1"/>
          </p:cNvSpPr>
          <p:nvPr>
            <p:ph sz="half" idx="4294967295"/>
          </p:nvPr>
        </p:nvSpPr>
        <p:spPr>
          <a:xfrm>
            <a:off x="295275" y="3225800"/>
            <a:ext cx="3744913" cy="517525"/>
          </a:xfrm>
        </p:spPr>
        <p:txBody>
          <a:bodyPr/>
          <a:lstStyle/>
          <a:p>
            <a:pPr marL="0" indent="0" eaLnBrk="1" hangingPunct="1"/>
            <a:r>
              <a:rPr lang="de-DE" altLang="de-DE" sz="1600" dirty="0">
                <a:latin typeface="Arial" panose="020B0604020202020204" pitchFamily="34" charset="0"/>
                <a:cs typeface="Arial" panose="020B0604020202020204" pitchFamily="34" charset="0"/>
              </a:rPr>
              <a:t>SS 2026</a:t>
            </a:r>
          </a:p>
          <a:p>
            <a:pPr marL="0" indent="0"/>
            <a:r>
              <a:rPr lang="de-DE" altLang="de-DE" sz="1600" dirty="0">
                <a:latin typeface="Arial" panose="020B0604020202020204" pitchFamily="34" charset="0"/>
                <a:cs typeface="Arial" panose="020B0604020202020204" pitchFamily="34" charset="0"/>
              </a:rPr>
              <a:t>Dr. Julia van </a:t>
            </a:r>
            <a:r>
              <a:rPr lang="de-DE" altLang="de-DE" sz="1600" dirty="0" err="1">
                <a:latin typeface="Arial" panose="020B0604020202020204" pitchFamily="34" charset="0"/>
                <a:cs typeface="Arial" panose="020B0604020202020204" pitchFamily="34" charset="0"/>
              </a:rPr>
              <a:t>Beesel</a:t>
            </a:r>
            <a:r>
              <a:rPr lang="de-DE" altLang="de-DE" sz="1600" dirty="0">
                <a:latin typeface="Arial" panose="020B0604020202020204" pitchFamily="34" charset="0"/>
                <a:cs typeface="Arial" panose="020B0604020202020204" pitchFamily="34" charset="0"/>
              </a:rPr>
              <a:t>, Max Kleineberg, Tony </a:t>
            </a:r>
            <a:r>
              <a:rPr lang="de-DE" altLang="de-DE" sz="1600" dirty="0" err="1">
                <a:latin typeface="Arial" panose="020B0604020202020204" pitchFamily="34" charset="0"/>
                <a:cs typeface="Arial" panose="020B0604020202020204" pitchFamily="34" charset="0"/>
              </a:rPr>
              <a:t>Iberler</a:t>
            </a:r>
            <a:r>
              <a:rPr lang="de-DE" altLang="de-DE" sz="1600" dirty="0">
                <a:latin typeface="Arial" panose="020B0604020202020204" pitchFamily="34" charset="0"/>
                <a:cs typeface="Arial" panose="020B0604020202020204" pitchFamily="34" charset="0"/>
              </a:rPr>
              <a:t>, Dr. Alex Mordhorst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Inhaltsplatzhalter 2"/>
          <p:cNvSpPr>
            <a:spLocks noGrp="1"/>
          </p:cNvSpPr>
          <p:nvPr>
            <p:ph idx="1"/>
          </p:nvPr>
        </p:nvSpPr>
        <p:spPr>
          <a:xfrm>
            <a:off x="391443" y="1045653"/>
            <a:ext cx="8234363" cy="3442632"/>
          </a:xfrm>
        </p:spPr>
        <p:txBody>
          <a:bodyPr>
            <a:normAutofit/>
          </a:bodyPr>
          <a:lstStyle/>
          <a:p>
            <a:pPr marL="342900" indent="-342900">
              <a:buFont typeface="+mj-lt"/>
              <a:buAutoNum type="arabicPeriod"/>
              <a:defRPr/>
            </a:pPr>
            <a:r>
              <a:rPr lang="de-DE" altLang="de-DE" sz="2000" dirty="0" err="1">
                <a:latin typeface="Arial" panose="020B0604020202020204" pitchFamily="34" charset="0"/>
                <a:ea typeface="ＭＳ Ｐゴシック" charset="0"/>
                <a:cs typeface="Arial" panose="020B0604020202020204" pitchFamily="34" charset="0"/>
              </a:rPr>
              <a:t>Compare</a:t>
            </a:r>
            <a:r>
              <a:rPr lang="de-DE" altLang="de-DE" sz="2000" dirty="0">
                <a:latin typeface="Arial" panose="020B0604020202020204" pitchFamily="34" charset="0"/>
                <a:ea typeface="ＭＳ Ｐゴシック" charset="0"/>
                <a:cs typeface="Arial" panose="020B0604020202020204" pitchFamily="34" charset="0"/>
              </a:rPr>
              <a:t> the </a:t>
            </a:r>
            <a:r>
              <a:rPr lang="de-DE" altLang="de-DE" sz="2000" dirty="0" err="1">
                <a:latin typeface="Arial" panose="020B0604020202020204" pitchFamily="34" charset="0"/>
                <a:ea typeface="ＭＳ Ｐゴシック" charset="0"/>
                <a:cs typeface="Arial" panose="020B0604020202020204" pitchFamily="34" charset="0"/>
              </a:rPr>
              <a:t>definition</a:t>
            </a:r>
            <a:r>
              <a:rPr lang="de-DE" altLang="de-DE" sz="2000" dirty="0">
                <a:latin typeface="Arial" panose="020B0604020202020204" pitchFamily="34" charset="0"/>
                <a:ea typeface="ＭＳ Ｐゴシック" charset="0"/>
                <a:cs typeface="Arial" panose="020B0604020202020204" pitchFamily="34" charset="0"/>
              </a:rPr>
              <a:t> of </a:t>
            </a:r>
            <a:r>
              <a:rPr lang="de-DE" altLang="de-DE" sz="2000" dirty="0" err="1">
                <a:latin typeface="Arial" panose="020B0604020202020204" pitchFamily="34" charset="0"/>
                <a:ea typeface="ＭＳ Ｐゴシック" charset="0"/>
                <a:cs typeface="Arial" panose="020B0604020202020204" pitchFamily="34" charset="0"/>
              </a:rPr>
              <a:t>best</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matches</a:t>
            </a:r>
            <a:r>
              <a:rPr lang="de-DE" altLang="de-DE" sz="2000" dirty="0">
                <a:latin typeface="Arial" panose="020B0604020202020204" pitchFamily="34" charset="0"/>
                <a:ea typeface="ＭＳ Ｐゴシック" charset="0"/>
                <a:cs typeface="Arial" panose="020B0604020202020204" pitchFamily="34" charset="0"/>
              </a:rPr>
              <a:t> and </a:t>
            </a:r>
            <a:r>
              <a:rPr lang="de-DE" altLang="de-DE" sz="2000" dirty="0" err="1">
                <a:latin typeface="Arial" panose="020B0604020202020204" pitchFamily="34" charset="0"/>
                <a:ea typeface="ＭＳ Ｐゴシック" charset="0"/>
                <a:cs typeface="Arial" panose="020B0604020202020204" pitchFamily="34" charset="0"/>
              </a:rPr>
              <a:t>weak</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best</a:t>
            </a:r>
            <a:r>
              <a:rPr lang="de-DE" altLang="de-DE" sz="2000" dirty="0">
                <a:latin typeface="Arial" panose="020B0604020202020204" pitchFamily="34" charset="0"/>
                <a:ea typeface="ＭＳ Ｐゴシック" charset="0"/>
                <a:cs typeface="Arial" panose="020B0604020202020204" pitchFamily="34" charset="0"/>
              </a:rPr>
              <a:t> </a:t>
            </a:r>
            <a:r>
              <a:rPr lang="de-DE" altLang="de-DE" sz="2000" dirty="0" err="1">
                <a:latin typeface="Arial" panose="020B0604020202020204" pitchFamily="34" charset="0"/>
                <a:ea typeface="ＭＳ Ｐゴシック" charset="0"/>
                <a:cs typeface="Arial" panose="020B0604020202020204" pitchFamily="34" charset="0"/>
              </a:rPr>
              <a:t>matches</a:t>
            </a:r>
            <a:r>
              <a:rPr lang="de-DE" altLang="de-DE" sz="2000" dirty="0">
                <a:latin typeface="Arial" panose="020B0604020202020204" pitchFamily="34" charset="0"/>
                <a:ea typeface="ＭＳ Ｐゴシック" charset="0"/>
                <a:cs typeface="Arial" panose="020B0604020202020204" pitchFamily="34" charset="0"/>
              </a:rPr>
              <a:t>:</a:t>
            </a:r>
          </a:p>
          <a:p>
            <a:pPr marL="787400" lvl="1" indent="-342900">
              <a:buFont typeface="+mj-lt"/>
              <a:buAutoNum type="alphaLcParenR"/>
              <a:defRPr/>
            </a:pPr>
            <a:r>
              <a:rPr lang="en-DE" sz="1800" dirty="0"/>
              <a:t>Check whether every best match in (N, σ) is also a weak best match. Test this computationally, but also try to give a formal argument. </a:t>
            </a:r>
          </a:p>
          <a:p>
            <a:pPr marL="787400" lvl="1" indent="-342900">
              <a:buFont typeface="+mj-lt"/>
              <a:buAutoNum type="alphaLcParenR"/>
              <a:defRPr/>
            </a:pPr>
            <a:r>
              <a:rPr lang="en-DE" sz="1800" dirty="0"/>
              <a:t>Check if a modified version of the BIC-cherry + expansion procedure yields networks that explain weak best match graphs. </a:t>
            </a:r>
          </a:p>
          <a:p>
            <a:pPr marL="342900" indent="-342900">
              <a:buFont typeface="+mj-lt"/>
              <a:buAutoNum type="arabicPeriod"/>
              <a:defRPr/>
            </a:pPr>
            <a:r>
              <a:rPr lang="en-DE" sz="2000" dirty="0"/>
              <a:t>Find a way to edit the explaining networks for (weak) best matches to become more tree like. </a:t>
            </a:r>
          </a:p>
          <a:p>
            <a:pPr marL="342900" indent="-342900">
              <a:buFont typeface="+mj-lt"/>
              <a:buAutoNum type="arabicPeriod"/>
              <a:defRPr/>
            </a:pPr>
            <a:endParaRPr lang="de-DE" altLang="de-DE" b="1" dirty="0">
              <a:latin typeface="Arial" panose="020B0604020202020204" pitchFamily="34" charset="0"/>
              <a:cs typeface="Arial" panose="020B0604020202020204" pitchFamily="34" charset="0"/>
            </a:endParaRPr>
          </a:p>
        </p:txBody>
      </p:sp>
      <p:sp>
        <p:nvSpPr>
          <p:cNvPr id="6" name="Foliennummernplatzhalter 1"/>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2</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5B65E0B5-832F-9B0E-1BCB-37B8EAA8EE8F}"/>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591BCECF-4983-6487-CF89-CB8CD683CC46}"/>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Objectives</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30EE2D39-2D5D-1AA3-A57B-AD925C88B479}"/>
              </a:ext>
            </a:extLst>
          </p:cNvPr>
          <p:cNvSpPr txBox="1">
            <a:spLocks/>
          </p:cNvSpPr>
          <p:nvPr/>
        </p:nvSpPr>
        <p:spPr bwMode="auto">
          <a:xfrm>
            <a:off x="391444" y="12485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sz="1400" b="0" cap="none" dirty="0">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C59DB-C6F9-4B81-BC24-BE1B4AC9549C}"/>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EA169C17-5DC3-F56E-3655-5E6A489EEE2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3</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B917E750-37B0-7BB8-B67E-C74668974FFA}"/>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9C07E3E4-8AAD-E7AA-B83D-960C14FEA849}"/>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42321905-17EA-3772-4C81-6E6112B83CA6}"/>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2" name="Titel 1">
            <a:extLst>
              <a:ext uri="{FF2B5EF4-FFF2-40B4-BE49-F238E27FC236}">
                <a16:creationId xmlns:a16="http://schemas.microsoft.com/office/drawing/2014/main" id="{26442F56-410C-1895-0DD2-2CA344D3657D}"/>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Formal Argument</a:t>
            </a:r>
            <a:endParaRPr lang="de-DE" altLang="de-DE" sz="1400" u="sng" cap="none" dirty="0">
              <a:latin typeface="Arial" panose="020B0604020202020204" pitchFamily="34" charset="0"/>
              <a:cs typeface="Arial" panose="020B0604020202020204" pitchFamily="34" charset="0"/>
            </a:endParaRPr>
          </a:p>
          <a:p>
            <a:pPr>
              <a:buClr>
                <a:srgbClr val="D8413E"/>
              </a:buClr>
              <a:defRPr/>
            </a:pPr>
            <a:endParaRPr lang="de-DE" altLang="de-DE" sz="1400" u="sng" cap="none"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33D62FC-C6AF-6533-EAA1-FAD1E80CE4A7}"/>
                  </a:ext>
                </a:extLst>
              </p:cNvPr>
              <p:cNvSpPr txBox="1"/>
              <p:nvPr/>
            </p:nvSpPr>
            <p:spPr>
              <a:xfrm>
                <a:off x="2230900" y="1673280"/>
                <a:ext cx="4682200" cy="466200"/>
              </a:xfrm>
              <a:prstGeom prst="rect">
                <a:avLst/>
              </a:prstGeom>
            </p:spPr>
            <p:txBody>
              <a:bodyPr/>
              <a:lstStyle/>
              <a:p>
                <a:pPr/>
                <a14:m>
                  <m:oMathPara xmlns:m="http://schemas.openxmlformats.org/officeDocument/2006/math">
                    <m:oMath>
                      <m:r>
                        <a:rPr lang="ar-AE" smtClean="0">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𝜏</m:t>
                          </m:r>
                        </m:e>
                      </m:d>
                      <m:r>
                        <a:rPr lang="ar-AE">
                          <a:latin typeface="Cambria Math" panose="02040503050406030204" pitchFamily="18" charset="0"/>
                        </a:rPr>
                        <m:t>=</m:t>
                      </m:r>
                      <m:limLow>
                        <m:limLowPr>
                          <m:ctrlPr>
                            <a:rPr lang="ar-AE">
                              <a:latin typeface="Cambria Math" panose="02040503050406030204" pitchFamily="18" charset="0"/>
                            </a:rPr>
                          </m:ctrlPr>
                        </m:limLowPr>
                        <m:e>
                          <m:r>
                            <a:rPr lang="ar-AE">
                              <a:latin typeface="Cambria Math" panose="02040503050406030204" pitchFamily="18" charset="0"/>
                            </a:rPr>
                            <m:t>𝑚𝑖𝑛</m:t>
                          </m:r>
                        </m:e>
                        <m:lim>
                          <m:r>
                            <a:rPr lang="ar-AE">
                              <a:latin typeface="Cambria Math" panose="02040503050406030204" pitchFamily="18" charset="0"/>
                            </a:rPr>
                            <m:t>≼</m:t>
                          </m:r>
                        </m:lim>
                      </m:limLow>
                      <m:d>
                        <m:dPr>
                          <m:begChr m:val="{"/>
                          <m:endChr m:val="}"/>
                          <m:ctrlPr>
                            <a:rPr lang="ar-AE">
                              <a:latin typeface="Cambria Math" panose="02040503050406030204" pitchFamily="18" charset="0"/>
                            </a:rPr>
                          </m:ctrlPr>
                        </m:dPr>
                        <m:e>
                          <m:r>
                            <a:rPr lang="ar-AE">
                              <a:latin typeface="Cambria Math" panose="02040503050406030204" pitchFamily="18" charset="0"/>
                            </a:rPr>
                            <m:t>𝑣</m:t>
                          </m:r>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𝜏</m:t>
                          </m:r>
                        </m:e>
                      </m:d>
                    </m:oMath>
                  </m:oMathPara>
                </a14:m>
                <a:endParaRPr dirty="0"/>
              </a:p>
            </p:txBody>
          </p:sp>
        </mc:Choice>
        <mc:Fallback>
          <p:sp>
            <p:nvSpPr>
              <p:cNvPr id="3" name="TextBox 2">
                <a:extLst>
                  <a:ext uri="{FF2B5EF4-FFF2-40B4-BE49-F238E27FC236}">
                    <a16:creationId xmlns:a16="http://schemas.microsoft.com/office/drawing/2014/main" id="{833D62FC-C6AF-6533-EAA1-FAD1E80CE4A7}"/>
                  </a:ext>
                </a:extLst>
              </p:cNvPr>
              <p:cNvSpPr txBox="1">
                <a:spLocks noRot="1" noChangeAspect="1" noMove="1" noResize="1" noEditPoints="1" noAdjustHandles="1" noChangeArrowheads="1" noChangeShapeType="1" noTextEdit="1"/>
              </p:cNvSpPr>
              <p:nvPr/>
            </p:nvSpPr>
            <p:spPr>
              <a:xfrm>
                <a:off x="2230900" y="1673280"/>
                <a:ext cx="4682200" cy="466200"/>
              </a:xfrm>
              <a:prstGeom prst="rect">
                <a:avLst/>
              </a:prstGeom>
              <a:blipFill>
                <a:blip r:embed="rId3"/>
                <a:stretch>
                  <a:fillRect/>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72C809A-DE1E-C425-D629-574C423DBEE5}"/>
                  </a:ext>
                </a:extLst>
              </p:cNvPr>
              <p:cNvSpPr txBox="1"/>
              <p:nvPr/>
            </p:nvSpPr>
            <p:spPr>
              <a:xfrm>
                <a:off x="2751480" y="1068840"/>
                <a:ext cx="3641400" cy="320040"/>
              </a:xfrm>
              <a:prstGeom prst="rect">
                <a:avLst/>
              </a:prstGeom>
            </p:spPr>
            <p:txBody>
              <a:bodyPr/>
              <a:lstStyle/>
              <a:p>
                <a:pPr/>
                <a14:m>
                  <m:oMathPara xmlns:m="http://schemas.openxmlformats.org/officeDocument/2006/math">
                    <m:oMath>
                      <m:r>
                        <a:rPr>
                          <a:latin typeface="Cambria Math" panose="02040503050406030204" pitchFamily="18" charset="0"/>
                        </a:rPr>
                        <m:t>∀</m:t>
                      </m:r>
                      <m:r>
                        <a:rPr>
                          <a:latin typeface="Cambria Math" panose="02040503050406030204" pitchFamily="18" charset="0"/>
                        </a:rPr>
                        <m:t>𝑥</m:t>
                      </m:r>
                      <m:r>
                        <a:rPr>
                          <a:latin typeface="Cambria Math" panose="02040503050406030204" pitchFamily="18" charset="0"/>
                        </a:rPr>
                        <m:t>∈</m:t>
                      </m:r>
                      <m:r>
                        <a:rPr>
                          <a:latin typeface="Cambria Math" panose="02040503050406030204" pitchFamily="18" charset="0"/>
                        </a:rPr>
                        <m:t>𝐿</m:t>
                      </m:r>
                      <m:d>
                        <m:dPr>
                          <m:ctrlPr>
                            <a:rPr>
                              <a:latin typeface="Cambria Math" panose="02040503050406030204" pitchFamily="18" charset="0"/>
                            </a:rPr>
                          </m:ctrlPr>
                        </m:dPr>
                        <m:e>
                          <m:r>
                            <a:rPr>
                              <a:latin typeface="Cambria Math" panose="02040503050406030204" pitchFamily="18" charset="0"/>
                            </a:rPr>
                            <m:t>𝑁</m:t>
                          </m:r>
                        </m:e>
                      </m:d>
                      <m:r>
                        <a:rPr>
                          <a:latin typeface="Cambria Math" panose="02040503050406030204" pitchFamily="18" charset="0"/>
                        </a:rPr>
                        <m:t>∧</m:t>
                      </m:r>
                      <m:r>
                        <a:rPr>
                          <a:latin typeface="Cambria Math" panose="02040503050406030204" pitchFamily="18" charset="0"/>
                        </a:rPr>
                        <m:t>𝜏</m:t>
                      </m:r>
                      <m:r>
                        <a:rPr>
                          <a:latin typeface="Cambria Math" panose="02040503050406030204" pitchFamily="18" charset="0"/>
                        </a:rPr>
                        <m:t>∈</m:t>
                      </m:r>
                      <m:r>
                        <a:rPr>
                          <a:latin typeface="Cambria Math" panose="02040503050406030204" pitchFamily="18" charset="0"/>
                        </a:rPr>
                        <m:t>𝜎</m:t>
                      </m:r>
                      <m:d>
                        <m:dPr>
                          <m:ctrlPr>
                            <a:rPr>
                              <a:latin typeface="Cambria Math" panose="02040503050406030204" pitchFamily="18" charset="0"/>
                            </a:rPr>
                          </m:ctrlPr>
                        </m:dPr>
                        <m:e>
                          <m:r>
                            <a:rPr>
                              <a:latin typeface="Cambria Math" panose="02040503050406030204" pitchFamily="18" charset="0"/>
                            </a:rPr>
                            <m:t>𝐿</m:t>
                          </m:r>
                          <m:d>
                            <m:dPr>
                              <m:ctrlPr>
                                <a:rPr>
                                  <a:latin typeface="Cambria Math" panose="02040503050406030204" pitchFamily="18" charset="0"/>
                                </a:rPr>
                              </m:ctrlPr>
                            </m:dPr>
                            <m:e>
                              <m:r>
                                <a:rPr>
                                  <a:latin typeface="Cambria Math" panose="02040503050406030204" pitchFamily="18" charset="0"/>
                                </a:rPr>
                                <m:t>𝑁</m:t>
                              </m:r>
                            </m:e>
                          </m:d>
                        </m:e>
                      </m:d>
                      <m:r>
                        <a:rPr>
                          <a:latin typeface="Cambria Math" panose="02040503050406030204" pitchFamily="18" charset="0"/>
                        </a:rPr>
                        <m:t>∖</m:t>
                      </m:r>
                      <m:d>
                        <m:dPr>
                          <m:begChr m:val="{"/>
                          <m:endChr m:val="}"/>
                          <m:ctrlPr>
                            <a:rPr>
                              <a:latin typeface="Cambria Math" panose="02040503050406030204" pitchFamily="18" charset="0"/>
                            </a:rPr>
                          </m:ctrlPr>
                        </m:dPr>
                        <m:e>
                          <m:r>
                            <a:rPr>
                              <a:latin typeface="Cambria Math" panose="02040503050406030204" pitchFamily="18" charset="0"/>
                            </a:rPr>
                            <m:t>𝜎</m:t>
                          </m:r>
                          <m:d>
                            <m:dPr>
                              <m:ctrlPr>
                                <a:rPr>
                                  <a:latin typeface="Cambria Math" panose="02040503050406030204" pitchFamily="18" charset="0"/>
                                </a:rPr>
                              </m:ctrlPr>
                            </m:dPr>
                            <m:e>
                              <m:r>
                                <a:rPr>
                                  <a:latin typeface="Cambria Math" panose="02040503050406030204" pitchFamily="18" charset="0"/>
                                </a:rPr>
                                <m:t>𝑥</m:t>
                              </m:r>
                            </m:e>
                          </m:d>
                        </m:e>
                      </m:d>
                    </m:oMath>
                  </m:oMathPara>
                </a14:m>
                <a:endParaRPr dirty="0"/>
              </a:p>
            </p:txBody>
          </p:sp>
        </mc:Choice>
        <mc:Fallback>
          <p:sp>
            <p:nvSpPr>
              <p:cNvPr id="4" name="TextBox 3">
                <a:extLst>
                  <a:ext uri="{FF2B5EF4-FFF2-40B4-BE49-F238E27FC236}">
                    <a16:creationId xmlns:a16="http://schemas.microsoft.com/office/drawing/2014/main" id="{772C809A-DE1E-C425-D629-574C423DBEE5}"/>
                  </a:ext>
                </a:extLst>
              </p:cNvPr>
              <p:cNvSpPr txBox="1">
                <a:spLocks noRot="1" noChangeAspect="1" noMove="1" noResize="1" noEditPoints="1" noAdjustHandles="1" noChangeArrowheads="1" noChangeShapeType="1" noTextEdit="1"/>
              </p:cNvSpPr>
              <p:nvPr/>
            </p:nvSpPr>
            <p:spPr>
              <a:xfrm>
                <a:off x="2751480" y="1068840"/>
                <a:ext cx="3641400" cy="320040"/>
              </a:xfrm>
              <a:prstGeom prst="rect">
                <a:avLst/>
              </a:prstGeom>
              <a:blipFill>
                <a:blip r:embed="rId4"/>
                <a:stretch>
                  <a:fillRect b="-38462"/>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BF2211E-964B-9F52-5ED8-5FDFD55D804C}"/>
                  </a:ext>
                </a:extLst>
              </p:cNvPr>
              <p:cNvSpPr txBox="1"/>
              <p:nvPr/>
            </p:nvSpPr>
            <p:spPr>
              <a:xfrm>
                <a:off x="1513440" y="2926080"/>
                <a:ext cx="6117480" cy="329040"/>
              </a:xfrm>
              <a:prstGeom prst="rect">
                <a:avLst/>
              </a:prstGeom>
            </p:spPr>
            <p:txBody>
              <a:bodyPr/>
              <a:lstStyle/>
              <a:p>
                <a:pPr/>
                <a14:m>
                  <m:oMathPara xmlns:m="http://schemas.openxmlformats.org/officeDocument/2006/math">
                    <m:oMath>
                      <m:r>
                        <a:rPr lang="ar-AE" smtClean="0">
                          <a:latin typeface="Cambria Math" panose="02040503050406030204" pitchFamily="18" charset="0"/>
                        </a:rPr>
                        <m:t>∀</m:t>
                      </m:r>
                      <m:r>
                        <a:rPr lang="ar-AE" smtClean="0">
                          <a:latin typeface="Cambria Math" panose="02040503050406030204" pitchFamily="18" charset="0"/>
                        </a:rPr>
                        <m:t>𝑥</m:t>
                      </m:r>
                      <m:r>
                        <a:rPr lang="ar-AE" smtClean="0">
                          <a:latin typeface="Cambria Math" panose="02040503050406030204" pitchFamily="18" charset="0"/>
                        </a:rPr>
                        <m:t>,</m:t>
                      </m:r>
                      <m:r>
                        <a:rPr lang="ar-AE" smtClean="0">
                          <a:latin typeface="Cambria Math" panose="02040503050406030204" pitchFamily="18" charset="0"/>
                        </a:rPr>
                        <m:t>𝑦</m:t>
                      </m:r>
                      <m:r>
                        <a:rPr lang="ar-AE" smtClean="0">
                          <a:latin typeface="Cambria Math" panose="02040503050406030204" pitchFamily="18" charset="0"/>
                        </a:rPr>
                        <m:t>∈</m:t>
                      </m:r>
                      <m:r>
                        <a:rPr lang="ar-AE" smtClean="0">
                          <a:latin typeface="Cambria Math" panose="02040503050406030204" pitchFamily="18" charset="0"/>
                        </a:rPr>
                        <m:t>𝐿</m:t>
                      </m:r>
                      <m:d>
                        <m:dPr>
                          <m:ctrlPr>
                            <a:rPr lang="ar-AE">
                              <a:latin typeface="Cambria Math" panose="02040503050406030204" pitchFamily="18" charset="0"/>
                            </a:rPr>
                          </m:ctrlPr>
                        </m:dPr>
                        <m:e>
                          <m:r>
                            <a:rPr lang="ar-AE">
                              <a:latin typeface="Cambria Math" panose="02040503050406030204" pitchFamily="18" charset="0"/>
                            </a:rPr>
                            <m:t>𝑁</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𝑥</m:t>
                          </m:r>
                        </m:e>
                      </m:d>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e>
                      </m:d>
                      <m:r>
                        <a:rPr lang="ar-AE">
                          <a:latin typeface="Cambria Math" panose="02040503050406030204" pitchFamily="18" charset="0"/>
                        </a:rPr>
                        <m:t>≠∅</m:t>
                      </m:r>
                    </m:oMath>
                  </m:oMathPara>
                </a14:m>
                <a:endParaRPr dirty="0"/>
              </a:p>
            </p:txBody>
          </p:sp>
        </mc:Choice>
        <mc:Fallback>
          <p:sp>
            <p:nvSpPr>
              <p:cNvPr id="5" name="TextBox 4">
                <a:extLst>
                  <a:ext uri="{FF2B5EF4-FFF2-40B4-BE49-F238E27FC236}">
                    <a16:creationId xmlns:a16="http://schemas.microsoft.com/office/drawing/2014/main" id="{4BF2211E-964B-9F52-5ED8-5FDFD55D804C}"/>
                  </a:ext>
                </a:extLst>
              </p:cNvPr>
              <p:cNvSpPr txBox="1">
                <a:spLocks noRot="1" noChangeAspect="1" noMove="1" noResize="1" noEditPoints="1" noAdjustHandles="1" noChangeArrowheads="1" noChangeShapeType="1" noTextEdit="1"/>
              </p:cNvSpPr>
              <p:nvPr/>
            </p:nvSpPr>
            <p:spPr>
              <a:xfrm>
                <a:off x="1513440" y="2926080"/>
                <a:ext cx="6117480" cy="329040"/>
              </a:xfrm>
              <a:prstGeom prst="rect">
                <a:avLst/>
              </a:prstGeom>
              <a:blipFill>
                <a:blip r:embed="rId5"/>
                <a:stretch>
                  <a:fillRect b="-25926"/>
                </a:stretch>
              </a:blipFill>
            </p:spPr>
            <p:txBody>
              <a:bodyPr/>
              <a:lstStyle/>
              <a:p>
                <a:r>
                  <a:rPr lang="en-DE">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48BD785-70D9-AE1A-18E9-E99A67A93F56}"/>
                  </a:ext>
                </a:extLst>
              </p:cNvPr>
              <p:cNvSpPr txBox="1"/>
              <p:nvPr/>
            </p:nvSpPr>
            <p:spPr>
              <a:xfrm>
                <a:off x="1740960" y="4069080"/>
                <a:ext cx="5662080" cy="329040"/>
              </a:xfrm>
              <a:prstGeom prst="rect">
                <a:avLst/>
              </a:prstGeom>
            </p:spPr>
            <p:txBody>
              <a:bodyPr/>
              <a:lstStyle/>
              <a:p>
                <a:pPr/>
                <a14:m>
                  <m:oMathPara xmlns:m="http://schemas.openxmlformats.org/officeDocument/2006/math">
                    <m:oMath>
                      <m:r>
                        <a:rPr lang="ar-AE" smtClean="0">
                          <a:latin typeface="Cambria Math" panose="02040503050406030204" pitchFamily="18" charset="0"/>
                        </a:rPr>
                        <m:t>∀</m:t>
                      </m:r>
                      <m:r>
                        <a:rPr lang="ar-AE" smtClean="0">
                          <a:latin typeface="Cambria Math" panose="02040503050406030204" pitchFamily="18" charset="0"/>
                        </a:rPr>
                        <m:t>𝑥</m:t>
                      </m:r>
                      <m:r>
                        <a:rPr lang="ar-AE" smtClean="0">
                          <a:latin typeface="Cambria Math" panose="02040503050406030204" pitchFamily="18" charset="0"/>
                        </a:rPr>
                        <m:t>,</m:t>
                      </m:r>
                      <m:r>
                        <a:rPr lang="ar-AE" smtClean="0">
                          <a:latin typeface="Cambria Math" panose="02040503050406030204" pitchFamily="18" charset="0"/>
                        </a:rPr>
                        <m:t>𝑦</m:t>
                      </m:r>
                      <m:r>
                        <a:rPr lang="ar-AE" smtClean="0">
                          <a:latin typeface="Cambria Math" panose="02040503050406030204" pitchFamily="18" charset="0"/>
                        </a:rPr>
                        <m:t>∈</m:t>
                      </m:r>
                      <m:r>
                        <a:rPr lang="ar-AE" smtClean="0">
                          <a:latin typeface="Cambria Math" panose="02040503050406030204" pitchFamily="18" charset="0"/>
                        </a:rPr>
                        <m:t>𝐿</m:t>
                      </m:r>
                      <m:d>
                        <m:dPr>
                          <m:ctrlPr>
                            <a:rPr lang="ar-AE">
                              <a:latin typeface="Cambria Math" panose="02040503050406030204" pitchFamily="18" charset="0"/>
                            </a:rPr>
                          </m:ctrlPr>
                        </m:dPr>
                        <m:e>
                          <m:r>
                            <a:rPr lang="ar-AE">
                              <a:latin typeface="Cambria Math" panose="02040503050406030204" pitchFamily="18" charset="0"/>
                            </a:rPr>
                            <m:t>𝑁</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𝑥</m:t>
                          </m:r>
                        </m:e>
                      </m:d>
                      <m:r>
                        <a:rPr lang="ar-AE">
                          <a:latin typeface="Cambria Math" panose="02040503050406030204" pitchFamily="18" charset="0"/>
                        </a:rPr>
                        <m:t>:</m:t>
                      </m:r>
                      <m:r>
                        <m:rPr>
                          <m:sty m:val="p"/>
                        </m:rPr>
                        <a:rPr lang="en-GB" b="0" i="0" smtClean="0">
                          <a:latin typeface="Cambria Math" panose="02040503050406030204" pitchFamily="18" charset="0"/>
                        </a:rPr>
                        <m:t>L</m:t>
                      </m:r>
                      <m:r>
                        <m:rPr>
                          <m:sty m:val="p"/>
                        </m:rPr>
                        <a:rPr lang="de-DE" b="0" i="0" smtClean="0">
                          <a:latin typeface="Cambria Math" panose="02040503050406030204" pitchFamily="18" charset="0"/>
                        </a:rPr>
                        <m:t>CA</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𝑦</m:t>
                          </m:r>
                        </m:e>
                      </m:d>
                      <m:r>
                        <a:rPr lang="ar-AE">
                          <a:latin typeface="Cambria Math" panose="02040503050406030204" pitchFamily="18" charset="0"/>
                        </a:rPr>
                        <m:t>⊆</m:t>
                      </m:r>
                      <m:r>
                        <a:rPr lang="ar-AE">
                          <a:latin typeface="Cambria Math" panose="02040503050406030204" pitchFamily="18" charset="0"/>
                        </a:rPr>
                        <m:t>𝑄</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𝜎</m:t>
                          </m:r>
                          <m:d>
                            <m:dPr>
                              <m:ctrlPr>
                                <a:rPr lang="ar-AE">
                                  <a:latin typeface="Cambria Math" panose="02040503050406030204" pitchFamily="18" charset="0"/>
                                </a:rPr>
                              </m:ctrlPr>
                            </m:dPr>
                            <m:e>
                              <m:r>
                                <a:rPr lang="ar-AE">
                                  <a:latin typeface="Cambria Math" panose="02040503050406030204" pitchFamily="18" charset="0"/>
                                </a:rPr>
                                <m:t>𝑦</m:t>
                              </m:r>
                            </m:e>
                          </m:d>
                        </m:e>
                      </m:d>
                    </m:oMath>
                  </m:oMathPara>
                </a14:m>
                <a:endParaRPr dirty="0"/>
              </a:p>
            </p:txBody>
          </p:sp>
        </mc:Choice>
        <mc:Fallback>
          <p:sp>
            <p:nvSpPr>
              <p:cNvPr id="10" name="TextBox 9">
                <a:extLst>
                  <a:ext uri="{FF2B5EF4-FFF2-40B4-BE49-F238E27FC236}">
                    <a16:creationId xmlns:a16="http://schemas.microsoft.com/office/drawing/2014/main" id="{648BD785-70D9-AE1A-18E9-E99A67A93F56}"/>
                  </a:ext>
                </a:extLst>
              </p:cNvPr>
              <p:cNvSpPr txBox="1">
                <a:spLocks noRot="1" noChangeAspect="1" noMove="1" noResize="1" noEditPoints="1" noAdjustHandles="1" noChangeArrowheads="1" noChangeShapeType="1" noTextEdit="1"/>
              </p:cNvSpPr>
              <p:nvPr/>
            </p:nvSpPr>
            <p:spPr>
              <a:xfrm>
                <a:off x="1740960" y="4069080"/>
                <a:ext cx="5662080" cy="329040"/>
              </a:xfrm>
              <a:prstGeom prst="rect">
                <a:avLst/>
              </a:prstGeom>
              <a:blipFill>
                <a:blip r:embed="rId6"/>
                <a:stretch>
                  <a:fillRect b="-25926"/>
                </a:stretch>
              </a:blipFill>
            </p:spPr>
            <p:txBody>
              <a:bodyPr/>
              <a:lstStyle/>
              <a:p>
                <a:r>
                  <a:rPr lang="en-DE">
                    <a:noFill/>
                  </a:rPr>
                  <a:t> </a:t>
                </a:r>
              </a:p>
            </p:txBody>
          </p:sp>
        </mc:Fallback>
      </mc:AlternateContent>
      <p:sp>
        <p:nvSpPr>
          <p:cNvPr id="11" name="Inhaltsplatzhalter 1">
            <a:extLst>
              <a:ext uri="{FF2B5EF4-FFF2-40B4-BE49-F238E27FC236}">
                <a16:creationId xmlns:a16="http://schemas.microsoft.com/office/drawing/2014/main" id="{79335FEE-9674-FEF8-59DA-8F7CE2E1B148}"/>
              </a:ext>
            </a:extLst>
          </p:cNvPr>
          <p:cNvSpPr txBox="1"/>
          <p:nvPr/>
        </p:nvSpPr>
        <p:spPr>
          <a:xfrm>
            <a:off x="3314880" y="2468880"/>
            <a:ext cx="2514600" cy="440280"/>
          </a:xfrm>
          <a:prstGeom prst="rect">
            <a:avLst/>
          </a:prstGeom>
          <a:noFill/>
          <a:ln w="0">
            <a:noFill/>
          </a:ln>
        </p:spPr>
        <p:txBody>
          <a:bodyPr lIns="90000" tIns="45000" rIns="90000" bIns="45000" anchor="t">
            <a:normAutofit/>
          </a:bodyPr>
          <a:lstStyle/>
          <a:p>
            <a:pPr defTabSz="457200">
              <a:lnSpc>
                <a:spcPct val="100000"/>
              </a:lnSpc>
              <a:spcBef>
                <a:spcPts val="360"/>
              </a:spcBef>
              <a:tabLst>
                <a:tab pos="0" algn="l"/>
              </a:tabLst>
            </a:pPr>
            <a:r>
              <a:rPr lang="de-DE" sz="1800" b="0" u="none" strike="noStrike">
                <a:solidFill>
                  <a:schemeClr val="dk1"/>
                </a:solidFill>
                <a:effectLst/>
                <a:uFillTx/>
                <a:latin typeface="Arial Unicode MS"/>
                <a:ea typeface="ＭＳ Ｐゴシック"/>
              </a:rPr>
              <a:t>Weak Best Matches: </a:t>
            </a:r>
            <a:endParaRPr lang="de-DE" sz="1800" b="0" u="none" strike="noStrike" cap="all">
              <a:solidFill>
                <a:schemeClr val="dk1"/>
              </a:solidFill>
              <a:effectLst/>
              <a:uFillTx/>
              <a:latin typeface="Arial Unicode MS"/>
            </a:endParaRPr>
          </a:p>
        </p:txBody>
      </p:sp>
      <p:sp>
        <p:nvSpPr>
          <p:cNvPr id="12" name="Inhaltsplatzhalter 5">
            <a:extLst>
              <a:ext uri="{FF2B5EF4-FFF2-40B4-BE49-F238E27FC236}">
                <a16:creationId xmlns:a16="http://schemas.microsoft.com/office/drawing/2014/main" id="{B956435A-70F9-1896-BDD5-7BE35938EEEE}"/>
              </a:ext>
            </a:extLst>
          </p:cNvPr>
          <p:cNvSpPr txBox="1"/>
          <p:nvPr/>
        </p:nvSpPr>
        <p:spPr>
          <a:xfrm>
            <a:off x="3372120" y="3616200"/>
            <a:ext cx="2400120" cy="440280"/>
          </a:xfrm>
          <a:prstGeom prst="rect">
            <a:avLst/>
          </a:prstGeom>
          <a:noFill/>
          <a:ln w="0">
            <a:noFill/>
          </a:ln>
        </p:spPr>
        <p:txBody>
          <a:bodyPr lIns="90000" tIns="45000" rIns="90000" bIns="45000" anchor="t">
            <a:normAutofit/>
          </a:bodyPr>
          <a:lstStyle/>
          <a:p>
            <a:pPr defTabSz="457200">
              <a:lnSpc>
                <a:spcPct val="100000"/>
              </a:lnSpc>
              <a:spcBef>
                <a:spcPts val="360"/>
              </a:spcBef>
              <a:tabLst>
                <a:tab pos="0" algn="l"/>
              </a:tabLst>
            </a:pPr>
            <a:r>
              <a:rPr lang="de-DE" sz="1800" b="0" u="none" strike="noStrike" dirty="0" err="1">
                <a:solidFill>
                  <a:schemeClr val="dk1"/>
                </a:solidFill>
                <a:effectLst/>
                <a:uFillTx/>
                <a:latin typeface="Arial Unicode MS"/>
                <a:ea typeface="ＭＳ Ｐゴシック"/>
              </a:rPr>
              <a:t>Strict</a:t>
            </a:r>
            <a:r>
              <a:rPr lang="de-DE" sz="1800" b="0" u="none" strike="noStrike" dirty="0">
                <a:solidFill>
                  <a:schemeClr val="dk1"/>
                </a:solidFill>
                <a:effectLst/>
                <a:uFillTx/>
                <a:latin typeface="Arial Unicode MS"/>
                <a:ea typeface="ＭＳ Ｐゴシック"/>
              </a:rPr>
              <a:t> Best Matches: </a:t>
            </a:r>
            <a:endParaRPr lang="de-DE" sz="1800" b="0" u="none" strike="noStrike" cap="all" dirty="0">
              <a:solidFill>
                <a:schemeClr val="dk1"/>
              </a:solidFill>
              <a:effectLst/>
              <a:uFillTx/>
              <a:latin typeface="Arial Unicode MS"/>
            </a:endParaRPr>
          </a:p>
        </p:txBody>
      </p:sp>
    </p:spTree>
    <p:extLst>
      <p:ext uri="{BB962C8B-B14F-4D97-AF65-F5344CB8AC3E}">
        <p14:creationId xmlns:p14="http://schemas.microsoft.com/office/powerpoint/2010/main" val="7204016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C0BB0-87BC-AD8B-0386-974746CFFD16}"/>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CD7FB9F4-9A66-D526-66F6-EAE8A1ACF0B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4</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610DFBEE-19A9-35A2-0E0F-BA2765674DA7}"/>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2911FA39-FA4A-307C-0413-71AAA796CFCE}"/>
              </a:ext>
            </a:extLst>
          </p:cNvPr>
          <p:cNvPicPr>
            <a:picLocks noChangeAspect="1"/>
          </p:cNvPicPr>
          <p:nvPr/>
        </p:nvPicPr>
        <p:blipFill>
          <a:blip r:embed="rId3"/>
          <a:stretch>
            <a:fillRect/>
          </a:stretch>
        </p:blipFill>
        <p:spPr>
          <a:xfrm flipV="1">
            <a:off x="264568" y="4639847"/>
            <a:ext cx="8613101" cy="443942"/>
          </a:xfrm>
          <a:prstGeom prst="rect">
            <a:avLst/>
          </a:prstGeom>
        </p:spPr>
      </p:pic>
      <p:sp>
        <p:nvSpPr>
          <p:cNvPr id="21506" name="Titel 1">
            <a:extLst>
              <a:ext uri="{FF2B5EF4-FFF2-40B4-BE49-F238E27FC236}">
                <a16:creationId xmlns:a16="http://schemas.microsoft.com/office/drawing/2014/main" id="{CBF13D32-DD94-BAEB-1B7A-09D235420533}"/>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875DB290-5A43-05CD-E9A6-262850C7C474}"/>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Computational Evaluation</a:t>
            </a:r>
            <a:endParaRPr lang="de-DE" altLang="de-DE" sz="1400" u="sng" cap="none" dirty="0">
              <a:latin typeface="Arial" panose="020B0604020202020204" pitchFamily="34" charset="0"/>
              <a:cs typeface="Arial" panose="020B0604020202020204" pitchFamily="34" charset="0"/>
            </a:endParaRPr>
          </a:p>
        </p:txBody>
      </p:sp>
      <p:pic>
        <p:nvPicPr>
          <p:cNvPr id="10" name="Picture 9">
            <a:extLst>
              <a:ext uri="{FF2B5EF4-FFF2-40B4-BE49-F238E27FC236}">
                <a16:creationId xmlns:a16="http://schemas.microsoft.com/office/drawing/2014/main" id="{BF38140D-8208-FAE4-F214-800AA51F5242}"/>
              </a:ext>
            </a:extLst>
          </p:cNvPr>
          <p:cNvPicPr>
            <a:picLocks noChangeAspect="1"/>
          </p:cNvPicPr>
          <p:nvPr/>
        </p:nvPicPr>
        <p:blipFill>
          <a:blip r:embed="rId4"/>
          <a:stretch>
            <a:fillRect/>
          </a:stretch>
        </p:blipFill>
        <p:spPr>
          <a:xfrm>
            <a:off x="939971" y="1199312"/>
            <a:ext cx="7380000" cy="3402180"/>
          </a:xfrm>
          <a:prstGeom prst="rect">
            <a:avLst/>
          </a:prstGeom>
        </p:spPr>
      </p:pic>
    </p:spTree>
    <p:extLst>
      <p:ext uri="{BB962C8B-B14F-4D97-AF65-F5344CB8AC3E}">
        <p14:creationId xmlns:p14="http://schemas.microsoft.com/office/powerpoint/2010/main" val="27759954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A3CDA-5AF5-A6D3-98C6-07340EF769A5}"/>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0AA3DCBE-5894-4B19-B110-D35CD866CD8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5</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AEB7D94-A509-0617-3162-0E4BEB90CFA0}"/>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3E3532E4-F4C8-8267-9DA4-82669292E7F0}"/>
              </a:ext>
            </a:extLst>
          </p:cNvPr>
          <p:cNvPicPr>
            <a:picLocks noChangeAspect="1"/>
          </p:cNvPicPr>
          <p:nvPr/>
        </p:nvPicPr>
        <p:blipFill>
          <a:blip r:embed="rId3"/>
          <a:stretch>
            <a:fillRect/>
          </a:stretch>
        </p:blipFill>
        <p:spPr>
          <a:xfrm flipV="1">
            <a:off x="264568" y="4639847"/>
            <a:ext cx="8613101" cy="443942"/>
          </a:xfrm>
          <a:prstGeom prst="rect">
            <a:avLst/>
          </a:prstGeom>
        </p:spPr>
      </p:pic>
      <p:sp>
        <p:nvSpPr>
          <p:cNvPr id="21506" name="Titel 1">
            <a:extLst>
              <a:ext uri="{FF2B5EF4-FFF2-40B4-BE49-F238E27FC236}">
                <a16:creationId xmlns:a16="http://schemas.microsoft.com/office/drawing/2014/main" id="{411400D7-08D6-8B49-DD20-2F549B8C1072}"/>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1a</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60DD4A5-3164-255A-FCD2-B3B8E2718B35}"/>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DE" sz="1400" b="0" dirty="0"/>
              <a:t>Check whether every best match is also a weak best match: </a:t>
            </a:r>
            <a:r>
              <a:rPr lang="en-DE" sz="1400" u="sng" dirty="0"/>
              <a:t>Computational Evaluation</a:t>
            </a:r>
            <a:endParaRPr lang="de-DE" altLang="de-DE" sz="1400" u="sng" cap="none" dirty="0">
              <a:latin typeface="Arial" panose="020B0604020202020204" pitchFamily="34" charset="0"/>
              <a:cs typeface="Arial" panose="020B0604020202020204" pitchFamily="34" charset="0"/>
            </a:endParaRPr>
          </a:p>
        </p:txBody>
      </p:sp>
      <p:pic>
        <p:nvPicPr>
          <p:cNvPr id="27" name="Picture 26">
            <a:extLst>
              <a:ext uri="{FF2B5EF4-FFF2-40B4-BE49-F238E27FC236}">
                <a16:creationId xmlns:a16="http://schemas.microsoft.com/office/drawing/2014/main" id="{9D6F81C5-CE36-E091-A8AD-3A33C893EB46}"/>
              </a:ext>
            </a:extLst>
          </p:cNvPr>
          <p:cNvPicPr>
            <a:picLocks noChangeAspect="1"/>
          </p:cNvPicPr>
          <p:nvPr/>
        </p:nvPicPr>
        <p:blipFill>
          <a:blip r:embed="rId4"/>
          <a:stretch>
            <a:fillRect/>
          </a:stretch>
        </p:blipFill>
        <p:spPr>
          <a:xfrm>
            <a:off x="881118" y="1115043"/>
            <a:ext cx="7380000" cy="3926159"/>
          </a:xfrm>
          <a:prstGeom prst="rect">
            <a:avLst/>
          </a:prstGeom>
        </p:spPr>
      </p:pic>
    </p:spTree>
    <p:extLst>
      <p:ext uri="{BB962C8B-B14F-4D97-AF65-F5344CB8AC3E}">
        <p14:creationId xmlns:p14="http://schemas.microsoft.com/office/powerpoint/2010/main" val="3582132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2B785-F3EE-189C-37CC-1AC560CCFF97}"/>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59F6CF85-35C3-9C1E-13CE-C3D222A7069D}"/>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6</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CAA75D1-266E-0C01-80F7-DEB994D8CF73}"/>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E7115965-6151-A01F-804C-E352F9789D62}"/>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51F66D3-75B9-F8C1-B6A0-BFCD0E233773}"/>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7E2E1D8-0F7D-E5A4-995E-08E120E35BBE}"/>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3" name="Picture 2">
            <a:extLst>
              <a:ext uri="{FF2B5EF4-FFF2-40B4-BE49-F238E27FC236}">
                <a16:creationId xmlns:a16="http://schemas.microsoft.com/office/drawing/2014/main" id="{2B0F1866-D642-EA7F-3829-04F18397CA67}"/>
              </a:ext>
            </a:extLst>
          </p:cNvPr>
          <p:cNvPicPr>
            <a:picLocks noChangeAspect="1"/>
          </p:cNvPicPr>
          <p:nvPr/>
        </p:nvPicPr>
        <p:blipFill>
          <a:blip r:embed="rId3"/>
          <a:stretch>
            <a:fillRect/>
          </a:stretch>
        </p:blipFill>
        <p:spPr>
          <a:xfrm>
            <a:off x="309238" y="1337820"/>
            <a:ext cx="4419600" cy="2933700"/>
          </a:xfrm>
          <a:prstGeom prst="rect">
            <a:avLst/>
          </a:prstGeom>
        </p:spPr>
      </p:pic>
    </p:spTree>
    <p:extLst>
      <p:ext uri="{BB962C8B-B14F-4D97-AF65-F5344CB8AC3E}">
        <p14:creationId xmlns:p14="http://schemas.microsoft.com/office/powerpoint/2010/main" val="1316049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435D-2241-69DA-C180-2D8419DE6FB9}"/>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CD205518-42E3-4754-473F-267F9E00A156}"/>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7</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CB31289D-1B86-0DCA-8C4D-53F55995827A}"/>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AE816608-0148-9A22-8EDE-4161D5720191}"/>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BFC9E042-DAC4-F2D1-4EF2-44DD6D0546E2}"/>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a:latin typeface="Arial" panose="020B0604020202020204" pitchFamily="34" charset="0"/>
                <a:cs typeface="Arial" panose="020B0604020202020204" pitchFamily="34" charset="0"/>
              </a:rPr>
              <a:t>(</a:t>
            </a: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„1C“)</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F50FFC91-BC0D-5D5D-4E0B-A114FA8ACC6C}"/>
              </a:ext>
            </a:extLst>
          </p:cNvPr>
          <p:cNvSpPr txBox="1">
            <a:spLocks/>
          </p:cNvSpPr>
          <p:nvPr/>
        </p:nvSpPr>
        <p:spPr bwMode="auto">
          <a:xfrm>
            <a:off x="454818" y="13783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Caveat: Counterexample to proof of resolution via strict Def.</a:t>
            </a:r>
          </a:p>
        </p:txBody>
      </p:sp>
      <p:pic>
        <p:nvPicPr>
          <p:cNvPr id="4" name="Picture 3">
            <a:extLst>
              <a:ext uri="{FF2B5EF4-FFF2-40B4-BE49-F238E27FC236}">
                <a16:creationId xmlns:a16="http://schemas.microsoft.com/office/drawing/2014/main" id="{217B940B-905C-4BBA-D2DC-537838DFFA7A}"/>
              </a:ext>
            </a:extLst>
          </p:cNvPr>
          <p:cNvPicPr>
            <a:picLocks noChangeAspect="1"/>
          </p:cNvPicPr>
          <p:nvPr/>
        </p:nvPicPr>
        <p:blipFill>
          <a:blip r:embed="rId3"/>
          <a:stretch>
            <a:fillRect/>
          </a:stretch>
        </p:blipFill>
        <p:spPr>
          <a:xfrm>
            <a:off x="1932720" y="1059304"/>
            <a:ext cx="4898059" cy="3598456"/>
          </a:xfrm>
          <a:prstGeom prst="rect">
            <a:avLst/>
          </a:prstGeom>
        </p:spPr>
      </p:pic>
    </p:spTree>
    <p:extLst>
      <p:ext uri="{BB962C8B-B14F-4D97-AF65-F5344CB8AC3E}">
        <p14:creationId xmlns:p14="http://schemas.microsoft.com/office/powerpoint/2010/main" val="37727811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87B2-7692-CE72-4B74-FBBF49FB73A0}"/>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5017B052-B045-7E7E-766F-E4A331ED8324}"/>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8</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41A10577-6307-2211-9B59-2053AA579488}"/>
              </a:ext>
            </a:extLst>
          </p:cNvPr>
          <p:cNvPicPr>
            <a:picLocks noChangeAspect="1"/>
          </p:cNvPicPr>
          <p:nvPr/>
        </p:nvPicPr>
        <p:blipFill>
          <a:blip r:embed="rId2"/>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6A55A405-A10E-B300-6A4A-030B4243ABE3}"/>
              </a:ext>
            </a:extLst>
          </p:cNvPr>
          <p:cNvPicPr>
            <a:picLocks noChangeAspect="1"/>
          </p:cNvPicPr>
          <p:nvPr/>
        </p:nvPicPr>
        <p:blipFill>
          <a:blip r:embed="rId2"/>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0FE30FEA-DB33-8380-AEF4-97609F4E42D9}"/>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7E50A403-C995-DCBC-5763-203D594BEB1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3" name="Picture 2">
            <a:extLst>
              <a:ext uri="{FF2B5EF4-FFF2-40B4-BE49-F238E27FC236}">
                <a16:creationId xmlns:a16="http://schemas.microsoft.com/office/drawing/2014/main" id="{988696FC-72C3-9322-9E71-A92B8BB37F7E}"/>
              </a:ext>
            </a:extLst>
          </p:cNvPr>
          <p:cNvPicPr>
            <a:picLocks noChangeAspect="1"/>
          </p:cNvPicPr>
          <p:nvPr/>
        </p:nvPicPr>
        <p:blipFill>
          <a:blip r:embed="rId3"/>
          <a:stretch>
            <a:fillRect/>
          </a:stretch>
        </p:blipFill>
        <p:spPr>
          <a:xfrm>
            <a:off x="309238" y="1337820"/>
            <a:ext cx="4419600" cy="2933700"/>
          </a:xfrm>
          <a:prstGeom prst="rect">
            <a:avLst/>
          </a:prstGeom>
        </p:spPr>
      </p:pic>
      <p:pic>
        <p:nvPicPr>
          <p:cNvPr id="4" name="Picture 3">
            <a:extLst>
              <a:ext uri="{FF2B5EF4-FFF2-40B4-BE49-F238E27FC236}">
                <a16:creationId xmlns:a16="http://schemas.microsoft.com/office/drawing/2014/main" id="{FD9A1B6A-808A-796E-542B-0B0D72234504}"/>
              </a:ext>
            </a:extLst>
          </p:cNvPr>
          <p:cNvPicPr>
            <a:picLocks noChangeAspect="1"/>
          </p:cNvPicPr>
          <p:nvPr/>
        </p:nvPicPr>
        <p:blipFill>
          <a:blip r:embed="rId4"/>
          <a:srcRect r="33024"/>
          <a:stretch>
            <a:fillRect/>
          </a:stretch>
        </p:blipFill>
        <p:spPr>
          <a:xfrm>
            <a:off x="5338526" y="1669477"/>
            <a:ext cx="3496236" cy="2540756"/>
          </a:xfrm>
          <a:prstGeom prst="rect">
            <a:avLst/>
          </a:prstGeom>
        </p:spPr>
      </p:pic>
      <p:sp>
        <p:nvSpPr>
          <p:cNvPr id="2" name="Oval 1">
            <a:extLst>
              <a:ext uri="{FF2B5EF4-FFF2-40B4-BE49-F238E27FC236}">
                <a16:creationId xmlns:a16="http://schemas.microsoft.com/office/drawing/2014/main" id="{1CA1A467-6F4A-DAC5-94F0-C920790A8052}"/>
              </a:ext>
            </a:extLst>
          </p:cNvPr>
          <p:cNvSpPr>
            <a:spLocks noChangeAspect="1"/>
          </p:cNvSpPr>
          <p:nvPr/>
        </p:nvSpPr>
        <p:spPr>
          <a:xfrm>
            <a:off x="7726663" y="2415308"/>
            <a:ext cx="154308" cy="158400"/>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737873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2C852-19E7-7D0E-530E-6B323BF3CE0F}"/>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607E0267-5E32-53C0-807F-5F56D3A4B0E3}"/>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9</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3BAD6989-7D3D-C125-09B0-C30592FEFD09}"/>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76223F6F-8BA9-5742-1063-FB9AC8E2269A}"/>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9A72A3C4-36A6-53B3-F52C-50ADCA11193D}"/>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C8A54A04-21E1-588A-13A3-64EA9F2C9BA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4" name="Picture 3">
            <a:extLst>
              <a:ext uri="{FF2B5EF4-FFF2-40B4-BE49-F238E27FC236}">
                <a16:creationId xmlns:a16="http://schemas.microsoft.com/office/drawing/2014/main" id="{A442EB83-537B-813E-33DF-55F489A65EED}"/>
              </a:ext>
            </a:extLst>
          </p:cNvPr>
          <p:cNvPicPr>
            <a:picLocks noChangeAspect="1"/>
          </p:cNvPicPr>
          <p:nvPr/>
        </p:nvPicPr>
        <p:blipFill>
          <a:blip r:embed="rId4"/>
          <a:srcRect r="33024"/>
          <a:stretch>
            <a:fillRect/>
          </a:stretch>
        </p:blipFill>
        <p:spPr>
          <a:xfrm>
            <a:off x="5338526" y="1669477"/>
            <a:ext cx="3496236" cy="2540756"/>
          </a:xfrm>
          <a:prstGeom prst="rect">
            <a:avLst/>
          </a:prstGeom>
        </p:spPr>
      </p:pic>
      <p:pic>
        <p:nvPicPr>
          <p:cNvPr id="2" name="Picture 1">
            <a:extLst>
              <a:ext uri="{FF2B5EF4-FFF2-40B4-BE49-F238E27FC236}">
                <a16:creationId xmlns:a16="http://schemas.microsoft.com/office/drawing/2014/main" id="{4BE1B835-F5D2-DF65-5E91-6BD0F70DBD58}"/>
              </a:ext>
            </a:extLst>
          </p:cNvPr>
          <p:cNvPicPr>
            <a:picLocks noChangeAspect="1"/>
          </p:cNvPicPr>
          <p:nvPr/>
        </p:nvPicPr>
        <p:blipFill>
          <a:blip r:embed="rId4"/>
          <a:srcRect l="66976" r="7"/>
          <a:stretch>
            <a:fillRect/>
          </a:stretch>
        </p:blipFill>
        <p:spPr>
          <a:xfrm>
            <a:off x="7086644" y="1669477"/>
            <a:ext cx="1723510" cy="2540756"/>
          </a:xfrm>
          <a:prstGeom prst="rect">
            <a:avLst/>
          </a:prstGeom>
        </p:spPr>
      </p:pic>
      <p:sp>
        <p:nvSpPr>
          <p:cNvPr id="12" name="Oval 11">
            <a:extLst>
              <a:ext uri="{FF2B5EF4-FFF2-40B4-BE49-F238E27FC236}">
                <a16:creationId xmlns:a16="http://schemas.microsoft.com/office/drawing/2014/main" id="{1B4E1971-B611-F7A0-E65B-145A01A24837}"/>
              </a:ext>
            </a:extLst>
          </p:cNvPr>
          <p:cNvSpPr/>
          <p:nvPr/>
        </p:nvSpPr>
        <p:spPr>
          <a:xfrm>
            <a:off x="7352591" y="2406517"/>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5" name="Picture 14">
            <a:extLst>
              <a:ext uri="{FF2B5EF4-FFF2-40B4-BE49-F238E27FC236}">
                <a16:creationId xmlns:a16="http://schemas.microsoft.com/office/drawing/2014/main" id="{E8E921D9-285E-4875-9C9C-9BCCCA3DE0BF}"/>
              </a:ext>
            </a:extLst>
          </p:cNvPr>
          <p:cNvPicPr>
            <a:picLocks noChangeAspect="1"/>
          </p:cNvPicPr>
          <p:nvPr/>
        </p:nvPicPr>
        <p:blipFill>
          <a:blip r:embed="rId5"/>
          <a:stretch>
            <a:fillRect/>
          </a:stretch>
        </p:blipFill>
        <p:spPr>
          <a:xfrm>
            <a:off x="309238" y="1337820"/>
            <a:ext cx="4419600" cy="2933700"/>
          </a:xfrm>
          <a:prstGeom prst="rect">
            <a:avLst/>
          </a:prstGeom>
        </p:spPr>
      </p:pic>
    </p:spTree>
    <p:extLst>
      <p:ext uri="{BB962C8B-B14F-4D97-AF65-F5344CB8AC3E}">
        <p14:creationId xmlns:p14="http://schemas.microsoft.com/office/powerpoint/2010/main" val="193750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841A7-3B89-7902-3787-631CB4016C81}"/>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D8FCDED5-9367-DC7E-7A53-330F36DDD5E6}"/>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10</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BCBCA4EA-421E-4C4F-B38A-6BF2FD629228}"/>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6D67FEC2-F584-FD57-702B-29E09103CFA4}"/>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0859949-C5EE-150F-4EE4-667324DE708E}"/>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9A090B4A-62CB-E59B-6DEE-7BE4C451BBC8}"/>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0" name="Picture 9">
            <a:extLst>
              <a:ext uri="{FF2B5EF4-FFF2-40B4-BE49-F238E27FC236}">
                <a16:creationId xmlns:a16="http://schemas.microsoft.com/office/drawing/2014/main" id="{2899217C-E2B5-8E73-69E4-41E5FE7639CC}"/>
              </a:ext>
            </a:extLst>
          </p:cNvPr>
          <p:cNvPicPr>
            <a:picLocks noChangeAspect="1"/>
          </p:cNvPicPr>
          <p:nvPr/>
        </p:nvPicPr>
        <p:blipFill>
          <a:blip r:embed="rId4"/>
          <a:srcRect r="33047"/>
          <a:stretch>
            <a:fillRect/>
          </a:stretch>
        </p:blipFill>
        <p:spPr>
          <a:xfrm>
            <a:off x="5338526" y="1669477"/>
            <a:ext cx="3496236" cy="2541600"/>
          </a:xfrm>
          <a:prstGeom prst="rect">
            <a:avLst/>
          </a:prstGeom>
        </p:spPr>
      </p:pic>
      <p:sp>
        <p:nvSpPr>
          <p:cNvPr id="3" name="Oval 2">
            <a:extLst>
              <a:ext uri="{FF2B5EF4-FFF2-40B4-BE49-F238E27FC236}">
                <a16:creationId xmlns:a16="http://schemas.microsoft.com/office/drawing/2014/main" id="{DB094305-39B6-05C2-F16A-FDED25ABF0E8}"/>
              </a:ext>
            </a:extLst>
          </p:cNvPr>
          <p:cNvSpPr/>
          <p:nvPr/>
        </p:nvSpPr>
        <p:spPr>
          <a:xfrm>
            <a:off x="7642037" y="241530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3" name="Picture 12">
            <a:extLst>
              <a:ext uri="{FF2B5EF4-FFF2-40B4-BE49-F238E27FC236}">
                <a16:creationId xmlns:a16="http://schemas.microsoft.com/office/drawing/2014/main" id="{D055B1F7-CFAF-BC34-226C-8219D2B6791D}"/>
              </a:ext>
            </a:extLst>
          </p:cNvPr>
          <p:cNvPicPr>
            <a:picLocks noChangeAspect="1"/>
          </p:cNvPicPr>
          <p:nvPr/>
        </p:nvPicPr>
        <p:blipFill>
          <a:blip r:embed="rId5"/>
          <a:stretch>
            <a:fillRect/>
          </a:stretch>
        </p:blipFill>
        <p:spPr>
          <a:xfrm>
            <a:off x="309238" y="1337821"/>
            <a:ext cx="4417200" cy="2932107"/>
          </a:xfrm>
          <a:prstGeom prst="rect">
            <a:avLst/>
          </a:prstGeom>
        </p:spPr>
      </p:pic>
    </p:spTree>
    <p:extLst>
      <p:ext uri="{BB962C8B-B14F-4D97-AF65-F5344CB8AC3E}">
        <p14:creationId xmlns:p14="http://schemas.microsoft.com/office/powerpoint/2010/main" val="28214015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52F81-9F7B-C199-BB83-98B71018E4C0}"/>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9D02339E-9DB8-8063-34EB-78F816E9181F}"/>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11</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EF0EBD03-1A2F-D50B-B408-5A0B5076B533}"/>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DDCE2AF5-33EE-62C6-EB1E-8FBB25D00DC4}"/>
              </a:ext>
            </a:extLst>
          </p:cNvPr>
          <p:cNvPicPr>
            <a:picLocks noChangeAspect="1"/>
          </p:cNvPicPr>
          <p:nvPr/>
        </p:nvPicPr>
        <p:blipFill>
          <a:blip r:embed="rId3"/>
          <a:stretch>
            <a:fillRect/>
          </a:stretch>
        </p:blipFill>
        <p:spPr>
          <a:xfrm flipV="1">
            <a:off x="382390" y="4591663"/>
            <a:ext cx="8414771" cy="492125"/>
          </a:xfrm>
          <a:prstGeom prst="rect">
            <a:avLst/>
          </a:prstGeom>
        </p:spPr>
      </p:pic>
      <p:sp>
        <p:nvSpPr>
          <p:cNvPr id="21506" name="Titel 1">
            <a:extLst>
              <a:ext uri="{FF2B5EF4-FFF2-40B4-BE49-F238E27FC236}">
                <a16:creationId xmlns:a16="http://schemas.microsoft.com/office/drawing/2014/main" id="{FCEF9B79-049C-0EFB-66E7-EA429D6F833C}"/>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FE3E1F39-5769-4768-7A53-6029E0B45326}"/>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0" name="Picture 9">
            <a:extLst>
              <a:ext uri="{FF2B5EF4-FFF2-40B4-BE49-F238E27FC236}">
                <a16:creationId xmlns:a16="http://schemas.microsoft.com/office/drawing/2014/main" id="{120F94BF-2EBC-A072-5F0A-BD41CDC7878C}"/>
              </a:ext>
            </a:extLst>
          </p:cNvPr>
          <p:cNvPicPr>
            <a:picLocks noChangeAspect="1"/>
          </p:cNvPicPr>
          <p:nvPr/>
        </p:nvPicPr>
        <p:blipFill>
          <a:blip r:embed="rId4"/>
          <a:srcRect r="33047"/>
          <a:stretch>
            <a:fillRect/>
          </a:stretch>
        </p:blipFill>
        <p:spPr>
          <a:xfrm>
            <a:off x="5338526" y="1669477"/>
            <a:ext cx="3496236" cy="2541600"/>
          </a:xfrm>
          <a:prstGeom prst="rect">
            <a:avLst/>
          </a:prstGeom>
        </p:spPr>
      </p:pic>
      <p:pic>
        <p:nvPicPr>
          <p:cNvPr id="2" name="Picture 1">
            <a:extLst>
              <a:ext uri="{FF2B5EF4-FFF2-40B4-BE49-F238E27FC236}">
                <a16:creationId xmlns:a16="http://schemas.microsoft.com/office/drawing/2014/main" id="{8FE60866-044F-4CBD-D5F9-848D9BE1AF24}"/>
              </a:ext>
            </a:extLst>
          </p:cNvPr>
          <p:cNvPicPr>
            <a:picLocks noChangeAspect="1"/>
          </p:cNvPicPr>
          <p:nvPr/>
        </p:nvPicPr>
        <p:blipFill>
          <a:blip r:embed="rId4"/>
          <a:srcRect l="65931" r="255"/>
          <a:stretch>
            <a:fillRect/>
          </a:stretch>
        </p:blipFill>
        <p:spPr>
          <a:xfrm>
            <a:off x="7031425" y="1669477"/>
            <a:ext cx="1765737" cy="2541600"/>
          </a:xfrm>
          <a:prstGeom prst="rect">
            <a:avLst/>
          </a:prstGeom>
        </p:spPr>
      </p:pic>
      <p:sp>
        <p:nvSpPr>
          <p:cNvPr id="12" name="Oval 11">
            <a:extLst>
              <a:ext uri="{FF2B5EF4-FFF2-40B4-BE49-F238E27FC236}">
                <a16:creationId xmlns:a16="http://schemas.microsoft.com/office/drawing/2014/main" id="{1C373E40-188C-8829-5558-E91BF729A387}"/>
              </a:ext>
            </a:extLst>
          </p:cNvPr>
          <p:cNvSpPr/>
          <p:nvPr/>
        </p:nvSpPr>
        <p:spPr>
          <a:xfrm>
            <a:off x="7443788" y="2415309"/>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5" name="Picture 14">
            <a:extLst>
              <a:ext uri="{FF2B5EF4-FFF2-40B4-BE49-F238E27FC236}">
                <a16:creationId xmlns:a16="http://schemas.microsoft.com/office/drawing/2014/main" id="{5DF421FB-BD60-8129-C1A3-12F141B3F68D}"/>
              </a:ext>
            </a:extLst>
          </p:cNvPr>
          <p:cNvPicPr>
            <a:picLocks noChangeAspect="1"/>
          </p:cNvPicPr>
          <p:nvPr/>
        </p:nvPicPr>
        <p:blipFill>
          <a:blip r:embed="rId5"/>
          <a:stretch>
            <a:fillRect/>
          </a:stretch>
        </p:blipFill>
        <p:spPr>
          <a:xfrm>
            <a:off x="309238" y="1327989"/>
            <a:ext cx="4417200" cy="3554069"/>
          </a:xfrm>
          <a:prstGeom prst="rect">
            <a:avLst/>
          </a:prstGeom>
        </p:spPr>
      </p:pic>
    </p:spTree>
    <p:extLst>
      <p:ext uri="{BB962C8B-B14F-4D97-AF65-F5344CB8AC3E}">
        <p14:creationId xmlns:p14="http://schemas.microsoft.com/office/powerpoint/2010/main" val="20767316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207C2-CFE8-9D24-028E-DB8187B55438}"/>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BED811EB-3ABA-54E9-0553-BBD80551EB33}"/>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12</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469AAF56-512C-E310-8F73-6C2EE558514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F331AD10-3350-9E72-D33D-B220EEBD5200}"/>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24F7E736-BD95-4DE3-F097-167CEF2996F7}"/>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8FE36021-AC79-090B-D4C9-D24FEA2E356F}"/>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6" name="Picture 15">
            <a:extLst>
              <a:ext uri="{FF2B5EF4-FFF2-40B4-BE49-F238E27FC236}">
                <a16:creationId xmlns:a16="http://schemas.microsoft.com/office/drawing/2014/main" id="{7AE1E286-4FFE-D6F5-83A5-780E0013D54D}"/>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20" name="Picture 19">
            <a:extLst>
              <a:ext uri="{FF2B5EF4-FFF2-40B4-BE49-F238E27FC236}">
                <a16:creationId xmlns:a16="http://schemas.microsoft.com/office/drawing/2014/main" id="{3B6ADED0-34BD-E28A-67D6-2D37DF668363}"/>
              </a:ext>
            </a:extLst>
          </p:cNvPr>
          <p:cNvPicPr>
            <a:picLocks noChangeAspect="1"/>
          </p:cNvPicPr>
          <p:nvPr/>
        </p:nvPicPr>
        <p:blipFill>
          <a:blip r:embed="rId4"/>
          <a:stretch>
            <a:fillRect/>
          </a:stretch>
        </p:blipFill>
        <p:spPr>
          <a:xfrm>
            <a:off x="309238" y="1327989"/>
            <a:ext cx="4417200" cy="3554069"/>
          </a:xfrm>
          <a:prstGeom prst="rect">
            <a:avLst/>
          </a:prstGeom>
        </p:spPr>
      </p:pic>
      <p:pic>
        <p:nvPicPr>
          <p:cNvPr id="22" name="Picture 21">
            <a:extLst>
              <a:ext uri="{FF2B5EF4-FFF2-40B4-BE49-F238E27FC236}">
                <a16:creationId xmlns:a16="http://schemas.microsoft.com/office/drawing/2014/main" id="{984BF1A7-7AF4-A942-55DE-156470B660D9}"/>
              </a:ext>
            </a:extLst>
          </p:cNvPr>
          <p:cNvPicPr>
            <a:picLocks noChangeAspect="1"/>
          </p:cNvPicPr>
          <p:nvPr/>
        </p:nvPicPr>
        <p:blipFill>
          <a:blip r:embed="rId5"/>
          <a:srcRect r="31728"/>
          <a:stretch>
            <a:fillRect/>
          </a:stretch>
        </p:blipFill>
        <p:spPr>
          <a:xfrm>
            <a:off x="5338527" y="1669478"/>
            <a:ext cx="3583051" cy="2538000"/>
          </a:xfrm>
          <a:prstGeom prst="rect">
            <a:avLst/>
          </a:prstGeom>
        </p:spPr>
      </p:pic>
      <p:sp>
        <p:nvSpPr>
          <p:cNvPr id="3" name="Oval 2">
            <a:extLst>
              <a:ext uri="{FF2B5EF4-FFF2-40B4-BE49-F238E27FC236}">
                <a16:creationId xmlns:a16="http://schemas.microsoft.com/office/drawing/2014/main" id="{2F0512A9-12B6-0D55-C9F7-8B685F9A5E37}"/>
              </a:ext>
            </a:extLst>
          </p:cNvPr>
          <p:cNvSpPr/>
          <p:nvPr/>
        </p:nvSpPr>
        <p:spPr>
          <a:xfrm>
            <a:off x="8479983" y="238404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250428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D80B7-092B-D5A0-D1EC-FB94C895BADB}"/>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17F52BC9-6CAB-095E-DC32-7FC6D7550702}"/>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13</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06246781-B0DF-9DAE-42DA-773E0D31379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70821A0F-A17D-ABBF-48A2-75143A75D149}"/>
              </a:ext>
            </a:extLst>
          </p:cNvPr>
          <p:cNvPicPr>
            <a:picLocks noChangeAspect="1"/>
          </p:cNvPicPr>
          <p:nvPr/>
        </p:nvPicPr>
        <p:blipFill>
          <a:blip r:embed="rId3"/>
          <a:stretch>
            <a:fillRect/>
          </a:stretch>
        </p:blipFill>
        <p:spPr>
          <a:xfrm flipV="1">
            <a:off x="1184495" y="4764668"/>
            <a:ext cx="4381751" cy="319123"/>
          </a:xfrm>
          <a:prstGeom prst="rect">
            <a:avLst/>
          </a:prstGeom>
        </p:spPr>
      </p:pic>
      <p:pic>
        <p:nvPicPr>
          <p:cNvPr id="16" name="Picture 15">
            <a:extLst>
              <a:ext uri="{FF2B5EF4-FFF2-40B4-BE49-F238E27FC236}">
                <a16:creationId xmlns:a16="http://schemas.microsoft.com/office/drawing/2014/main" id="{AC995A94-EBCB-D73E-00F7-5AAA8293FC21}"/>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22" name="Picture 21">
            <a:extLst>
              <a:ext uri="{FF2B5EF4-FFF2-40B4-BE49-F238E27FC236}">
                <a16:creationId xmlns:a16="http://schemas.microsoft.com/office/drawing/2014/main" id="{646BDC8C-4C0F-20FC-4A8D-8EDF4A23852A}"/>
              </a:ext>
            </a:extLst>
          </p:cNvPr>
          <p:cNvPicPr>
            <a:picLocks noChangeAspect="1"/>
          </p:cNvPicPr>
          <p:nvPr/>
        </p:nvPicPr>
        <p:blipFill>
          <a:blip r:embed="rId4"/>
          <a:srcRect r="31728"/>
          <a:stretch>
            <a:fillRect/>
          </a:stretch>
        </p:blipFill>
        <p:spPr>
          <a:xfrm>
            <a:off x="5338527" y="1669478"/>
            <a:ext cx="3583051" cy="2538000"/>
          </a:xfrm>
          <a:prstGeom prst="rect">
            <a:avLst/>
          </a:prstGeom>
        </p:spPr>
      </p:pic>
      <p:sp>
        <p:nvSpPr>
          <p:cNvPr id="3" name="Oval 2">
            <a:extLst>
              <a:ext uri="{FF2B5EF4-FFF2-40B4-BE49-F238E27FC236}">
                <a16:creationId xmlns:a16="http://schemas.microsoft.com/office/drawing/2014/main" id="{566ECFC3-97CA-04FD-6E0E-5ABE87D88624}"/>
              </a:ext>
            </a:extLst>
          </p:cNvPr>
          <p:cNvSpPr/>
          <p:nvPr/>
        </p:nvSpPr>
        <p:spPr>
          <a:xfrm>
            <a:off x="8479983" y="2384049"/>
            <a:ext cx="152400" cy="156441"/>
          </a:xfrm>
          <a:prstGeom prst="ellipse">
            <a:avLst/>
          </a:prstGeom>
          <a:no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sp>
        <p:nvSpPr>
          <p:cNvPr id="2" name="Oval 1">
            <a:extLst>
              <a:ext uri="{FF2B5EF4-FFF2-40B4-BE49-F238E27FC236}">
                <a16:creationId xmlns:a16="http://schemas.microsoft.com/office/drawing/2014/main" id="{B2BAE772-C283-D155-E3F0-744C7FB022DD}"/>
              </a:ext>
            </a:extLst>
          </p:cNvPr>
          <p:cNvSpPr/>
          <p:nvPr/>
        </p:nvSpPr>
        <p:spPr>
          <a:xfrm>
            <a:off x="8333633" y="2600839"/>
            <a:ext cx="54000" cy="54755"/>
          </a:xfrm>
          <a:prstGeom prst="ellipse">
            <a:avLst/>
          </a:prstGeom>
          <a:solidFill>
            <a:srgbClr val="C9C9C9"/>
          </a:solidFill>
          <a:ln>
            <a:solidFill>
              <a:srgbClr val="9696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cxnSp>
        <p:nvCxnSpPr>
          <p:cNvPr id="5" name="Straight Connector 4">
            <a:extLst>
              <a:ext uri="{FF2B5EF4-FFF2-40B4-BE49-F238E27FC236}">
                <a16:creationId xmlns:a16="http://schemas.microsoft.com/office/drawing/2014/main" id="{51904353-0B2F-32EE-0945-EEFD2867F98B}"/>
              </a:ext>
            </a:extLst>
          </p:cNvPr>
          <p:cNvCxnSpPr>
            <a:cxnSpLocks/>
          </p:cNvCxnSpPr>
          <p:nvPr/>
        </p:nvCxnSpPr>
        <p:spPr>
          <a:xfrm flipH="1">
            <a:off x="7559480" y="2632075"/>
            <a:ext cx="774153" cy="167243"/>
          </a:xfrm>
          <a:prstGeom prst="line">
            <a:avLst/>
          </a:prstGeom>
          <a:ln w="3175">
            <a:solidFill>
              <a:srgbClr val="969696"/>
            </a:solidFill>
          </a:ln>
        </p:spPr>
        <p:style>
          <a:lnRef idx="2">
            <a:schemeClr val="accent1"/>
          </a:lnRef>
          <a:fillRef idx="0">
            <a:schemeClr val="accent1"/>
          </a:fillRef>
          <a:effectRef idx="1">
            <a:schemeClr val="accent1"/>
          </a:effectRef>
          <a:fontRef idx="minor">
            <a:schemeClr val="tx1"/>
          </a:fontRef>
        </p:style>
      </p:cxnSp>
      <p:sp>
        <p:nvSpPr>
          <p:cNvPr id="12" name="Oval 11">
            <a:extLst>
              <a:ext uri="{FF2B5EF4-FFF2-40B4-BE49-F238E27FC236}">
                <a16:creationId xmlns:a16="http://schemas.microsoft.com/office/drawing/2014/main" id="{6C32E4F6-139F-AC48-8AFF-681FD447C820}"/>
              </a:ext>
            </a:extLst>
          </p:cNvPr>
          <p:cNvSpPr/>
          <p:nvPr/>
        </p:nvSpPr>
        <p:spPr>
          <a:xfrm>
            <a:off x="8284433" y="2545478"/>
            <a:ext cx="152400" cy="156441"/>
          </a:xfrm>
          <a:prstGeom prst="ellipse">
            <a:avLst/>
          </a:prstGeom>
          <a:noFill/>
          <a:ln w="127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DE"/>
          </a:p>
        </p:txBody>
      </p:sp>
      <p:pic>
        <p:nvPicPr>
          <p:cNvPr id="18" name="Picture 17">
            <a:extLst>
              <a:ext uri="{FF2B5EF4-FFF2-40B4-BE49-F238E27FC236}">
                <a16:creationId xmlns:a16="http://schemas.microsoft.com/office/drawing/2014/main" id="{D5C3A644-7C92-75D7-BECF-C0413FA15A9D}"/>
              </a:ext>
            </a:extLst>
          </p:cNvPr>
          <p:cNvPicPr>
            <a:picLocks noChangeAspect="1"/>
          </p:cNvPicPr>
          <p:nvPr/>
        </p:nvPicPr>
        <p:blipFill>
          <a:blip r:embed="rId5"/>
          <a:stretch>
            <a:fillRect/>
          </a:stretch>
        </p:blipFill>
        <p:spPr>
          <a:xfrm>
            <a:off x="309238" y="180106"/>
            <a:ext cx="3420000" cy="4760403"/>
          </a:xfrm>
          <a:prstGeom prst="rect">
            <a:avLst/>
          </a:prstGeom>
        </p:spPr>
      </p:pic>
    </p:spTree>
    <p:extLst>
      <p:ext uri="{BB962C8B-B14F-4D97-AF65-F5344CB8AC3E}">
        <p14:creationId xmlns:p14="http://schemas.microsoft.com/office/powerpoint/2010/main" val="5368614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137F3-6B79-29D2-2E5E-D5A5C57F90C2}"/>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3526B8A0-FD32-1AD2-EF12-FCF9C384AAB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14</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6599E4F9-EEBF-4863-39BC-3074CCF51078}"/>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EB1F5E2A-D51E-4FD6-B60C-69A767D7CFD9}"/>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33513CB8-19E6-EAFE-5863-07247ADCDA3D}"/>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1B</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41A78D98-114A-5D54-7274-B811E67399EE}"/>
              </a:ext>
            </a:extLst>
          </p:cNvPr>
          <p:cNvSpPr txBox="1">
            <a:spLocks/>
          </p:cNvSpPr>
          <p:nvPr/>
        </p:nvSpPr>
        <p:spPr bwMode="auto">
          <a:xfrm>
            <a:off x="382390" y="35621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Check if a modified version of the BIC-cherry + expansion procedure yields networks that explain weak best match graphs. </a:t>
            </a:r>
          </a:p>
        </p:txBody>
      </p:sp>
      <p:pic>
        <p:nvPicPr>
          <p:cNvPr id="16" name="Picture 15">
            <a:extLst>
              <a:ext uri="{FF2B5EF4-FFF2-40B4-BE49-F238E27FC236}">
                <a16:creationId xmlns:a16="http://schemas.microsoft.com/office/drawing/2014/main" id="{B0828B5A-7734-1028-1FCF-922EAFFEAB35}"/>
              </a:ext>
            </a:extLst>
          </p:cNvPr>
          <p:cNvPicPr>
            <a:picLocks noChangeAspect="1"/>
          </p:cNvPicPr>
          <p:nvPr/>
        </p:nvPicPr>
        <p:blipFill>
          <a:blip r:embed="rId3"/>
          <a:stretch>
            <a:fillRect/>
          </a:stretch>
        </p:blipFill>
        <p:spPr>
          <a:xfrm flipV="1">
            <a:off x="382390" y="4591663"/>
            <a:ext cx="8414771" cy="492125"/>
          </a:xfrm>
          <a:prstGeom prst="rect">
            <a:avLst/>
          </a:prstGeom>
        </p:spPr>
      </p:pic>
      <p:pic>
        <p:nvPicPr>
          <p:cNvPr id="11" name="Picture 10">
            <a:extLst>
              <a:ext uri="{FF2B5EF4-FFF2-40B4-BE49-F238E27FC236}">
                <a16:creationId xmlns:a16="http://schemas.microsoft.com/office/drawing/2014/main" id="{4A459AED-BE90-422E-89DD-9B181EE36BBF}"/>
              </a:ext>
            </a:extLst>
          </p:cNvPr>
          <p:cNvPicPr>
            <a:picLocks noChangeAspect="1"/>
          </p:cNvPicPr>
          <p:nvPr/>
        </p:nvPicPr>
        <p:blipFill>
          <a:blip r:embed="rId4"/>
          <a:stretch>
            <a:fillRect/>
          </a:stretch>
        </p:blipFill>
        <p:spPr>
          <a:xfrm>
            <a:off x="1908550" y="1201140"/>
            <a:ext cx="4946400" cy="3510348"/>
          </a:xfrm>
          <a:prstGeom prst="rect">
            <a:avLst/>
          </a:prstGeom>
        </p:spPr>
      </p:pic>
    </p:spTree>
    <p:extLst>
      <p:ext uri="{BB962C8B-B14F-4D97-AF65-F5344CB8AC3E}">
        <p14:creationId xmlns:p14="http://schemas.microsoft.com/office/powerpoint/2010/main" val="399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B11EE-8484-FF0D-5590-5AB07E9E84B9}"/>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2D0367A6-352C-9BED-CB57-3A45BE22CF91}"/>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15</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04EDBDE3-9014-D40B-56F2-DD8B3E990399}"/>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1A04E809-E4E7-9FB9-CA65-C6F8E54DF188}"/>
              </a:ext>
            </a:extLst>
          </p:cNvPr>
          <p:cNvPicPr>
            <a:picLocks noChangeAspect="1"/>
          </p:cNvPicPr>
          <p:nvPr/>
        </p:nvPicPr>
        <p:blipFill>
          <a:blip r:embed="rId3"/>
          <a:stretch>
            <a:fillRect/>
          </a:stretch>
        </p:blipFill>
        <p:spPr>
          <a:xfrm flipV="1">
            <a:off x="264569" y="4603179"/>
            <a:ext cx="8741779" cy="480612"/>
          </a:xfrm>
          <a:prstGeom prst="rect">
            <a:avLst/>
          </a:prstGeom>
        </p:spPr>
      </p:pic>
      <p:sp>
        <p:nvSpPr>
          <p:cNvPr id="21506" name="Titel 1">
            <a:extLst>
              <a:ext uri="{FF2B5EF4-FFF2-40B4-BE49-F238E27FC236}">
                <a16:creationId xmlns:a16="http://schemas.microsoft.com/office/drawing/2014/main" id="{C172E948-D847-9EDE-6100-E40AA2588C36}"/>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a:latin typeface="Arial" panose="020B0604020202020204" pitchFamily="34" charset="0"/>
                <a:cs typeface="Arial" panose="020B0604020202020204" pitchFamily="34" charset="0"/>
              </a:rPr>
              <a:t>(</a:t>
            </a: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„1C“)</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BE391D1B-68A9-AEF7-1A63-28663232809D}"/>
              </a:ext>
            </a:extLst>
          </p:cNvPr>
          <p:cNvSpPr txBox="1">
            <a:spLocks/>
          </p:cNvSpPr>
          <p:nvPr/>
        </p:nvSpPr>
        <p:spPr bwMode="auto">
          <a:xfrm>
            <a:off x="327173" y="136312"/>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Failure Modes via the strict definition</a:t>
            </a:r>
          </a:p>
        </p:txBody>
      </p:sp>
      <p:pic>
        <p:nvPicPr>
          <p:cNvPr id="13" name="Picture 12">
            <a:extLst>
              <a:ext uri="{FF2B5EF4-FFF2-40B4-BE49-F238E27FC236}">
                <a16:creationId xmlns:a16="http://schemas.microsoft.com/office/drawing/2014/main" id="{E5BD3159-821C-AB36-0C5D-A86FEC7CEEB0}"/>
              </a:ext>
            </a:extLst>
          </p:cNvPr>
          <p:cNvPicPr>
            <a:picLocks noChangeAspect="1"/>
          </p:cNvPicPr>
          <p:nvPr/>
        </p:nvPicPr>
        <p:blipFill>
          <a:blip r:embed="rId4"/>
          <a:srcRect b="47261"/>
          <a:stretch>
            <a:fillRect/>
          </a:stretch>
        </p:blipFill>
        <p:spPr>
          <a:xfrm>
            <a:off x="309238" y="1005095"/>
            <a:ext cx="3456000" cy="2529709"/>
          </a:xfrm>
          <a:prstGeom prst="rect">
            <a:avLst/>
          </a:prstGeom>
        </p:spPr>
      </p:pic>
      <p:pic>
        <p:nvPicPr>
          <p:cNvPr id="15" name="Picture 14">
            <a:extLst>
              <a:ext uri="{FF2B5EF4-FFF2-40B4-BE49-F238E27FC236}">
                <a16:creationId xmlns:a16="http://schemas.microsoft.com/office/drawing/2014/main" id="{2078A895-941C-8FA2-E612-15CBE0C6A98F}"/>
              </a:ext>
            </a:extLst>
          </p:cNvPr>
          <p:cNvPicPr>
            <a:picLocks noChangeAspect="1"/>
          </p:cNvPicPr>
          <p:nvPr/>
        </p:nvPicPr>
        <p:blipFill>
          <a:blip r:embed="rId4"/>
          <a:srcRect t="69395"/>
          <a:stretch>
            <a:fillRect/>
          </a:stretch>
        </p:blipFill>
        <p:spPr>
          <a:xfrm>
            <a:off x="327173" y="3428614"/>
            <a:ext cx="3456000" cy="1468028"/>
          </a:xfrm>
          <a:prstGeom prst="rect">
            <a:avLst/>
          </a:prstGeom>
        </p:spPr>
      </p:pic>
      <p:pic>
        <p:nvPicPr>
          <p:cNvPr id="18" name="Picture 17">
            <a:extLst>
              <a:ext uri="{FF2B5EF4-FFF2-40B4-BE49-F238E27FC236}">
                <a16:creationId xmlns:a16="http://schemas.microsoft.com/office/drawing/2014/main" id="{1FB9A5F4-173D-7F73-68D6-A8031C8A8FE9}"/>
              </a:ext>
            </a:extLst>
          </p:cNvPr>
          <p:cNvPicPr>
            <a:picLocks noChangeAspect="1"/>
          </p:cNvPicPr>
          <p:nvPr/>
        </p:nvPicPr>
        <p:blipFill>
          <a:blip r:embed="rId5"/>
          <a:stretch>
            <a:fillRect/>
          </a:stretch>
        </p:blipFill>
        <p:spPr>
          <a:xfrm>
            <a:off x="4263626" y="1454150"/>
            <a:ext cx="4541741" cy="3223171"/>
          </a:xfrm>
          <a:prstGeom prst="rect">
            <a:avLst/>
          </a:prstGeom>
        </p:spPr>
      </p:pic>
    </p:spTree>
    <p:extLst>
      <p:ext uri="{BB962C8B-B14F-4D97-AF65-F5344CB8AC3E}">
        <p14:creationId xmlns:p14="http://schemas.microsoft.com/office/powerpoint/2010/main" val="21731728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
            <a:extLst>
              <a:ext uri="{FF2B5EF4-FFF2-40B4-BE49-F238E27FC236}">
                <a16:creationId xmlns:a16="http://schemas.microsoft.com/office/drawing/2014/main" id="{BCB0C187-732E-A47E-2AE8-D19E72A88957}"/>
              </a:ext>
            </a:extLst>
          </p:cNvPr>
          <p:cNvPicPr>
            <a:picLocks noGrp="1" noChangeAspect="1"/>
          </p:cNvPicPr>
          <p:nvPr>
            <p:ph type="pic" idx="4294967295"/>
          </p:nvPr>
        </p:nvPicPr>
        <p:blipFill>
          <a:blip r:embed="rId3">
            <a:lum/>
            <a:alphaModFix/>
          </a:blip>
          <a:srcRect/>
          <a:stretch>
            <a:fillRect/>
          </a:stretch>
        </p:blipFill>
        <p:spPr>
          <a:xfrm>
            <a:off x="5598684" y="1036764"/>
            <a:ext cx="3317644" cy="3757493"/>
          </a:xfrm>
        </p:spPr>
      </p:pic>
      <p:sp>
        <p:nvSpPr>
          <p:cNvPr id="4" name="TextBox 3">
            <a:extLst>
              <a:ext uri="{FF2B5EF4-FFF2-40B4-BE49-F238E27FC236}">
                <a16:creationId xmlns:a16="http://schemas.microsoft.com/office/drawing/2014/main" id="{84CB44D1-3662-1A21-5495-6702F23F7944}"/>
              </a:ext>
            </a:extLst>
          </p:cNvPr>
          <p:cNvSpPr txBox="1"/>
          <p:nvPr/>
        </p:nvSpPr>
        <p:spPr>
          <a:xfrm>
            <a:off x="589781" y="1219948"/>
            <a:ext cx="4976465" cy="3298504"/>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600" dirty="0">
                <a:latin typeface="Arial Unicode MS" panose="020B0604020202020204" pitchFamily="34" charset="-128"/>
                <a:ea typeface="Arial Unicode MS" panose="020B0604020202020204" pitchFamily="34" charset="-128"/>
                <a:cs typeface="Arial Unicode MS" panose="020B0604020202020204" pitchFamily="34" charset="-128"/>
              </a:rPr>
              <a:t>Allowed Editing Operations:</a:t>
            </a:r>
          </a:p>
          <a:p>
            <a:pPr marL="342900" indent="-342900">
              <a:spcBef>
                <a:spcPts val="0"/>
              </a:spcBef>
              <a:spcAft>
                <a:spcPts val="0"/>
              </a:spcAft>
              <a:buFont typeface="Arial" panose="020B0604020202020204" pitchFamily="34" charset="0"/>
              <a:buChar char="•"/>
            </a:pPr>
            <a:r>
              <a:rPr lang="en-US" sz="1600" dirty="0">
                <a:latin typeface="Arial Unicode MS" panose="020B0604020202020204" pitchFamily="34" charset="-128"/>
                <a:ea typeface="Arial Unicode MS" panose="020B0604020202020204" pitchFamily="34" charset="-128"/>
                <a:cs typeface="Arial Unicode MS" panose="020B0604020202020204" pitchFamily="34" charset="-128"/>
              </a:rPr>
              <a:t>Pulling up</a:t>
            </a:r>
          </a:p>
          <a:p>
            <a:pPr marL="342900" indent="-342900">
              <a:spcBef>
                <a:spcPts val="0"/>
              </a:spcBef>
              <a:spcAft>
                <a:spcPts val="0"/>
              </a:spcAft>
              <a:buFont typeface="Arial" panose="020B0604020202020204" pitchFamily="34" charset="0"/>
              <a:buChar char="•"/>
            </a:pPr>
            <a:r>
              <a:rPr lang="en-US" sz="1600" dirty="0">
                <a:latin typeface="Arial Unicode MS" panose="020B0604020202020204" pitchFamily="34" charset="-128"/>
                <a:ea typeface="Arial Unicode MS" panose="020B0604020202020204" pitchFamily="34" charset="-128"/>
                <a:cs typeface="Arial Unicode MS" panose="020B0604020202020204" pitchFamily="34" charset="-128"/>
              </a:rPr>
              <a:t>Pulling down</a:t>
            </a:r>
          </a:p>
          <a:p>
            <a:pPr marL="342900" indent="-342900">
              <a:spcBef>
                <a:spcPts val="0"/>
              </a:spcBef>
              <a:spcAft>
                <a:spcPts val="0"/>
              </a:spcAft>
              <a:buFont typeface="Arial" panose="020B0604020202020204" pitchFamily="34" charset="0"/>
              <a:buChar char="•"/>
            </a:pPr>
            <a:r>
              <a:rPr lang="en-US" sz="1600" dirty="0">
                <a:latin typeface="Arial Unicode MS" panose="020B0604020202020204" pitchFamily="34" charset="-128"/>
                <a:ea typeface="Arial Unicode MS" panose="020B0604020202020204" pitchFamily="34" charset="-128"/>
                <a:cs typeface="Arial Unicode MS" panose="020B0604020202020204" pitchFamily="34" charset="-128"/>
              </a:rPr>
              <a:t>Removing redundant nodes (nodes with the same parents and children)</a:t>
            </a:r>
          </a:p>
          <a:p>
            <a:pPr marL="342900" indent="-342900">
              <a:spcBef>
                <a:spcPts val="0"/>
              </a:spcBef>
              <a:spcAft>
                <a:spcPts val="0"/>
              </a:spcAft>
              <a:buFont typeface="Arial" panose="020B0604020202020204" pitchFamily="34" charset="0"/>
              <a:buChar char="•"/>
            </a:pPr>
            <a:r>
              <a:rPr lang="en-US" sz="1600" dirty="0">
                <a:latin typeface="Arial Unicode MS" panose="020B0604020202020204" pitchFamily="34" charset="-128"/>
                <a:ea typeface="Arial Unicode MS" panose="020B0604020202020204" pitchFamily="34" charset="-128"/>
                <a:cs typeface="Arial Unicode MS" panose="020B0604020202020204" pitchFamily="34" charset="-128"/>
              </a:rPr>
              <a:t>Removing non-informative nodes</a:t>
            </a:r>
          </a:p>
          <a:p>
            <a:pPr>
              <a:spcBef>
                <a:spcPts val="0"/>
              </a:spcBef>
              <a:spcAft>
                <a:spcPts val="0"/>
              </a:spcAft>
            </a:pPr>
            <a:r>
              <a:rPr lang="en-US" sz="1600" dirty="0">
                <a:latin typeface="Arial Unicode MS" panose="020B0604020202020204" pitchFamily="34" charset="-128"/>
                <a:ea typeface="Arial Unicode MS" panose="020B0604020202020204" pitchFamily="34" charset="-128"/>
                <a:cs typeface="Arial Unicode MS" panose="020B0604020202020204" pitchFamily="34" charset="-128"/>
              </a:rPr>
              <a:t>Tree-likeness measures:</a:t>
            </a:r>
          </a:p>
          <a:p>
            <a:pPr marL="342900" indent="-342900">
              <a:spcBef>
                <a:spcPts val="0"/>
              </a:spcBef>
              <a:spcAft>
                <a:spcPts val="0"/>
              </a:spcAft>
              <a:buFont typeface="Arial" panose="020B0604020202020204" pitchFamily="34" charset="0"/>
              <a:buChar char="•"/>
            </a:pPr>
            <a:r>
              <a:rPr lang="en-US" sz="1600" dirty="0">
                <a:latin typeface="Arial Unicode MS" panose="020B0604020202020204" pitchFamily="34" charset="-128"/>
                <a:ea typeface="Arial Unicode MS" panose="020B0604020202020204" pitchFamily="34" charset="-128"/>
                <a:cs typeface="Arial Unicode MS" panose="020B0604020202020204" pitchFamily="34" charset="-128"/>
              </a:rPr>
              <a:t>Negative Reticulation: -(|E| - |V| + 1)</a:t>
            </a:r>
          </a:p>
          <a:p>
            <a:pPr marL="342900" indent="-342900">
              <a:spcBef>
                <a:spcPts val="0"/>
              </a:spcBef>
              <a:spcAft>
                <a:spcPts val="0"/>
              </a:spcAft>
              <a:buFont typeface="Arial" panose="020B0604020202020204" pitchFamily="34" charset="0"/>
              <a:buChar char="•"/>
            </a:pPr>
            <a:r>
              <a:rPr lang="en-US" sz="1600" dirty="0">
                <a:latin typeface="Arial Unicode MS" panose="020B0604020202020204" pitchFamily="34" charset="-128"/>
                <a:ea typeface="Arial Unicode MS" panose="020B0604020202020204" pitchFamily="34" charset="-128"/>
                <a:cs typeface="Arial Unicode MS" panose="020B0604020202020204" pitchFamily="34" charset="-128"/>
              </a:rPr>
              <a:t>Negative Number of edges: -|E|</a:t>
            </a:r>
          </a:p>
        </p:txBody>
      </p:sp>
      <p:pic>
        <p:nvPicPr>
          <p:cNvPr id="7" name="Picture 6">
            <a:extLst>
              <a:ext uri="{FF2B5EF4-FFF2-40B4-BE49-F238E27FC236}">
                <a16:creationId xmlns:a16="http://schemas.microsoft.com/office/drawing/2014/main" id="{E7D3A311-A641-19B4-D69D-05444233C496}"/>
              </a:ext>
            </a:extLst>
          </p:cNvPr>
          <p:cNvPicPr>
            <a:picLocks noChangeAspect="1"/>
          </p:cNvPicPr>
          <p:nvPr/>
        </p:nvPicPr>
        <p:blipFill>
          <a:blip r:embed="rId4"/>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6967CCBD-F413-FBB8-6E0E-79622ACFD350}"/>
              </a:ext>
            </a:extLst>
          </p:cNvPr>
          <p:cNvPicPr>
            <a:picLocks noChangeAspect="1"/>
          </p:cNvPicPr>
          <p:nvPr/>
        </p:nvPicPr>
        <p:blipFill>
          <a:blip r:embed="rId4"/>
          <a:stretch>
            <a:fillRect/>
          </a:stretch>
        </p:blipFill>
        <p:spPr>
          <a:xfrm flipV="1">
            <a:off x="1184495" y="4764668"/>
            <a:ext cx="4381751" cy="319123"/>
          </a:xfrm>
          <a:prstGeom prst="rect">
            <a:avLst/>
          </a:prstGeom>
        </p:spPr>
      </p:pic>
      <p:sp>
        <p:nvSpPr>
          <p:cNvPr id="11" name="Titel 1">
            <a:extLst>
              <a:ext uri="{FF2B5EF4-FFF2-40B4-BE49-F238E27FC236}">
                <a16:creationId xmlns:a16="http://schemas.microsoft.com/office/drawing/2014/main" id="{940657FD-0DB9-FC7C-C165-4A5328C27CB2}"/>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C70EDEDD-88CC-189E-2BD9-693744873749}"/>
              </a:ext>
            </a:extLst>
          </p:cNvPr>
          <p:cNvSpPr txBox="1"/>
          <p:nvPr/>
        </p:nvSpPr>
        <p:spPr>
          <a:xfrm>
            <a:off x="2286000" y="2371695"/>
            <a:ext cx="4572000" cy="369332"/>
          </a:xfrm>
          <a:prstGeom prst="rect">
            <a:avLst/>
          </a:prstGeom>
          <a:noFill/>
        </p:spPr>
        <p:txBody>
          <a:bodyPr wrap="square">
            <a:spAutoFit/>
          </a:bodyPr>
          <a:lstStyle/>
          <a:p>
            <a:pPr>
              <a:buNone/>
            </a:pPr>
            <a:endParaRPr lang="en-DE" dirty="0"/>
          </a:p>
        </p:txBody>
      </p:sp>
      <p:sp>
        <p:nvSpPr>
          <p:cNvPr id="16" name="Titel 1">
            <a:extLst>
              <a:ext uri="{FF2B5EF4-FFF2-40B4-BE49-F238E27FC236}">
                <a16:creationId xmlns:a16="http://schemas.microsoft.com/office/drawing/2014/main" id="{15553A1E-B0D5-6E90-0B3C-98C5AADB8148}"/>
              </a:ext>
            </a:extLst>
          </p:cNvPr>
          <p:cNvSpPr txBox="1">
            <a:spLocks/>
          </p:cNvSpPr>
          <p:nvPr/>
        </p:nvSpPr>
        <p:spPr bwMode="auto">
          <a:xfrm>
            <a:off x="309238" y="376270"/>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Find a way to edit the explaining networks for (weak) best matches to become more tree like. </a:t>
            </a:r>
          </a:p>
        </p:txBody>
      </p:sp>
      <p:pic>
        <p:nvPicPr>
          <p:cNvPr id="17" name="Picture 16">
            <a:extLst>
              <a:ext uri="{FF2B5EF4-FFF2-40B4-BE49-F238E27FC236}">
                <a16:creationId xmlns:a16="http://schemas.microsoft.com/office/drawing/2014/main" id="{B98CE2EF-0C29-4F66-0345-9C9C055B08AE}"/>
              </a:ext>
            </a:extLst>
          </p:cNvPr>
          <p:cNvPicPr>
            <a:picLocks noChangeAspect="1"/>
          </p:cNvPicPr>
          <p:nvPr/>
        </p:nvPicPr>
        <p:blipFill>
          <a:blip r:embed="rId3">
            <a:lum/>
            <a:alphaModFix/>
          </a:blip>
          <a:srcRect b="2977"/>
          <a:stretch>
            <a:fillRect/>
          </a:stretch>
        </p:blipFill>
        <p:spPr>
          <a:xfrm>
            <a:off x="5310513" y="867846"/>
            <a:ext cx="3419451" cy="375749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
            <a:extLst>
              <a:ext uri="{FF2B5EF4-FFF2-40B4-BE49-F238E27FC236}">
                <a16:creationId xmlns:a16="http://schemas.microsoft.com/office/drawing/2014/main" id="{4249C627-8F34-AE1C-2EF7-B3544740D5DB}"/>
              </a:ext>
            </a:extLst>
          </p:cNvPr>
          <p:cNvPicPr>
            <a:picLocks noChangeAspect="1"/>
          </p:cNvPicPr>
          <p:nvPr/>
        </p:nvPicPr>
        <p:blipFill>
          <a:blip r:embed="rId3">
            <a:lum/>
            <a:alphaModFix/>
          </a:blip>
          <a:srcRect/>
          <a:stretch>
            <a:fillRect/>
          </a:stretch>
        </p:blipFill>
        <p:spPr>
          <a:xfrm>
            <a:off x="265263" y="1041789"/>
            <a:ext cx="2034343" cy="2461457"/>
          </a:xfrm>
          <a:prstGeom prst="rect">
            <a:avLst/>
          </a:prstGeom>
          <a:noFill/>
          <a:ln>
            <a:noFill/>
          </a:ln>
        </p:spPr>
      </p:pic>
      <p:pic>
        <p:nvPicPr>
          <p:cNvPr id="4" name="">
            <a:extLst>
              <a:ext uri="{FF2B5EF4-FFF2-40B4-BE49-F238E27FC236}">
                <a16:creationId xmlns:a16="http://schemas.microsoft.com/office/drawing/2014/main" id="{432F937B-98DF-FC98-8FE1-E19886C45A28}"/>
              </a:ext>
            </a:extLst>
          </p:cNvPr>
          <p:cNvPicPr>
            <a:picLocks noChangeAspect="1"/>
          </p:cNvPicPr>
          <p:nvPr/>
        </p:nvPicPr>
        <p:blipFill>
          <a:blip r:embed="rId4">
            <a:lum/>
            <a:alphaModFix/>
          </a:blip>
          <a:srcRect/>
          <a:stretch>
            <a:fillRect/>
          </a:stretch>
        </p:blipFill>
        <p:spPr>
          <a:xfrm>
            <a:off x="2838070" y="392956"/>
            <a:ext cx="1535063" cy="1866175"/>
          </a:xfrm>
          <a:prstGeom prst="rect">
            <a:avLst/>
          </a:prstGeom>
          <a:noFill/>
          <a:ln>
            <a:noFill/>
          </a:ln>
        </p:spPr>
      </p:pic>
      <p:pic>
        <p:nvPicPr>
          <p:cNvPr id="5" name="">
            <a:extLst>
              <a:ext uri="{FF2B5EF4-FFF2-40B4-BE49-F238E27FC236}">
                <a16:creationId xmlns:a16="http://schemas.microsoft.com/office/drawing/2014/main" id="{206CCD51-E9BD-D57D-018F-5B81BA27F7EB}"/>
              </a:ext>
            </a:extLst>
          </p:cNvPr>
          <p:cNvPicPr>
            <a:picLocks noChangeAspect="1"/>
          </p:cNvPicPr>
          <p:nvPr/>
        </p:nvPicPr>
        <p:blipFill>
          <a:blip r:embed="rId5">
            <a:lum/>
            <a:alphaModFix/>
          </a:blip>
          <a:srcRect/>
          <a:stretch>
            <a:fillRect/>
          </a:stretch>
        </p:blipFill>
        <p:spPr>
          <a:xfrm>
            <a:off x="3129017" y="3088542"/>
            <a:ext cx="1389753" cy="1593187"/>
          </a:xfrm>
          <a:prstGeom prst="rect">
            <a:avLst/>
          </a:prstGeom>
          <a:noFill/>
          <a:ln>
            <a:noFill/>
          </a:ln>
        </p:spPr>
      </p:pic>
      <p:pic>
        <p:nvPicPr>
          <p:cNvPr id="6" name="">
            <a:extLst>
              <a:ext uri="{FF2B5EF4-FFF2-40B4-BE49-F238E27FC236}">
                <a16:creationId xmlns:a16="http://schemas.microsoft.com/office/drawing/2014/main" id="{1C4F190A-9B6D-1FC0-6B0D-C6611EE7EC84}"/>
              </a:ext>
            </a:extLst>
          </p:cNvPr>
          <p:cNvPicPr>
            <a:picLocks noChangeAspect="1"/>
          </p:cNvPicPr>
          <p:nvPr/>
        </p:nvPicPr>
        <p:blipFill>
          <a:blip r:embed="rId6">
            <a:lum/>
            <a:alphaModFix/>
          </a:blip>
          <a:srcRect/>
          <a:stretch>
            <a:fillRect/>
          </a:stretch>
        </p:blipFill>
        <p:spPr>
          <a:xfrm>
            <a:off x="4504729" y="2323459"/>
            <a:ext cx="1319874" cy="1594494"/>
          </a:xfrm>
          <a:prstGeom prst="rect">
            <a:avLst/>
          </a:prstGeom>
          <a:noFill/>
          <a:ln>
            <a:noFill/>
          </a:ln>
        </p:spPr>
      </p:pic>
      <p:sp>
        <p:nvSpPr>
          <p:cNvPr id="7" name="TextBox 6">
            <a:extLst>
              <a:ext uri="{FF2B5EF4-FFF2-40B4-BE49-F238E27FC236}">
                <a16:creationId xmlns:a16="http://schemas.microsoft.com/office/drawing/2014/main" id="{8378A416-2D92-A1FD-44E3-E4257F161386}"/>
              </a:ext>
            </a:extLst>
          </p:cNvPr>
          <p:cNvSpPr txBox="1"/>
          <p:nvPr/>
        </p:nvSpPr>
        <p:spPr>
          <a:xfrm>
            <a:off x="4995192" y="1637073"/>
            <a:ext cx="622058" cy="457021"/>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2540">
                <a:latin typeface="Liberation Sans" pitchFamily="18"/>
                <a:ea typeface="Microsoft YaHei" pitchFamily="2"/>
                <a:cs typeface="Lucida Sans" pitchFamily="2"/>
              </a:rPr>
              <a:t>...</a:t>
            </a:r>
          </a:p>
        </p:txBody>
      </p:sp>
      <p:sp>
        <p:nvSpPr>
          <p:cNvPr id="8" name="Straight Connector 7">
            <a:extLst>
              <a:ext uri="{FF2B5EF4-FFF2-40B4-BE49-F238E27FC236}">
                <a16:creationId xmlns:a16="http://schemas.microsoft.com/office/drawing/2014/main" id="{AEF2D15D-851F-3D29-0103-D2F0FB0E6F34}"/>
              </a:ext>
            </a:extLst>
          </p:cNvPr>
          <p:cNvSpPr/>
          <p:nvPr/>
        </p:nvSpPr>
        <p:spPr>
          <a:xfrm flipV="1">
            <a:off x="1994291" y="1222367"/>
            <a:ext cx="1244116" cy="622058"/>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9" name="Straight Connector 8">
            <a:extLst>
              <a:ext uri="{FF2B5EF4-FFF2-40B4-BE49-F238E27FC236}">
                <a16:creationId xmlns:a16="http://schemas.microsoft.com/office/drawing/2014/main" id="{4B0AFD66-B0AE-7F19-1695-CE8700CEFD23}"/>
              </a:ext>
            </a:extLst>
          </p:cNvPr>
          <p:cNvSpPr/>
          <p:nvPr/>
        </p:nvSpPr>
        <p:spPr>
          <a:xfrm>
            <a:off x="2092253" y="2881189"/>
            <a:ext cx="1244116" cy="1036764"/>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0" name="Straight Connector 9">
            <a:extLst>
              <a:ext uri="{FF2B5EF4-FFF2-40B4-BE49-F238E27FC236}">
                <a16:creationId xmlns:a16="http://schemas.microsoft.com/office/drawing/2014/main" id="{B4F4FA3A-AAB1-6987-D44B-B00784731E1F}"/>
              </a:ext>
            </a:extLst>
          </p:cNvPr>
          <p:cNvSpPr/>
          <p:nvPr/>
        </p:nvSpPr>
        <p:spPr>
          <a:xfrm flipV="1">
            <a:off x="2299606" y="2051778"/>
            <a:ext cx="2488233" cy="414706"/>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1" name="Straight Connector 10">
            <a:extLst>
              <a:ext uri="{FF2B5EF4-FFF2-40B4-BE49-F238E27FC236}">
                <a16:creationId xmlns:a16="http://schemas.microsoft.com/office/drawing/2014/main" id="{47370B72-2DF1-C7A8-A3C9-D037408B360B}"/>
              </a:ext>
            </a:extLst>
          </p:cNvPr>
          <p:cNvSpPr/>
          <p:nvPr/>
        </p:nvSpPr>
        <p:spPr>
          <a:xfrm>
            <a:off x="2299606" y="2673836"/>
            <a:ext cx="2488233" cy="414705"/>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2" name="TextBox 11">
            <a:extLst>
              <a:ext uri="{FF2B5EF4-FFF2-40B4-BE49-F238E27FC236}">
                <a16:creationId xmlns:a16="http://schemas.microsoft.com/office/drawing/2014/main" id="{E5BC43C9-B12F-BA5D-FFEE-8ED096CB447A}"/>
              </a:ext>
            </a:extLst>
          </p:cNvPr>
          <p:cNvSpPr txBox="1"/>
          <p:nvPr/>
        </p:nvSpPr>
        <p:spPr>
          <a:xfrm rot="19960800">
            <a:off x="1867958" y="1261033"/>
            <a:ext cx="1565758"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n editing operations</a:t>
            </a:r>
          </a:p>
        </p:txBody>
      </p:sp>
      <p:sp>
        <p:nvSpPr>
          <p:cNvPr id="13" name="TextBox 12">
            <a:extLst>
              <a:ext uri="{FF2B5EF4-FFF2-40B4-BE49-F238E27FC236}">
                <a16:creationId xmlns:a16="http://schemas.microsoft.com/office/drawing/2014/main" id="{50BC1012-0FD1-9387-002B-176536E86DA1}"/>
              </a:ext>
            </a:extLst>
          </p:cNvPr>
          <p:cNvSpPr txBox="1"/>
          <p:nvPr/>
        </p:nvSpPr>
        <p:spPr>
          <a:xfrm rot="2316600">
            <a:off x="2073256" y="3229799"/>
            <a:ext cx="1565758"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n editing operations</a:t>
            </a:r>
          </a:p>
        </p:txBody>
      </p:sp>
      <p:sp>
        <p:nvSpPr>
          <p:cNvPr id="14" name="TextBox 13">
            <a:extLst>
              <a:ext uri="{FF2B5EF4-FFF2-40B4-BE49-F238E27FC236}">
                <a16:creationId xmlns:a16="http://schemas.microsoft.com/office/drawing/2014/main" id="{5AE34872-611A-02CB-101A-EA6A4D5FF482}"/>
              </a:ext>
            </a:extLst>
          </p:cNvPr>
          <p:cNvSpPr txBox="1"/>
          <p:nvPr/>
        </p:nvSpPr>
        <p:spPr>
          <a:xfrm rot="21020573">
            <a:off x="3077287" y="1967894"/>
            <a:ext cx="1565758"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n editing operations</a:t>
            </a:r>
          </a:p>
        </p:txBody>
      </p:sp>
      <p:sp>
        <p:nvSpPr>
          <p:cNvPr id="15" name="TextBox 14">
            <a:extLst>
              <a:ext uri="{FF2B5EF4-FFF2-40B4-BE49-F238E27FC236}">
                <a16:creationId xmlns:a16="http://schemas.microsoft.com/office/drawing/2014/main" id="{4050D3E8-0B24-FF10-9415-8BF6305704C5}"/>
              </a:ext>
            </a:extLst>
          </p:cNvPr>
          <p:cNvSpPr txBox="1"/>
          <p:nvPr/>
        </p:nvSpPr>
        <p:spPr>
          <a:xfrm rot="610618">
            <a:off x="3058164" y="2704628"/>
            <a:ext cx="1565758"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n editing operations</a:t>
            </a:r>
          </a:p>
        </p:txBody>
      </p:sp>
      <p:sp>
        <p:nvSpPr>
          <p:cNvPr id="16" name="TextBox 15">
            <a:extLst>
              <a:ext uri="{FF2B5EF4-FFF2-40B4-BE49-F238E27FC236}">
                <a16:creationId xmlns:a16="http://schemas.microsoft.com/office/drawing/2014/main" id="{2B11EE13-6FBD-A063-0BB5-E8DB3322F5D9}"/>
              </a:ext>
            </a:extLst>
          </p:cNvPr>
          <p:cNvSpPr txBox="1"/>
          <p:nvPr/>
        </p:nvSpPr>
        <p:spPr>
          <a:xfrm>
            <a:off x="6031954" y="1481967"/>
            <a:ext cx="622058" cy="1366565"/>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8708">
                <a:latin typeface="Liberation Sans" pitchFamily="18"/>
                <a:ea typeface="Microsoft YaHei" pitchFamily="2"/>
                <a:cs typeface="Lucida Sans" pitchFamily="2"/>
              </a:rPr>
              <a:t>}</a:t>
            </a:r>
          </a:p>
        </p:txBody>
      </p:sp>
      <p:sp>
        <p:nvSpPr>
          <p:cNvPr id="17" name="TextBox 16">
            <a:extLst>
              <a:ext uri="{FF2B5EF4-FFF2-40B4-BE49-F238E27FC236}">
                <a16:creationId xmlns:a16="http://schemas.microsoft.com/office/drawing/2014/main" id="{BE08971F-D70E-1DCC-C7C9-B0084589F0C4}"/>
              </a:ext>
            </a:extLst>
          </p:cNvPr>
          <p:cNvSpPr txBox="1"/>
          <p:nvPr/>
        </p:nvSpPr>
        <p:spPr>
          <a:xfrm>
            <a:off x="6654011" y="1501999"/>
            <a:ext cx="2488232" cy="1541036"/>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633" dirty="0">
                <a:latin typeface="Arial Unicode MS" panose="020B0604020202020204" pitchFamily="34" charset="-128"/>
                <a:ea typeface="Arial Unicode MS" panose="020B0604020202020204" pitchFamily="34" charset="-128"/>
                <a:cs typeface="Arial Unicode MS" panose="020B0604020202020204" pitchFamily="34" charset="-128"/>
              </a:rPr>
              <a:t>Select the best (in terms of tree likeness) m networks having the same BMG and repeat</a:t>
            </a:r>
          </a:p>
        </p:txBody>
      </p:sp>
      <p:pic>
        <p:nvPicPr>
          <p:cNvPr id="18" name="Picture 17">
            <a:extLst>
              <a:ext uri="{FF2B5EF4-FFF2-40B4-BE49-F238E27FC236}">
                <a16:creationId xmlns:a16="http://schemas.microsoft.com/office/drawing/2014/main" id="{7297636E-9582-01E0-162B-0CD2B96C3D61}"/>
              </a:ext>
            </a:extLst>
          </p:cNvPr>
          <p:cNvPicPr>
            <a:picLocks noChangeAspect="1"/>
          </p:cNvPicPr>
          <p:nvPr/>
        </p:nvPicPr>
        <p:blipFill>
          <a:blip r:embed="rId7"/>
          <a:stretch>
            <a:fillRect/>
          </a:stretch>
        </p:blipFill>
        <p:spPr>
          <a:xfrm flipV="1">
            <a:off x="0" y="25718"/>
            <a:ext cx="4381751" cy="433530"/>
          </a:xfrm>
          <a:prstGeom prst="rect">
            <a:avLst/>
          </a:prstGeom>
        </p:spPr>
      </p:pic>
      <p:pic>
        <p:nvPicPr>
          <p:cNvPr id="19" name="Picture 18">
            <a:extLst>
              <a:ext uri="{FF2B5EF4-FFF2-40B4-BE49-F238E27FC236}">
                <a16:creationId xmlns:a16="http://schemas.microsoft.com/office/drawing/2014/main" id="{396B8780-8538-EE81-9A5E-5F53553F16A9}"/>
              </a:ext>
            </a:extLst>
          </p:cNvPr>
          <p:cNvPicPr>
            <a:picLocks noChangeAspect="1"/>
          </p:cNvPicPr>
          <p:nvPr/>
        </p:nvPicPr>
        <p:blipFill>
          <a:blip r:embed="rId7"/>
          <a:stretch>
            <a:fillRect/>
          </a:stretch>
        </p:blipFill>
        <p:spPr>
          <a:xfrm flipV="1">
            <a:off x="1184495" y="4764668"/>
            <a:ext cx="4381751" cy="319123"/>
          </a:xfrm>
          <a:prstGeom prst="rect">
            <a:avLst/>
          </a:prstGeom>
        </p:spPr>
      </p:pic>
      <p:sp>
        <p:nvSpPr>
          <p:cNvPr id="21" name="Titel 1">
            <a:extLst>
              <a:ext uri="{FF2B5EF4-FFF2-40B4-BE49-F238E27FC236}">
                <a16:creationId xmlns:a16="http://schemas.microsoft.com/office/drawing/2014/main" id="{3D54F47B-6478-39A6-3D66-A6978DCE4782}"/>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23" name="Titel 1">
            <a:extLst>
              <a:ext uri="{FF2B5EF4-FFF2-40B4-BE49-F238E27FC236}">
                <a16:creationId xmlns:a16="http://schemas.microsoft.com/office/drawing/2014/main" id="{B7ADE752-456F-8E8C-81F1-C7FC7092387D}"/>
              </a:ext>
            </a:extLst>
          </p:cNvPr>
          <p:cNvSpPr txBox="1">
            <a:spLocks/>
          </p:cNvSpPr>
          <p:nvPr/>
        </p:nvSpPr>
        <p:spPr bwMode="auto">
          <a:xfrm>
            <a:off x="309238" y="17680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1st idea: Beam search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B81EC-73B1-04C2-B619-84C3DD633C2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E7B2874-D740-CF43-6023-4C92B1C975AD}"/>
              </a:ext>
            </a:extLst>
          </p:cNvPr>
          <p:cNvPicPr>
            <a:picLocks noChangeAspect="1"/>
          </p:cNvPicPr>
          <p:nvPr/>
        </p:nvPicPr>
        <p:blipFill>
          <a:blip r:embed="rId3">
            <a:lum/>
            <a:alphaModFix/>
          </a:blip>
          <a:srcRect/>
          <a:stretch>
            <a:fillRect/>
          </a:stretch>
        </p:blipFill>
        <p:spPr>
          <a:xfrm>
            <a:off x="265263" y="1041789"/>
            <a:ext cx="2034343" cy="2461457"/>
          </a:xfrm>
          <a:prstGeom prst="rect">
            <a:avLst/>
          </a:prstGeom>
          <a:noFill/>
          <a:ln>
            <a:noFill/>
          </a:ln>
        </p:spPr>
      </p:pic>
      <p:pic>
        <p:nvPicPr>
          <p:cNvPr id="4" name="Picture 3">
            <a:extLst>
              <a:ext uri="{FF2B5EF4-FFF2-40B4-BE49-F238E27FC236}">
                <a16:creationId xmlns:a16="http://schemas.microsoft.com/office/drawing/2014/main" id="{BB4853CD-0E30-8353-841A-C8E0266238C9}"/>
              </a:ext>
            </a:extLst>
          </p:cNvPr>
          <p:cNvPicPr>
            <a:picLocks noChangeAspect="1"/>
          </p:cNvPicPr>
          <p:nvPr/>
        </p:nvPicPr>
        <p:blipFill>
          <a:blip r:embed="rId4">
            <a:lum/>
            <a:alphaModFix/>
          </a:blip>
          <a:srcRect/>
          <a:stretch>
            <a:fillRect/>
          </a:stretch>
        </p:blipFill>
        <p:spPr>
          <a:xfrm>
            <a:off x="2838070" y="392956"/>
            <a:ext cx="1535063" cy="1866175"/>
          </a:xfrm>
          <a:prstGeom prst="rect">
            <a:avLst/>
          </a:prstGeom>
          <a:noFill/>
          <a:ln>
            <a:noFill/>
          </a:ln>
        </p:spPr>
      </p:pic>
      <p:pic>
        <p:nvPicPr>
          <p:cNvPr id="5" name="Picture 4">
            <a:extLst>
              <a:ext uri="{FF2B5EF4-FFF2-40B4-BE49-F238E27FC236}">
                <a16:creationId xmlns:a16="http://schemas.microsoft.com/office/drawing/2014/main" id="{DF35A7BD-056E-9CC0-DEC4-050CC1CA49BE}"/>
              </a:ext>
            </a:extLst>
          </p:cNvPr>
          <p:cNvPicPr>
            <a:picLocks noChangeAspect="1"/>
          </p:cNvPicPr>
          <p:nvPr/>
        </p:nvPicPr>
        <p:blipFill>
          <a:blip r:embed="rId5">
            <a:lum/>
            <a:alphaModFix/>
          </a:blip>
          <a:srcRect/>
          <a:stretch>
            <a:fillRect/>
          </a:stretch>
        </p:blipFill>
        <p:spPr>
          <a:xfrm>
            <a:off x="3129017" y="3088542"/>
            <a:ext cx="1389753" cy="1593187"/>
          </a:xfrm>
          <a:prstGeom prst="rect">
            <a:avLst/>
          </a:prstGeom>
          <a:noFill/>
          <a:ln>
            <a:noFill/>
          </a:ln>
        </p:spPr>
      </p:pic>
      <p:pic>
        <p:nvPicPr>
          <p:cNvPr id="6" name="Picture 5">
            <a:extLst>
              <a:ext uri="{FF2B5EF4-FFF2-40B4-BE49-F238E27FC236}">
                <a16:creationId xmlns:a16="http://schemas.microsoft.com/office/drawing/2014/main" id="{7B22C501-E567-19BD-7BB5-6B40830804AF}"/>
              </a:ext>
            </a:extLst>
          </p:cNvPr>
          <p:cNvPicPr>
            <a:picLocks noChangeAspect="1"/>
          </p:cNvPicPr>
          <p:nvPr/>
        </p:nvPicPr>
        <p:blipFill>
          <a:blip r:embed="rId6">
            <a:lum/>
            <a:alphaModFix/>
          </a:blip>
          <a:srcRect/>
          <a:stretch>
            <a:fillRect/>
          </a:stretch>
        </p:blipFill>
        <p:spPr>
          <a:xfrm>
            <a:off x="4504729" y="2323459"/>
            <a:ext cx="1319874" cy="1594494"/>
          </a:xfrm>
          <a:prstGeom prst="rect">
            <a:avLst/>
          </a:prstGeom>
          <a:noFill/>
          <a:ln>
            <a:noFill/>
          </a:ln>
        </p:spPr>
      </p:pic>
      <p:sp>
        <p:nvSpPr>
          <p:cNvPr id="7" name="TextBox 6">
            <a:extLst>
              <a:ext uri="{FF2B5EF4-FFF2-40B4-BE49-F238E27FC236}">
                <a16:creationId xmlns:a16="http://schemas.microsoft.com/office/drawing/2014/main" id="{024209D3-1EFB-7363-AA93-6C5BADEF991C}"/>
              </a:ext>
            </a:extLst>
          </p:cNvPr>
          <p:cNvSpPr txBox="1"/>
          <p:nvPr/>
        </p:nvSpPr>
        <p:spPr>
          <a:xfrm>
            <a:off x="4995192" y="1637073"/>
            <a:ext cx="622058" cy="457021"/>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2540">
                <a:latin typeface="Liberation Sans" pitchFamily="18"/>
                <a:ea typeface="Microsoft YaHei" pitchFamily="2"/>
                <a:cs typeface="Lucida Sans" pitchFamily="2"/>
              </a:rPr>
              <a:t>...</a:t>
            </a:r>
          </a:p>
        </p:txBody>
      </p:sp>
      <p:sp>
        <p:nvSpPr>
          <p:cNvPr id="8" name="Straight Connector 7">
            <a:extLst>
              <a:ext uri="{FF2B5EF4-FFF2-40B4-BE49-F238E27FC236}">
                <a16:creationId xmlns:a16="http://schemas.microsoft.com/office/drawing/2014/main" id="{8CB5A28E-9566-40A8-7F2A-27DA2D486F86}"/>
              </a:ext>
            </a:extLst>
          </p:cNvPr>
          <p:cNvSpPr/>
          <p:nvPr/>
        </p:nvSpPr>
        <p:spPr>
          <a:xfrm flipV="1">
            <a:off x="1994291" y="1222367"/>
            <a:ext cx="1244116" cy="622058"/>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9" name="Straight Connector 8">
            <a:extLst>
              <a:ext uri="{FF2B5EF4-FFF2-40B4-BE49-F238E27FC236}">
                <a16:creationId xmlns:a16="http://schemas.microsoft.com/office/drawing/2014/main" id="{A5EAC2FA-90AB-C85A-37B8-51A27970DE68}"/>
              </a:ext>
            </a:extLst>
          </p:cNvPr>
          <p:cNvSpPr/>
          <p:nvPr/>
        </p:nvSpPr>
        <p:spPr>
          <a:xfrm>
            <a:off x="2092253" y="2881189"/>
            <a:ext cx="1244116" cy="1036764"/>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0" name="Straight Connector 9">
            <a:extLst>
              <a:ext uri="{FF2B5EF4-FFF2-40B4-BE49-F238E27FC236}">
                <a16:creationId xmlns:a16="http://schemas.microsoft.com/office/drawing/2014/main" id="{AEA130E0-1C60-10F2-98CA-31495BCD7F4A}"/>
              </a:ext>
            </a:extLst>
          </p:cNvPr>
          <p:cNvSpPr/>
          <p:nvPr/>
        </p:nvSpPr>
        <p:spPr>
          <a:xfrm flipV="1">
            <a:off x="2299606" y="2051778"/>
            <a:ext cx="2488233" cy="414706"/>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1" name="Straight Connector 10">
            <a:extLst>
              <a:ext uri="{FF2B5EF4-FFF2-40B4-BE49-F238E27FC236}">
                <a16:creationId xmlns:a16="http://schemas.microsoft.com/office/drawing/2014/main" id="{F74E7DE1-86BF-7BCC-DA9B-2F874E5AF350}"/>
              </a:ext>
            </a:extLst>
          </p:cNvPr>
          <p:cNvSpPr/>
          <p:nvPr/>
        </p:nvSpPr>
        <p:spPr>
          <a:xfrm>
            <a:off x="2299606" y="2673836"/>
            <a:ext cx="2488233" cy="414705"/>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2" name="TextBox 11">
            <a:extLst>
              <a:ext uri="{FF2B5EF4-FFF2-40B4-BE49-F238E27FC236}">
                <a16:creationId xmlns:a16="http://schemas.microsoft.com/office/drawing/2014/main" id="{B23B6A8B-B197-429F-1D67-75DFF7E7AEEF}"/>
              </a:ext>
            </a:extLst>
          </p:cNvPr>
          <p:cNvSpPr txBox="1"/>
          <p:nvPr/>
        </p:nvSpPr>
        <p:spPr>
          <a:xfrm rot="19960800">
            <a:off x="1867958" y="1261033"/>
            <a:ext cx="1565758"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n editing operations</a:t>
            </a:r>
          </a:p>
        </p:txBody>
      </p:sp>
      <p:sp>
        <p:nvSpPr>
          <p:cNvPr id="13" name="TextBox 12">
            <a:extLst>
              <a:ext uri="{FF2B5EF4-FFF2-40B4-BE49-F238E27FC236}">
                <a16:creationId xmlns:a16="http://schemas.microsoft.com/office/drawing/2014/main" id="{B506810C-6320-203A-34D2-EE59E7A615A5}"/>
              </a:ext>
            </a:extLst>
          </p:cNvPr>
          <p:cNvSpPr txBox="1"/>
          <p:nvPr/>
        </p:nvSpPr>
        <p:spPr>
          <a:xfrm rot="2316600">
            <a:off x="2073256" y="3229799"/>
            <a:ext cx="1565758"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n editing operations</a:t>
            </a:r>
          </a:p>
        </p:txBody>
      </p:sp>
      <p:sp>
        <p:nvSpPr>
          <p:cNvPr id="14" name="TextBox 13">
            <a:extLst>
              <a:ext uri="{FF2B5EF4-FFF2-40B4-BE49-F238E27FC236}">
                <a16:creationId xmlns:a16="http://schemas.microsoft.com/office/drawing/2014/main" id="{6B1E67A6-9AC6-DB53-0733-2838AE62188E}"/>
              </a:ext>
            </a:extLst>
          </p:cNvPr>
          <p:cNvSpPr txBox="1"/>
          <p:nvPr/>
        </p:nvSpPr>
        <p:spPr>
          <a:xfrm rot="21020573">
            <a:off x="3077287" y="1967894"/>
            <a:ext cx="1565758"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n editing operations</a:t>
            </a:r>
          </a:p>
        </p:txBody>
      </p:sp>
      <p:sp>
        <p:nvSpPr>
          <p:cNvPr id="15" name="TextBox 14">
            <a:extLst>
              <a:ext uri="{FF2B5EF4-FFF2-40B4-BE49-F238E27FC236}">
                <a16:creationId xmlns:a16="http://schemas.microsoft.com/office/drawing/2014/main" id="{170C9062-063E-AA67-A879-20FFA9F021C2}"/>
              </a:ext>
            </a:extLst>
          </p:cNvPr>
          <p:cNvSpPr txBox="1"/>
          <p:nvPr/>
        </p:nvSpPr>
        <p:spPr>
          <a:xfrm rot="610618">
            <a:off x="3058164" y="2704628"/>
            <a:ext cx="1565758"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n editing operations</a:t>
            </a:r>
          </a:p>
        </p:txBody>
      </p:sp>
      <p:sp>
        <p:nvSpPr>
          <p:cNvPr id="16" name="TextBox 15">
            <a:extLst>
              <a:ext uri="{FF2B5EF4-FFF2-40B4-BE49-F238E27FC236}">
                <a16:creationId xmlns:a16="http://schemas.microsoft.com/office/drawing/2014/main" id="{825F51CD-A8AE-92DE-2989-B82A7F926B87}"/>
              </a:ext>
            </a:extLst>
          </p:cNvPr>
          <p:cNvSpPr txBox="1"/>
          <p:nvPr/>
        </p:nvSpPr>
        <p:spPr>
          <a:xfrm>
            <a:off x="6031954" y="1481967"/>
            <a:ext cx="622058" cy="1366565"/>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8708">
                <a:latin typeface="Liberation Sans" pitchFamily="18"/>
                <a:ea typeface="Microsoft YaHei" pitchFamily="2"/>
                <a:cs typeface="Lucida Sans" pitchFamily="2"/>
              </a:rPr>
              <a:t>}</a:t>
            </a:r>
          </a:p>
        </p:txBody>
      </p:sp>
      <p:pic>
        <p:nvPicPr>
          <p:cNvPr id="18" name="Picture 17">
            <a:extLst>
              <a:ext uri="{FF2B5EF4-FFF2-40B4-BE49-F238E27FC236}">
                <a16:creationId xmlns:a16="http://schemas.microsoft.com/office/drawing/2014/main" id="{3FFB8282-2EC5-ED51-C37A-62364E131DD3}"/>
              </a:ext>
            </a:extLst>
          </p:cNvPr>
          <p:cNvPicPr>
            <a:picLocks noChangeAspect="1"/>
          </p:cNvPicPr>
          <p:nvPr/>
        </p:nvPicPr>
        <p:blipFill>
          <a:blip r:embed="rId7"/>
          <a:stretch>
            <a:fillRect/>
          </a:stretch>
        </p:blipFill>
        <p:spPr>
          <a:xfrm flipV="1">
            <a:off x="0" y="25718"/>
            <a:ext cx="4381751" cy="433530"/>
          </a:xfrm>
          <a:prstGeom prst="rect">
            <a:avLst/>
          </a:prstGeom>
        </p:spPr>
      </p:pic>
      <p:pic>
        <p:nvPicPr>
          <p:cNvPr id="19" name="Picture 18">
            <a:extLst>
              <a:ext uri="{FF2B5EF4-FFF2-40B4-BE49-F238E27FC236}">
                <a16:creationId xmlns:a16="http://schemas.microsoft.com/office/drawing/2014/main" id="{A48E46AE-1302-0623-DF9B-F90734CFFAD3}"/>
              </a:ext>
            </a:extLst>
          </p:cNvPr>
          <p:cNvPicPr>
            <a:picLocks noChangeAspect="1"/>
          </p:cNvPicPr>
          <p:nvPr/>
        </p:nvPicPr>
        <p:blipFill>
          <a:blip r:embed="rId7"/>
          <a:stretch>
            <a:fillRect/>
          </a:stretch>
        </p:blipFill>
        <p:spPr>
          <a:xfrm flipV="1">
            <a:off x="1184495" y="4764668"/>
            <a:ext cx="4381751" cy="319123"/>
          </a:xfrm>
          <a:prstGeom prst="rect">
            <a:avLst/>
          </a:prstGeom>
        </p:spPr>
      </p:pic>
      <p:sp>
        <p:nvSpPr>
          <p:cNvPr id="21" name="Titel 1">
            <a:extLst>
              <a:ext uri="{FF2B5EF4-FFF2-40B4-BE49-F238E27FC236}">
                <a16:creationId xmlns:a16="http://schemas.microsoft.com/office/drawing/2014/main" id="{85F1ED6B-B00E-1DBF-CA56-B7F5B87B9E06}"/>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23" name="Titel 1">
            <a:extLst>
              <a:ext uri="{FF2B5EF4-FFF2-40B4-BE49-F238E27FC236}">
                <a16:creationId xmlns:a16="http://schemas.microsoft.com/office/drawing/2014/main" id="{563E5217-CABE-657E-B18E-E1315528439E}"/>
              </a:ext>
            </a:extLst>
          </p:cNvPr>
          <p:cNvSpPr txBox="1">
            <a:spLocks/>
          </p:cNvSpPr>
          <p:nvPr/>
        </p:nvSpPr>
        <p:spPr bwMode="auto">
          <a:xfrm>
            <a:off x="309238" y="17680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1st idea: Beam search</a:t>
            </a:r>
          </a:p>
        </p:txBody>
      </p:sp>
      <p:sp>
        <p:nvSpPr>
          <p:cNvPr id="2" name="TextBox 1">
            <a:extLst>
              <a:ext uri="{FF2B5EF4-FFF2-40B4-BE49-F238E27FC236}">
                <a16:creationId xmlns:a16="http://schemas.microsoft.com/office/drawing/2014/main" id="{2FD1B80C-6DCD-734E-7B39-D70440F53BF1}"/>
              </a:ext>
            </a:extLst>
          </p:cNvPr>
          <p:cNvSpPr txBox="1"/>
          <p:nvPr/>
        </p:nvSpPr>
        <p:spPr>
          <a:xfrm>
            <a:off x="6654011" y="3063067"/>
            <a:ext cx="2488232" cy="1020380"/>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400" dirty="0">
                <a:solidFill>
                  <a:srgbClr val="FF0000"/>
                </a:solidFill>
                <a:latin typeface="Arial Unicode MS" panose="020B0604020202020204" pitchFamily="34" charset="-128"/>
                <a:ea typeface="Arial Unicode MS" panose="020B0604020202020204" pitchFamily="34" charset="-128"/>
                <a:cs typeface="Arial Unicode MS" panose="020B0604020202020204" pitchFamily="34" charset="-128"/>
              </a:rPr>
              <a:t>Even with n = m = 1 on moderately sized graphs this took way too long</a:t>
            </a:r>
          </a:p>
        </p:txBody>
      </p:sp>
      <p:sp>
        <p:nvSpPr>
          <p:cNvPr id="20" name="TextBox 19">
            <a:extLst>
              <a:ext uri="{FF2B5EF4-FFF2-40B4-BE49-F238E27FC236}">
                <a16:creationId xmlns:a16="http://schemas.microsoft.com/office/drawing/2014/main" id="{D4DD41AD-F005-86BC-B8D7-6647809BC3C1}"/>
              </a:ext>
            </a:extLst>
          </p:cNvPr>
          <p:cNvSpPr txBox="1"/>
          <p:nvPr/>
        </p:nvSpPr>
        <p:spPr>
          <a:xfrm>
            <a:off x="6654011" y="1501999"/>
            <a:ext cx="2488232" cy="1541036"/>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633" dirty="0">
                <a:latin typeface="Arial Unicode MS" panose="020B0604020202020204" pitchFamily="34" charset="-128"/>
                <a:ea typeface="Arial Unicode MS" panose="020B0604020202020204" pitchFamily="34" charset="-128"/>
                <a:cs typeface="Arial Unicode MS" panose="020B0604020202020204" pitchFamily="34" charset="-128"/>
              </a:rPr>
              <a:t>Select the best (in terms of tree likeness) m networks having the same BMG and repeat</a:t>
            </a:r>
          </a:p>
        </p:txBody>
      </p:sp>
    </p:spTree>
    <p:extLst>
      <p:ext uri="{BB962C8B-B14F-4D97-AF65-F5344CB8AC3E}">
        <p14:creationId xmlns:p14="http://schemas.microsoft.com/office/powerpoint/2010/main" val="3727682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Class="entr"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
            <a:extLst>
              <a:ext uri="{FF2B5EF4-FFF2-40B4-BE49-F238E27FC236}">
                <a16:creationId xmlns:a16="http://schemas.microsoft.com/office/drawing/2014/main" id="{D46C5F0F-73CA-C0FB-11CD-7F7504A4E233}"/>
              </a:ext>
            </a:extLst>
          </p:cNvPr>
          <p:cNvPicPr>
            <a:picLocks noChangeAspect="1"/>
          </p:cNvPicPr>
          <p:nvPr/>
        </p:nvPicPr>
        <p:blipFill>
          <a:blip r:embed="rId3">
            <a:lum/>
            <a:alphaModFix/>
          </a:blip>
          <a:srcRect/>
          <a:stretch>
            <a:fillRect/>
          </a:stretch>
        </p:blipFill>
        <p:spPr>
          <a:xfrm>
            <a:off x="309238" y="1135095"/>
            <a:ext cx="4049419" cy="2902938"/>
          </a:xfrm>
          <a:prstGeom prst="rect">
            <a:avLst/>
          </a:prstGeom>
          <a:solidFill>
            <a:srgbClr val="FFFFFF"/>
          </a:solidFill>
          <a:ln>
            <a:noFill/>
          </a:ln>
        </p:spPr>
      </p:pic>
      <p:pic>
        <p:nvPicPr>
          <p:cNvPr id="4" name="">
            <a:extLst>
              <a:ext uri="{FF2B5EF4-FFF2-40B4-BE49-F238E27FC236}">
                <a16:creationId xmlns:a16="http://schemas.microsoft.com/office/drawing/2014/main" id="{316E2153-45B2-57C4-DA78-3CC3D5D128A5}"/>
              </a:ext>
            </a:extLst>
          </p:cNvPr>
          <p:cNvPicPr>
            <a:picLocks noChangeAspect="1"/>
          </p:cNvPicPr>
          <p:nvPr/>
        </p:nvPicPr>
        <p:blipFill>
          <a:blip r:embed="rId4">
            <a:lum/>
            <a:alphaModFix/>
          </a:blip>
          <a:srcRect b="1503"/>
          <a:stretch>
            <a:fillRect/>
          </a:stretch>
        </p:blipFill>
        <p:spPr>
          <a:xfrm>
            <a:off x="4895060" y="1427853"/>
            <a:ext cx="3939702" cy="2973498"/>
          </a:xfrm>
          <a:prstGeom prst="rect">
            <a:avLst/>
          </a:prstGeom>
          <a:solidFill>
            <a:srgbClr val="FFFFFF"/>
          </a:solidFill>
          <a:ln>
            <a:noFill/>
          </a:ln>
        </p:spPr>
      </p:pic>
      <p:pic>
        <p:nvPicPr>
          <p:cNvPr id="5" name="Picture 4">
            <a:extLst>
              <a:ext uri="{FF2B5EF4-FFF2-40B4-BE49-F238E27FC236}">
                <a16:creationId xmlns:a16="http://schemas.microsoft.com/office/drawing/2014/main" id="{F2FC3E8B-A450-0E83-2B98-AA3BB50D4554}"/>
              </a:ext>
            </a:extLst>
          </p:cNvPr>
          <p:cNvPicPr>
            <a:picLocks noChangeAspect="1"/>
          </p:cNvPicPr>
          <p:nvPr/>
        </p:nvPicPr>
        <p:blipFill>
          <a:blip r:embed="rId5"/>
          <a:stretch>
            <a:fillRect/>
          </a:stretch>
        </p:blipFill>
        <p:spPr>
          <a:xfrm flipV="1">
            <a:off x="0" y="25718"/>
            <a:ext cx="4381751" cy="433530"/>
          </a:xfrm>
          <a:prstGeom prst="rect">
            <a:avLst/>
          </a:prstGeom>
        </p:spPr>
      </p:pic>
      <p:pic>
        <p:nvPicPr>
          <p:cNvPr id="6" name="Picture 5">
            <a:extLst>
              <a:ext uri="{FF2B5EF4-FFF2-40B4-BE49-F238E27FC236}">
                <a16:creationId xmlns:a16="http://schemas.microsoft.com/office/drawing/2014/main" id="{5314E156-A4CD-42EF-6076-1F91E96321A7}"/>
              </a:ext>
            </a:extLst>
          </p:cNvPr>
          <p:cNvPicPr>
            <a:picLocks noChangeAspect="1"/>
          </p:cNvPicPr>
          <p:nvPr/>
        </p:nvPicPr>
        <p:blipFill>
          <a:blip r:embed="rId5"/>
          <a:stretch>
            <a:fillRect/>
          </a:stretch>
        </p:blipFill>
        <p:spPr>
          <a:xfrm flipV="1">
            <a:off x="1184495" y="4764668"/>
            <a:ext cx="4381751" cy="319123"/>
          </a:xfrm>
          <a:prstGeom prst="rect">
            <a:avLst/>
          </a:prstGeom>
        </p:spPr>
      </p:pic>
      <p:sp>
        <p:nvSpPr>
          <p:cNvPr id="9" name="Titel 1">
            <a:extLst>
              <a:ext uri="{FF2B5EF4-FFF2-40B4-BE49-F238E27FC236}">
                <a16:creationId xmlns:a16="http://schemas.microsoft.com/office/drawing/2014/main" id="{A711D00B-DC18-C643-6FCD-FDA7F80C5F8A}"/>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10" name="Titel 1">
            <a:extLst>
              <a:ext uri="{FF2B5EF4-FFF2-40B4-BE49-F238E27FC236}">
                <a16:creationId xmlns:a16="http://schemas.microsoft.com/office/drawing/2014/main" id="{F14E77D0-CA8C-9085-5043-1661EC91B637}"/>
              </a:ext>
            </a:extLst>
          </p:cNvPr>
          <p:cNvSpPr txBox="1">
            <a:spLocks/>
          </p:cNvSpPr>
          <p:nvPr/>
        </p:nvSpPr>
        <p:spPr bwMode="auto">
          <a:xfrm>
            <a:off x="309238" y="376270"/>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Find a way to edit the explaining networks for (weak) best matches to become more tree like.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4B1AEF9-C0C0-D347-4A1B-B411F833FAF7}"/>
              </a:ext>
            </a:extLst>
          </p:cNvPr>
          <p:cNvPicPr>
            <a:picLocks noChangeAspect="1"/>
          </p:cNvPicPr>
          <p:nvPr/>
        </p:nvPicPr>
        <p:blipFill>
          <a:blip r:embed="rId3">
            <a:lum/>
            <a:alphaModFix/>
          </a:blip>
          <a:srcRect b="6608"/>
          <a:stretch>
            <a:fillRect/>
          </a:stretch>
        </p:blipFill>
        <p:spPr>
          <a:xfrm>
            <a:off x="-514403" y="278524"/>
            <a:ext cx="8009799" cy="4403571"/>
          </a:xfrm>
          <a:prstGeom prst="rect">
            <a:avLst/>
          </a:prstGeom>
          <a:noFill/>
          <a:ln>
            <a:noFill/>
          </a:ln>
        </p:spPr>
      </p:pic>
      <p:pic>
        <p:nvPicPr>
          <p:cNvPr id="4" name="Picture 3">
            <a:extLst>
              <a:ext uri="{FF2B5EF4-FFF2-40B4-BE49-F238E27FC236}">
                <a16:creationId xmlns:a16="http://schemas.microsoft.com/office/drawing/2014/main" id="{F0F5F3E8-3D84-2FAE-C7ED-ADF9ED6BB8A5}"/>
              </a:ext>
            </a:extLst>
          </p:cNvPr>
          <p:cNvPicPr>
            <a:picLocks noChangeAspect="1"/>
          </p:cNvPicPr>
          <p:nvPr/>
        </p:nvPicPr>
        <p:blipFill>
          <a:blip r:embed="rId4"/>
          <a:stretch>
            <a:fillRect/>
          </a:stretch>
        </p:blipFill>
        <p:spPr>
          <a:xfrm flipV="1">
            <a:off x="0" y="25718"/>
            <a:ext cx="4381751" cy="433530"/>
          </a:xfrm>
          <a:prstGeom prst="rect">
            <a:avLst/>
          </a:prstGeom>
        </p:spPr>
      </p:pic>
      <p:pic>
        <p:nvPicPr>
          <p:cNvPr id="5" name="Picture 4">
            <a:extLst>
              <a:ext uri="{FF2B5EF4-FFF2-40B4-BE49-F238E27FC236}">
                <a16:creationId xmlns:a16="http://schemas.microsoft.com/office/drawing/2014/main" id="{94EC3F7C-7A86-9BD4-0E15-147F7EF3A25E}"/>
              </a:ext>
            </a:extLst>
          </p:cNvPr>
          <p:cNvPicPr>
            <a:picLocks noChangeAspect="1"/>
          </p:cNvPicPr>
          <p:nvPr/>
        </p:nvPicPr>
        <p:blipFill>
          <a:blip r:embed="rId4"/>
          <a:stretch>
            <a:fillRect/>
          </a:stretch>
        </p:blipFill>
        <p:spPr>
          <a:xfrm flipV="1">
            <a:off x="1184495" y="4764668"/>
            <a:ext cx="4381751" cy="319123"/>
          </a:xfrm>
          <a:prstGeom prst="rect">
            <a:avLst/>
          </a:prstGeom>
        </p:spPr>
      </p:pic>
      <p:sp>
        <p:nvSpPr>
          <p:cNvPr id="7" name="Titel 1">
            <a:extLst>
              <a:ext uri="{FF2B5EF4-FFF2-40B4-BE49-F238E27FC236}">
                <a16:creationId xmlns:a16="http://schemas.microsoft.com/office/drawing/2014/main" id="{4ACF2057-9C46-1B19-80E4-760E8391429B}"/>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cap="none" dirty="0">
              <a:latin typeface="Arial" panose="020B0604020202020204" pitchFamily="34" charset="0"/>
              <a:cs typeface="Arial" panose="020B0604020202020204" pitchFamily="34" charset="0"/>
            </a:endParaRPr>
          </a:p>
        </p:txBody>
      </p:sp>
      <p:sp>
        <p:nvSpPr>
          <p:cNvPr id="8" name="Titel 1">
            <a:extLst>
              <a:ext uri="{FF2B5EF4-FFF2-40B4-BE49-F238E27FC236}">
                <a16:creationId xmlns:a16="http://schemas.microsoft.com/office/drawing/2014/main" id="{08D6B357-2737-46EE-FFD4-2D42FF1514C0}"/>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11" name="Titel 1">
            <a:extLst>
              <a:ext uri="{FF2B5EF4-FFF2-40B4-BE49-F238E27FC236}">
                <a16:creationId xmlns:a16="http://schemas.microsoft.com/office/drawing/2014/main" id="{91CF411C-9194-071E-632A-B14113842D9A}"/>
              </a:ext>
            </a:extLst>
          </p:cNvPr>
          <p:cNvSpPr txBox="1">
            <a:spLocks/>
          </p:cNvSpPr>
          <p:nvPr/>
        </p:nvSpPr>
        <p:spPr bwMode="auto">
          <a:xfrm>
            <a:off x="309238" y="126851"/>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Thinness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21876-D275-2579-58F8-4B74CC8519B1}"/>
            </a:ext>
          </a:extLst>
        </p:cNvPr>
        <p:cNvGrpSpPr/>
        <p:nvPr/>
      </p:nvGrpSpPr>
      <p:grpSpPr>
        <a:xfrm>
          <a:off x="0" y="0"/>
          <a:ext cx="0" cy="0"/>
          <a:chOff x="0" y="0"/>
          <a:chExt cx="0" cy="0"/>
        </a:xfrm>
      </p:grpSpPr>
      <p:pic>
        <p:nvPicPr>
          <p:cNvPr id="19" name="Picture 18">
            <a:extLst>
              <a:ext uri="{FF2B5EF4-FFF2-40B4-BE49-F238E27FC236}">
                <a16:creationId xmlns:a16="http://schemas.microsoft.com/office/drawing/2014/main" id="{644D84FC-C748-B2DC-7140-E8F28623B767}"/>
              </a:ext>
            </a:extLst>
          </p:cNvPr>
          <p:cNvPicPr>
            <a:picLocks noChangeAspect="1"/>
          </p:cNvPicPr>
          <p:nvPr/>
        </p:nvPicPr>
        <p:blipFill>
          <a:blip r:embed="rId3">
            <a:lum/>
            <a:alphaModFix/>
          </a:blip>
          <a:srcRect b="4758"/>
          <a:stretch>
            <a:fillRect/>
          </a:stretch>
        </p:blipFill>
        <p:spPr>
          <a:xfrm>
            <a:off x="-439276" y="264176"/>
            <a:ext cx="7663215" cy="4296394"/>
          </a:xfrm>
          <a:prstGeom prst="rect">
            <a:avLst/>
          </a:prstGeom>
          <a:noFill/>
          <a:ln>
            <a:noFill/>
          </a:ln>
        </p:spPr>
      </p:pic>
      <p:pic>
        <p:nvPicPr>
          <p:cNvPr id="4" name="Picture 3">
            <a:extLst>
              <a:ext uri="{FF2B5EF4-FFF2-40B4-BE49-F238E27FC236}">
                <a16:creationId xmlns:a16="http://schemas.microsoft.com/office/drawing/2014/main" id="{7152C3D4-A904-6450-B8E9-0A17E9558A9A}"/>
              </a:ext>
            </a:extLst>
          </p:cNvPr>
          <p:cNvPicPr>
            <a:picLocks noChangeAspect="1"/>
          </p:cNvPicPr>
          <p:nvPr/>
        </p:nvPicPr>
        <p:blipFill>
          <a:blip r:embed="rId4"/>
          <a:stretch>
            <a:fillRect/>
          </a:stretch>
        </p:blipFill>
        <p:spPr>
          <a:xfrm flipV="1">
            <a:off x="0" y="25718"/>
            <a:ext cx="4381751" cy="433530"/>
          </a:xfrm>
          <a:prstGeom prst="rect">
            <a:avLst/>
          </a:prstGeom>
        </p:spPr>
      </p:pic>
      <p:pic>
        <p:nvPicPr>
          <p:cNvPr id="5" name="Picture 4">
            <a:extLst>
              <a:ext uri="{FF2B5EF4-FFF2-40B4-BE49-F238E27FC236}">
                <a16:creationId xmlns:a16="http://schemas.microsoft.com/office/drawing/2014/main" id="{E3AE2CE9-F491-5895-C5A0-8E96439DBB71}"/>
              </a:ext>
            </a:extLst>
          </p:cNvPr>
          <p:cNvPicPr>
            <a:picLocks noChangeAspect="1"/>
          </p:cNvPicPr>
          <p:nvPr/>
        </p:nvPicPr>
        <p:blipFill>
          <a:blip r:embed="rId4"/>
          <a:stretch>
            <a:fillRect/>
          </a:stretch>
        </p:blipFill>
        <p:spPr>
          <a:xfrm flipV="1">
            <a:off x="1184495" y="4764668"/>
            <a:ext cx="4381751" cy="319123"/>
          </a:xfrm>
          <a:prstGeom prst="rect">
            <a:avLst/>
          </a:prstGeom>
        </p:spPr>
      </p:pic>
      <p:sp>
        <p:nvSpPr>
          <p:cNvPr id="7" name="Titel 1">
            <a:extLst>
              <a:ext uri="{FF2B5EF4-FFF2-40B4-BE49-F238E27FC236}">
                <a16:creationId xmlns:a16="http://schemas.microsoft.com/office/drawing/2014/main" id="{D9EE10EF-84CD-62A1-A785-172A46A1EFD7}"/>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cap="none" dirty="0">
              <a:latin typeface="Arial" panose="020B0604020202020204" pitchFamily="34" charset="0"/>
              <a:cs typeface="Arial" panose="020B0604020202020204" pitchFamily="34" charset="0"/>
            </a:endParaRPr>
          </a:p>
        </p:txBody>
      </p:sp>
      <p:sp>
        <p:nvSpPr>
          <p:cNvPr id="8" name="Titel 1">
            <a:extLst>
              <a:ext uri="{FF2B5EF4-FFF2-40B4-BE49-F238E27FC236}">
                <a16:creationId xmlns:a16="http://schemas.microsoft.com/office/drawing/2014/main" id="{F96188A0-76F4-ABD4-72C8-EA4AA9336AB6}"/>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0C18E7EA-2FA9-B830-E3AE-F26019EDA10F}"/>
              </a:ext>
            </a:extLst>
          </p:cNvPr>
          <p:cNvSpPr txBox="1">
            <a:spLocks/>
          </p:cNvSpPr>
          <p:nvPr/>
        </p:nvSpPr>
        <p:spPr bwMode="auto">
          <a:xfrm>
            <a:off x="309238" y="126851"/>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Thinness</a:t>
            </a:r>
          </a:p>
        </p:txBody>
      </p:sp>
      <p:sp>
        <p:nvSpPr>
          <p:cNvPr id="20" name="TextBox 19">
            <a:extLst>
              <a:ext uri="{FF2B5EF4-FFF2-40B4-BE49-F238E27FC236}">
                <a16:creationId xmlns:a16="http://schemas.microsoft.com/office/drawing/2014/main" id="{1184E557-3292-8A42-9F70-22CF771BCF25}"/>
              </a:ext>
            </a:extLst>
          </p:cNvPr>
          <p:cNvSpPr txBox="1"/>
          <p:nvPr/>
        </p:nvSpPr>
        <p:spPr>
          <a:xfrm>
            <a:off x="549243" y="2460090"/>
            <a:ext cx="1036764"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Original BMG:</a:t>
            </a:r>
          </a:p>
        </p:txBody>
      </p:sp>
      <p:sp>
        <p:nvSpPr>
          <p:cNvPr id="21" name="TextBox 20">
            <a:extLst>
              <a:ext uri="{FF2B5EF4-FFF2-40B4-BE49-F238E27FC236}">
                <a16:creationId xmlns:a16="http://schemas.microsoft.com/office/drawing/2014/main" id="{0F6458CF-3849-205C-8B10-39C5A89C6911}"/>
              </a:ext>
            </a:extLst>
          </p:cNvPr>
          <p:cNvSpPr txBox="1"/>
          <p:nvPr/>
        </p:nvSpPr>
        <p:spPr>
          <a:xfrm>
            <a:off x="3426622"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sp>
        <p:nvSpPr>
          <p:cNvPr id="22" name="TextBox 21">
            <a:extLst>
              <a:ext uri="{FF2B5EF4-FFF2-40B4-BE49-F238E27FC236}">
                <a16:creationId xmlns:a16="http://schemas.microsoft.com/office/drawing/2014/main" id="{2B328191-9E38-71D9-1ECF-A1EE2BAB4A42}"/>
              </a:ext>
            </a:extLst>
          </p:cNvPr>
          <p:cNvSpPr txBox="1"/>
          <p:nvPr/>
        </p:nvSpPr>
        <p:spPr>
          <a:xfrm>
            <a:off x="5064094"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sp>
        <p:nvSpPr>
          <p:cNvPr id="23" name="TextBox 22">
            <a:extLst>
              <a:ext uri="{FF2B5EF4-FFF2-40B4-BE49-F238E27FC236}">
                <a16:creationId xmlns:a16="http://schemas.microsoft.com/office/drawing/2014/main" id="{9820E8C1-29FD-15B5-8B95-5174CB502A53}"/>
              </a:ext>
            </a:extLst>
          </p:cNvPr>
          <p:cNvSpPr txBox="1"/>
          <p:nvPr/>
        </p:nvSpPr>
        <p:spPr>
          <a:xfrm>
            <a:off x="1648604"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spTree>
    <p:extLst>
      <p:ext uri="{BB962C8B-B14F-4D97-AF65-F5344CB8AC3E}">
        <p14:creationId xmlns:p14="http://schemas.microsoft.com/office/powerpoint/2010/main" val="36719645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CF00B-0179-B645-592E-41495ACFAC45}"/>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C178D4DE-DB68-68AD-8E7E-13FE59E42AE3}"/>
              </a:ext>
            </a:extLst>
          </p:cNvPr>
          <p:cNvPicPr>
            <a:picLocks noChangeAspect="1"/>
          </p:cNvPicPr>
          <p:nvPr/>
        </p:nvPicPr>
        <p:blipFill>
          <a:blip r:embed="rId3">
            <a:lum/>
            <a:alphaModFix/>
          </a:blip>
          <a:srcRect b="4758"/>
          <a:stretch>
            <a:fillRect/>
          </a:stretch>
        </p:blipFill>
        <p:spPr>
          <a:xfrm>
            <a:off x="-439276" y="264176"/>
            <a:ext cx="7663215" cy="4296394"/>
          </a:xfrm>
          <a:prstGeom prst="rect">
            <a:avLst/>
          </a:prstGeom>
          <a:noFill/>
          <a:ln>
            <a:noFill/>
          </a:ln>
        </p:spPr>
      </p:pic>
      <p:pic>
        <p:nvPicPr>
          <p:cNvPr id="4" name="Picture 3">
            <a:extLst>
              <a:ext uri="{FF2B5EF4-FFF2-40B4-BE49-F238E27FC236}">
                <a16:creationId xmlns:a16="http://schemas.microsoft.com/office/drawing/2014/main" id="{B75B47FD-E94B-42FA-1116-26F46A5F1A46}"/>
              </a:ext>
            </a:extLst>
          </p:cNvPr>
          <p:cNvPicPr>
            <a:picLocks noChangeAspect="1"/>
          </p:cNvPicPr>
          <p:nvPr/>
        </p:nvPicPr>
        <p:blipFill>
          <a:blip r:embed="rId4"/>
          <a:stretch>
            <a:fillRect/>
          </a:stretch>
        </p:blipFill>
        <p:spPr>
          <a:xfrm flipV="1">
            <a:off x="0" y="25718"/>
            <a:ext cx="4381751" cy="433530"/>
          </a:xfrm>
          <a:prstGeom prst="rect">
            <a:avLst/>
          </a:prstGeom>
        </p:spPr>
      </p:pic>
      <p:pic>
        <p:nvPicPr>
          <p:cNvPr id="5" name="Picture 4">
            <a:extLst>
              <a:ext uri="{FF2B5EF4-FFF2-40B4-BE49-F238E27FC236}">
                <a16:creationId xmlns:a16="http://schemas.microsoft.com/office/drawing/2014/main" id="{774D1A08-60D4-540A-8DEB-31DF59DC858B}"/>
              </a:ext>
            </a:extLst>
          </p:cNvPr>
          <p:cNvPicPr>
            <a:picLocks noChangeAspect="1"/>
          </p:cNvPicPr>
          <p:nvPr/>
        </p:nvPicPr>
        <p:blipFill>
          <a:blip r:embed="rId4"/>
          <a:stretch>
            <a:fillRect/>
          </a:stretch>
        </p:blipFill>
        <p:spPr>
          <a:xfrm flipV="1">
            <a:off x="1184495" y="4764668"/>
            <a:ext cx="4381751" cy="319123"/>
          </a:xfrm>
          <a:prstGeom prst="rect">
            <a:avLst/>
          </a:prstGeom>
        </p:spPr>
      </p:pic>
      <p:sp>
        <p:nvSpPr>
          <p:cNvPr id="7" name="Titel 1">
            <a:extLst>
              <a:ext uri="{FF2B5EF4-FFF2-40B4-BE49-F238E27FC236}">
                <a16:creationId xmlns:a16="http://schemas.microsoft.com/office/drawing/2014/main" id="{45A4989F-0376-EFE1-BA8B-D1D1306C434D}"/>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cap="none" dirty="0">
              <a:latin typeface="Arial" panose="020B0604020202020204" pitchFamily="34" charset="0"/>
              <a:cs typeface="Arial" panose="020B0604020202020204" pitchFamily="34" charset="0"/>
            </a:endParaRPr>
          </a:p>
        </p:txBody>
      </p:sp>
      <p:sp>
        <p:nvSpPr>
          <p:cNvPr id="8" name="Titel 1">
            <a:extLst>
              <a:ext uri="{FF2B5EF4-FFF2-40B4-BE49-F238E27FC236}">
                <a16:creationId xmlns:a16="http://schemas.microsoft.com/office/drawing/2014/main" id="{260DB8F9-875D-9D7F-3FA8-BA9D4726C6CB}"/>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7C2D1D47-6E95-7F1A-F3D8-1ED4EB4E4485}"/>
              </a:ext>
            </a:extLst>
          </p:cNvPr>
          <p:cNvSpPr txBox="1">
            <a:spLocks/>
          </p:cNvSpPr>
          <p:nvPr/>
        </p:nvSpPr>
        <p:spPr bwMode="auto">
          <a:xfrm>
            <a:off x="309238" y="126851"/>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Removing diamonds</a:t>
            </a:r>
          </a:p>
        </p:txBody>
      </p:sp>
      <p:sp>
        <p:nvSpPr>
          <p:cNvPr id="14" name="TextBox 13">
            <a:extLst>
              <a:ext uri="{FF2B5EF4-FFF2-40B4-BE49-F238E27FC236}">
                <a16:creationId xmlns:a16="http://schemas.microsoft.com/office/drawing/2014/main" id="{13434128-05F3-1C97-7B10-8BE33E1516DB}"/>
              </a:ext>
            </a:extLst>
          </p:cNvPr>
          <p:cNvSpPr txBox="1"/>
          <p:nvPr/>
        </p:nvSpPr>
        <p:spPr>
          <a:xfrm>
            <a:off x="549243" y="2460090"/>
            <a:ext cx="1036764"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Original BMG:</a:t>
            </a:r>
          </a:p>
        </p:txBody>
      </p:sp>
      <p:sp>
        <p:nvSpPr>
          <p:cNvPr id="15" name="TextBox 14">
            <a:extLst>
              <a:ext uri="{FF2B5EF4-FFF2-40B4-BE49-F238E27FC236}">
                <a16:creationId xmlns:a16="http://schemas.microsoft.com/office/drawing/2014/main" id="{49C1321C-5AE9-E612-FCD1-DC0450CDC93B}"/>
              </a:ext>
            </a:extLst>
          </p:cNvPr>
          <p:cNvSpPr txBox="1"/>
          <p:nvPr/>
        </p:nvSpPr>
        <p:spPr>
          <a:xfrm>
            <a:off x="3426622"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sp>
        <p:nvSpPr>
          <p:cNvPr id="16" name="TextBox 15">
            <a:extLst>
              <a:ext uri="{FF2B5EF4-FFF2-40B4-BE49-F238E27FC236}">
                <a16:creationId xmlns:a16="http://schemas.microsoft.com/office/drawing/2014/main" id="{FCDAAE8B-BEF3-5FD7-EDE3-07142E08463E}"/>
              </a:ext>
            </a:extLst>
          </p:cNvPr>
          <p:cNvSpPr txBox="1"/>
          <p:nvPr/>
        </p:nvSpPr>
        <p:spPr>
          <a:xfrm>
            <a:off x="5064094"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sp>
        <p:nvSpPr>
          <p:cNvPr id="17" name="TextBox 16">
            <a:extLst>
              <a:ext uri="{FF2B5EF4-FFF2-40B4-BE49-F238E27FC236}">
                <a16:creationId xmlns:a16="http://schemas.microsoft.com/office/drawing/2014/main" id="{A803C564-3753-91BB-EC82-21B0F230C4DD}"/>
              </a:ext>
            </a:extLst>
          </p:cNvPr>
          <p:cNvSpPr txBox="1"/>
          <p:nvPr/>
        </p:nvSpPr>
        <p:spPr>
          <a:xfrm>
            <a:off x="1648604"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pic>
        <p:nvPicPr>
          <p:cNvPr id="2" name="Picture 1">
            <a:extLst>
              <a:ext uri="{FF2B5EF4-FFF2-40B4-BE49-F238E27FC236}">
                <a16:creationId xmlns:a16="http://schemas.microsoft.com/office/drawing/2014/main" id="{86A89E59-5F62-B2C6-E3B1-2CBFBE84DCAA}"/>
              </a:ext>
            </a:extLst>
          </p:cNvPr>
          <p:cNvPicPr>
            <a:picLocks noChangeAspect="1"/>
          </p:cNvPicPr>
          <p:nvPr/>
        </p:nvPicPr>
        <p:blipFill>
          <a:blip r:embed="rId5">
            <a:lum/>
            <a:alphaModFix/>
          </a:blip>
          <a:srcRect/>
          <a:stretch>
            <a:fillRect/>
          </a:stretch>
        </p:blipFill>
        <p:spPr>
          <a:xfrm>
            <a:off x="6637572" y="1838738"/>
            <a:ext cx="2294268" cy="1485756"/>
          </a:xfrm>
          <a:prstGeom prst="rect">
            <a:avLst/>
          </a:prstGeom>
          <a:solidFill>
            <a:srgbClr val="FFFFFF"/>
          </a:solidFill>
          <a:ln>
            <a:noFill/>
          </a:ln>
        </p:spPr>
      </p:pic>
    </p:spTree>
    <p:extLst>
      <p:ext uri="{BB962C8B-B14F-4D97-AF65-F5344CB8AC3E}">
        <p14:creationId xmlns:p14="http://schemas.microsoft.com/office/powerpoint/2010/main" val="21219242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78F98-CA41-9D9A-8D6D-AC19A4284BD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1D42712-3C24-EF67-10FF-1E6220BAD165}"/>
              </a:ext>
            </a:extLst>
          </p:cNvPr>
          <p:cNvPicPr>
            <a:picLocks noChangeAspect="1"/>
          </p:cNvPicPr>
          <p:nvPr/>
        </p:nvPicPr>
        <p:blipFill>
          <a:blip r:embed="rId3">
            <a:lum/>
            <a:alphaModFix/>
          </a:blip>
          <a:srcRect b="2534"/>
          <a:stretch>
            <a:fillRect/>
          </a:stretch>
        </p:blipFill>
        <p:spPr>
          <a:xfrm>
            <a:off x="-439277" y="264176"/>
            <a:ext cx="7664400" cy="4397457"/>
          </a:xfrm>
          <a:prstGeom prst="rect">
            <a:avLst/>
          </a:prstGeom>
          <a:noFill/>
          <a:ln>
            <a:noFill/>
          </a:ln>
        </p:spPr>
      </p:pic>
      <p:pic>
        <p:nvPicPr>
          <p:cNvPr id="4" name="Picture 3">
            <a:extLst>
              <a:ext uri="{FF2B5EF4-FFF2-40B4-BE49-F238E27FC236}">
                <a16:creationId xmlns:a16="http://schemas.microsoft.com/office/drawing/2014/main" id="{EC5FB780-B4AB-8657-A0DF-C4A7104EA4CC}"/>
              </a:ext>
            </a:extLst>
          </p:cNvPr>
          <p:cNvPicPr>
            <a:picLocks noChangeAspect="1"/>
          </p:cNvPicPr>
          <p:nvPr/>
        </p:nvPicPr>
        <p:blipFill>
          <a:blip r:embed="rId4"/>
          <a:stretch>
            <a:fillRect/>
          </a:stretch>
        </p:blipFill>
        <p:spPr>
          <a:xfrm flipV="1">
            <a:off x="0" y="25718"/>
            <a:ext cx="4381751" cy="433530"/>
          </a:xfrm>
          <a:prstGeom prst="rect">
            <a:avLst/>
          </a:prstGeom>
        </p:spPr>
      </p:pic>
      <p:pic>
        <p:nvPicPr>
          <p:cNvPr id="5" name="Picture 4">
            <a:extLst>
              <a:ext uri="{FF2B5EF4-FFF2-40B4-BE49-F238E27FC236}">
                <a16:creationId xmlns:a16="http://schemas.microsoft.com/office/drawing/2014/main" id="{CAA058B6-5E1D-715E-5972-A64D17318CA2}"/>
              </a:ext>
            </a:extLst>
          </p:cNvPr>
          <p:cNvPicPr>
            <a:picLocks noChangeAspect="1"/>
          </p:cNvPicPr>
          <p:nvPr/>
        </p:nvPicPr>
        <p:blipFill>
          <a:blip r:embed="rId4"/>
          <a:stretch>
            <a:fillRect/>
          </a:stretch>
        </p:blipFill>
        <p:spPr>
          <a:xfrm flipV="1">
            <a:off x="1184495" y="4764668"/>
            <a:ext cx="4381751" cy="319123"/>
          </a:xfrm>
          <a:prstGeom prst="rect">
            <a:avLst/>
          </a:prstGeom>
        </p:spPr>
      </p:pic>
      <p:sp>
        <p:nvSpPr>
          <p:cNvPr id="7" name="Titel 1">
            <a:extLst>
              <a:ext uri="{FF2B5EF4-FFF2-40B4-BE49-F238E27FC236}">
                <a16:creationId xmlns:a16="http://schemas.microsoft.com/office/drawing/2014/main" id="{7E8414CD-BD5F-1BCA-D696-244C2B6D2A35}"/>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cap="none" dirty="0">
              <a:latin typeface="Arial" panose="020B0604020202020204" pitchFamily="34" charset="0"/>
              <a:cs typeface="Arial" panose="020B0604020202020204" pitchFamily="34" charset="0"/>
            </a:endParaRPr>
          </a:p>
        </p:txBody>
      </p:sp>
      <p:sp>
        <p:nvSpPr>
          <p:cNvPr id="8" name="Titel 1">
            <a:extLst>
              <a:ext uri="{FF2B5EF4-FFF2-40B4-BE49-F238E27FC236}">
                <a16:creationId xmlns:a16="http://schemas.microsoft.com/office/drawing/2014/main" id="{307C33A6-7D5B-98A9-50C6-05D541598178}"/>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D3E6A50D-9ABF-A907-91CB-E271A7E98B07}"/>
              </a:ext>
            </a:extLst>
          </p:cNvPr>
          <p:cNvSpPr txBox="1">
            <a:spLocks/>
          </p:cNvSpPr>
          <p:nvPr/>
        </p:nvSpPr>
        <p:spPr bwMode="auto">
          <a:xfrm>
            <a:off x="309238" y="126851"/>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Removing diamonds</a:t>
            </a:r>
          </a:p>
        </p:txBody>
      </p:sp>
      <p:sp>
        <p:nvSpPr>
          <p:cNvPr id="14" name="TextBox 13">
            <a:extLst>
              <a:ext uri="{FF2B5EF4-FFF2-40B4-BE49-F238E27FC236}">
                <a16:creationId xmlns:a16="http://schemas.microsoft.com/office/drawing/2014/main" id="{AC4C8E89-3AD2-1195-FD7E-E3AE4A887E29}"/>
              </a:ext>
            </a:extLst>
          </p:cNvPr>
          <p:cNvSpPr txBox="1"/>
          <p:nvPr/>
        </p:nvSpPr>
        <p:spPr>
          <a:xfrm>
            <a:off x="549243" y="2460090"/>
            <a:ext cx="1036764"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Original BMG:</a:t>
            </a:r>
          </a:p>
        </p:txBody>
      </p:sp>
      <p:sp>
        <p:nvSpPr>
          <p:cNvPr id="15" name="TextBox 14">
            <a:extLst>
              <a:ext uri="{FF2B5EF4-FFF2-40B4-BE49-F238E27FC236}">
                <a16:creationId xmlns:a16="http://schemas.microsoft.com/office/drawing/2014/main" id="{7CC50F66-F9E6-AC73-3F44-E1D0106D7B67}"/>
              </a:ext>
            </a:extLst>
          </p:cNvPr>
          <p:cNvSpPr txBox="1"/>
          <p:nvPr/>
        </p:nvSpPr>
        <p:spPr>
          <a:xfrm>
            <a:off x="3426622"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sp>
        <p:nvSpPr>
          <p:cNvPr id="16" name="TextBox 15">
            <a:extLst>
              <a:ext uri="{FF2B5EF4-FFF2-40B4-BE49-F238E27FC236}">
                <a16:creationId xmlns:a16="http://schemas.microsoft.com/office/drawing/2014/main" id="{FAC9D30A-7371-2F34-0F64-D7747A237714}"/>
              </a:ext>
            </a:extLst>
          </p:cNvPr>
          <p:cNvSpPr txBox="1"/>
          <p:nvPr/>
        </p:nvSpPr>
        <p:spPr>
          <a:xfrm>
            <a:off x="5064094"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sp>
        <p:nvSpPr>
          <p:cNvPr id="17" name="TextBox 16">
            <a:extLst>
              <a:ext uri="{FF2B5EF4-FFF2-40B4-BE49-F238E27FC236}">
                <a16:creationId xmlns:a16="http://schemas.microsoft.com/office/drawing/2014/main" id="{979C5489-1DD0-00D6-77EF-CACFAEB465FD}"/>
              </a:ext>
            </a:extLst>
          </p:cNvPr>
          <p:cNvSpPr txBox="1"/>
          <p:nvPr/>
        </p:nvSpPr>
        <p:spPr>
          <a:xfrm>
            <a:off x="1648604" y="2460090"/>
            <a:ext cx="2022230" cy="243053"/>
          </a:xfrm>
          <a:prstGeom prst="rect">
            <a:avLst/>
          </a:prstGeom>
          <a:noFill/>
          <a:ln>
            <a:noFill/>
          </a:ln>
        </p:spPr>
        <p:txBody>
          <a:bodyPr vert="horz" wrap="square" lIns="81635" tIns="40817" rIns="81635" bIns="40817" anchorCtr="0" compatLnSpc="0">
            <a:spAutoFit/>
          </a:bodyPr>
          <a:lstStyle/>
          <a:p>
            <a:pPr>
              <a:spcBef>
                <a:spcPts val="0"/>
              </a:spcBef>
              <a:spcAft>
                <a:spcPts val="0"/>
              </a:spcAft>
            </a:pPr>
            <a:r>
              <a:rPr lang="en-US" sz="1089" dirty="0">
                <a:latin typeface="Liberation Sans" pitchFamily="18"/>
                <a:ea typeface="Microsoft YaHei" pitchFamily="2"/>
                <a:cs typeface="Lucida Sans" pitchFamily="2"/>
              </a:rPr>
              <a:t>Thinness classes BMG:</a:t>
            </a:r>
          </a:p>
        </p:txBody>
      </p:sp>
      <p:pic>
        <p:nvPicPr>
          <p:cNvPr id="2" name="Picture 1">
            <a:extLst>
              <a:ext uri="{FF2B5EF4-FFF2-40B4-BE49-F238E27FC236}">
                <a16:creationId xmlns:a16="http://schemas.microsoft.com/office/drawing/2014/main" id="{ED4A4716-3DC3-6EC2-F754-909DFF5E37F6}"/>
              </a:ext>
            </a:extLst>
          </p:cNvPr>
          <p:cNvPicPr>
            <a:picLocks noChangeAspect="1"/>
          </p:cNvPicPr>
          <p:nvPr/>
        </p:nvPicPr>
        <p:blipFill>
          <a:blip r:embed="rId5">
            <a:lum/>
            <a:alphaModFix/>
          </a:blip>
          <a:srcRect/>
          <a:stretch>
            <a:fillRect/>
          </a:stretch>
        </p:blipFill>
        <p:spPr>
          <a:xfrm>
            <a:off x="6637572" y="1838738"/>
            <a:ext cx="2294268" cy="1485756"/>
          </a:xfrm>
          <a:prstGeom prst="rect">
            <a:avLst/>
          </a:prstGeom>
          <a:solidFill>
            <a:srgbClr val="FFFFFF"/>
          </a:solidFill>
          <a:ln>
            <a:noFill/>
          </a:ln>
        </p:spPr>
      </p:pic>
    </p:spTree>
    <p:extLst>
      <p:ext uri="{BB962C8B-B14F-4D97-AF65-F5344CB8AC3E}">
        <p14:creationId xmlns:p14="http://schemas.microsoft.com/office/powerpoint/2010/main" val="6822870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020FC-8D1B-1EA4-00A0-99E6E0E4FB41}"/>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812E040-A8A1-5D26-9132-8BFB39748523}"/>
              </a:ext>
            </a:extLst>
          </p:cNvPr>
          <p:cNvPicPr>
            <a:picLocks noChangeAspect="1"/>
          </p:cNvPicPr>
          <p:nvPr/>
        </p:nvPicPr>
        <p:blipFill>
          <a:blip r:embed="rId3">
            <a:lum/>
            <a:alphaModFix/>
          </a:blip>
          <a:srcRect b="5303"/>
          <a:stretch>
            <a:fillRect/>
          </a:stretch>
        </p:blipFill>
        <p:spPr>
          <a:xfrm>
            <a:off x="1327046" y="229886"/>
            <a:ext cx="6198745" cy="4431747"/>
          </a:xfrm>
          <a:prstGeom prst="rect">
            <a:avLst/>
          </a:prstGeom>
          <a:solidFill>
            <a:srgbClr val="FFFFFF"/>
          </a:solidFill>
        </p:spPr>
      </p:pic>
      <p:pic>
        <p:nvPicPr>
          <p:cNvPr id="4" name="Picture 3">
            <a:extLst>
              <a:ext uri="{FF2B5EF4-FFF2-40B4-BE49-F238E27FC236}">
                <a16:creationId xmlns:a16="http://schemas.microsoft.com/office/drawing/2014/main" id="{DF0C5E2D-8DC0-2A33-699D-0C077918B7AB}"/>
              </a:ext>
            </a:extLst>
          </p:cNvPr>
          <p:cNvPicPr>
            <a:picLocks noChangeAspect="1"/>
          </p:cNvPicPr>
          <p:nvPr/>
        </p:nvPicPr>
        <p:blipFill>
          <a:blip r:embed="rId4"/>
          <a:stretch>
            <a:fillRect/>
          </a:stretch>
        </p:blipFill>
        <p:spPr>
          <a:xfrm flipV="1">
            <a:off x="0" y="25718"/>
            <a:ext cx="4381751" cy="433530"/>
          </a:xfrm>
          <a:prstGeom prst="rect">
            <a:avLst/>
          </a:prstGeom>
        </p:spPr>
      </p:pic>
      <p:pic>
        <p:nvPicPr>
          <p:cNvPr id="5" name="Picture 4">
            <a:extLst>
              <a:ext uri="{FF2B5EF4-FFF2-40B4-BE49-F238E27FC236}">
                <a16:creationId xmlns:a16="http://schemas.microsoft.com/office/drawing/2014/main" id="{15D7C7A2-50B4-B099-6D98-04F8B684D7B0}"/>
              </a:ext>
            </a:extLst>
          </p:cNvPr>
          <p:cNvPicPr>
            <a:picLocks noChangeAspect="1"/>
          </p:cNvPicPr>
          <p:nvPr/>
        </p:nvPicPr>
        <p:blipFill>
          <a:blip r:embed="rId4"/>
          <a:stretch>
            <a:fillRect/>
          </a:stretch>
        </p:blipFill>
        <p:spPr>
          <a:xfrm flipV="1">
            <a:off x="1184495" y="4764668"/>
            <a:ext cx="4381751" cy="319123"/>
          </a:xfrm>
          <a:prstGeom prst="rect">
            <a:avLst/>
          </a:prstGeom>
        </p:spPr>
      </p:pic>
      <p:sp>
        <p:nvSpPr>
          <p:cNvPr id="7" name="Titel 1">
            <a:extLst>
              <a:ext uri="{FF2B5EF4-FFF2-40B4-BE49-F238E27FC236}">
                <a16:creationId xmlns:a16="http://schemas.microsoft.com/office/drawing/2014/main" id="{E5627C9D-43F7-6986-03BE-70C4AEB47FC4}"/>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cap="none" dirty="0">
              <a:latin typeface="Arial" panose="020B0604020202020204" pitchFamily="34" charset="0"/>
              <a:cs typeface="Arial" panose="020B0604020202020204" pitchFamily="34" charset="0"/>
            </a:endParaRPr>
          </a:p>
        </p:txBody>
      </p:sp>
      <p:sp>
        <p:nvSpPr>
          <p:cNvPr id="8" name="Titel 1">
            <a:extLst>
              <a:ext uri="{FF2B5EF4-FFF2-40B4-BE49-F238E27FC236}">
                <a16:creationId xmlns:a16="http://schemas.microsoft.com/office/drawing/2014/main" id="{5539B18B-D4A8-99F6-29D2-BD7E1748C287}"/>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BDA4788B-1D7C-4C2A-464C-F862B6AAC463}"/>
              </a:ext>
            </a:extLst>
          </p:cNvPr>
          <p:cNvSpPr txBox="1">
            <a:spLocks/>
          </p:cNvSpPr>
          <p:nvPr/>
        </p:nvSpPr>
        <p:spPr bwMode="auto">
          <a:xfrm>
            <a:off x="309238" y="126851"/>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Combining nodes</a:t>
            </a:r>
          </a:p>
        </p:txBody>
      </p:sp>
      <p:sp>
        <p:nvSpPr>
          <p:cNvPr id="3" name="Title 1">
            <a:extLst>
              <a:ext uri="{FF2B5EF4-FFF2-40B4-BE49-F238E27FC236}">
                <a16:creationId xmlns:a16="http://schemas.microsoft.com/office/drawing/2014/main" id="{33EA395E-4F96-A0BB-6A30-A143BE80F72F}"/>
              </a:ext>
            </a:extLst>
          </p:cNvPr>
          <p:cNvSpPr txBox="1">
            <a:spLocks/>
          </p:cNvSpPr>
          <p:nvPr/>
        </p:nvSpPr>
        <p:spPr>
          <a:xfrm>
            <a:off x="2618549" y="126851"/>
            <a:ext cx="9071640" cy="946440"/>
          </a:xfrm>
          <a:prstGeom prst="rect">
            <a:avLst/>
          </a:prstGeom>
        </p:spPr>
        <p:txBody>
          <a:bodyPr vert="horz"/>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endParaRPr lang="en-US" dirty="0"/>
          </a:p>
        </p:txBody>
      </p:sp>
    </p:spTree>
    <p:extLst>
      <p:ext uri="{BB962C8B-B14F-4D97-AF65-F5344CB8AC3E}">
        <p14:creationId xmlns:p14="http://schemas.microsoft.com/office/powerpoint/2010/main" val="6940131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EB37-6B7B-39D0-0604-5C552384EA9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85E26E0-CFEA-64FA-A138-43647E64F94D}"/>
              </a:ext>
            </a:extLst>
          </p:cNvPr>
          <p:cNvPicPr>
            <a:picLocks noChangeAspect="1"/>
          </p:cNvPicPr>
          <p:nvPr/>
        </p:nvPicPr>
        <p:blipFill>
          <a:blip r:embed="rId3">
            <a:lum/>
            <a:alphaModFix/>
          </a:blip>
          <a:srcRect/>
          <a:stretch>
            <a:fillRect/>
          </a:stretch>
        </p:blipFill>
        <p:spPr>
          <a:xfrm>
            <a:off x="914799" y="504450"/>
            <a:ext cx="7023240" cy="4134600"/>
          </a:xfrm>
          <a:prstGeom prst="rect">
            <a:avLst/>
          </a:prstGeom>
        </p:spPr>
      </p:pic>
      <p:pic>
        <p:nvPicPr>
          <p:cNvPr id="4" name="Picture 3">
            <a:extLst>
              <a:ext uri="{FF2B5EF4-FFF2-40B4-BE49-F238E27FC236}">
                <a16:creationId xmlns:a16="http://schemas.microsoft.com/office/drawing/2014/main" id="{50767356-6358-FF23-2D83-60642A2E0B6E}"/>
              </a:ext>
            </a:extLst>
          </p:cNvPr>
          <p:cNvPicPr>
            <a:picLocks noChangeAspect="1"/>
          </p:cNvPicPr>
          <p:nvPr/>
        </p:nvPicPr>
        <p:blipFill>
          <a:blip r:embed="rId4"/>
          <a:stretch>
            <a:fillRect/>
          </a:stretch>
        </p:blipFill>
        <p:spPr>
          <a:xfrm flipV="1">
            <a:off x="0" y="25718"/>
            <a:ext cx="4381751" cy="433530"/>
          </a:xfrm>
          <a:prstGeom prst="rect">
            <a:avLst/>
          </a:prstGeom>
        </p:spPr>
      </p:pic>
      <p:pic>
        <p:nvPicPr>
          <p:cNvPr id="5" name="Picture 4">
            <a:extLst>
              <a:ext uri="{FF2B5EF4-FFF2-40B4-BE49-F238E27FC236}">
                <a16:creationId xmlns:a16="http://schemas.microsoft.com/office/drawing/2014/main" id="{B9D4061C-848F-9589-2C1D-67BC25FC1AA4}"/>
              </a:ext>
            </a:extLst>
          </p:cNvPr>
          <p:cNvPicPr>
            <a:picLocks noChangeAspect="1"/>
          </p:cNvPicPr>
          <p:nvPr/>
        </p:nvPicPr>
        <p:blipFill>
          <a:blip r:embed="rId4"/>
          <a:stretch>
            <a:fillRect/>
          </a:stretch>
        </p:blipFill>
        <p:spPr>
          <a:xfrm flipV="1">
            <a:off x="1184495" y="4764668"/>
            <a:ext cx="4381751" cy="319123"/>
          </a:xfrm>
          <a:prstGeom prst="rect">
            <a:avLst/>
          </a:prstGeom>
        </p:spPr>
      </p:pic>
      <p:sp>
        <p:nvSpPr>
          <p:cNvPr id="7" name="Titel 1">
            <a:extLst>
              <a:ext uri="{FF2B5EF4-FFF2-40B4-BE49-F238E27FC236}">
                <a16:creationId xmlns:a16="http://schemas.microsoft.com/office/drawing/2014/main" id="{4655CA50-578B-74C0-C0CA-C5E6B0B2DD04}"/>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cap="none" dirty="0">
              <a:latin typeface="Arial" panose="020B0604020202020204" pitchFamily="34" charset="0"/>
              <a:cs typeface="Arial" panose="020B0604020202020204" pitchFamily="34" charset="0"/>
            </a:endParaRPr>
          </a:p>
        </p:txBody>
      </p:sp>
      <p:sp>
        <p:nvSpPr>
          <p:cNvPr id="8" name="Titel 1">
            <a:extLst>
              <a:ext uri="{FF2B5EF4-FFF2-40B4-BE49-F238E27FC236}">
                <a16:creationId xmlns:a16="http://schemas.microsoft.com/office/drawing/2014/main" id="{DCBD742A-9EE8-C9D7-E9AE-FB5F2DB937BE}"/>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104E4742-A46D-22E8-EED2-6E5EDCAFE5E7}"/>
              </a:ext>
            </a:extLst>
          </p:cNvPr>
          <p:cNvSpPr txBox="1">
            <a:spLocks/>
          </p:cNvSpPr>
          <p:nvPr/>
        </p:nvSpPr>
        <p:spPr bwMode="auto">
          <a:xfrm>
            <a:off x="309238" y="126851"/>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Heuristic working</a:t>
            </a:r>
          </a:p>
        </p:txBody>
      </p:sp>
      <p:sp>
        <p:nvSpPr>
          <p:cNvPr id="3" name="Title 1">
            <a:extLst>
              <a:ext uri="{FF2B5EF4-FFF2-40B4-BE49-F238E27FC236}">
                <a16:creationId xmlns:a16="http://schemas.microsoft.com/office/drawing/2014/main" id="{79892647-FDBD-4B91-2E3B-06D9C13BF715}"/>
              </a:ext>
            </a:extLst>
          </p:cNvPr>
          <p:cNvSpPr txBox="1">
            <a:spLocks/>
          </p:cNvSpPr>
          <p:nvPr/>
        </p:nvSpPr>
        <p:spPr>
          <a:xfrm>
            <a:off x="2618549" y="126851"/>
            <a:ext cx="9071640" cy="946440"/>
          </a:xfrm>
          <a:prstGeom prst="rect">
            <a:avLst/>
          </a:prstGeom>
        </p:spPr>
        <p:txBody>
          <a:bodyPr vert="horz"/>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endParaRPr lang="en-US" dirty="0"/>
          </a:p>
        </p:txBody>
      </p:sp>
    </p:spTree>
    <p:extLst>
      <p:ext uri="{BB962C8B-B14F-4D97-AF65-F5344CB8AC3E}">
        <p14:creationId xmlns:p14="http://schemas.microsoft.com/office/powerpoint/2010/main" val="24303377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2D916-8E58-94D0-D78E-FF8EB456AE8D}"/>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613DC817-2084-93BF-8359-BBC4FA697149}"/>
              </a:ext>
            </a:extLst>
          </p:cNvPr>
          <p:cNvPicPr>
            <a:picLocks noChangeAspect="1"/>
          </p:cNvPicPr>
          <p:nvPr/>
        </p:nvPicPr>
        <p:blipFill>
          <a:blip r:embed="rId3">
            <a:lum/>
            <a:alphaModFix/>
          </a:blip>
          <a:srcRect/>
          <a:stretch>
            <a:fillRect/>
          </a:stretch>
        </p:blipFill>
        <p:spPr>
          <a:xfrm>
            <a:off x="880509" y="504450"/>
            <a:ext cx="6941519" cy="4086360"/>
          </a:xfrm>
          <a:prstGeom prst="rect">
            <a:avLst/>
          </a:prstGeom>
        </p:spPr>
      </p:pic>
      <p:pic>
        <p:nvPicPr>
          <p:cNvPr id="4" name="Picture 3">
            <a:extLst>
              <a:ext uri="{FF2B5EF4-FFF2-40B4-BE49-F238E27FC236}">
                <a16:creationId xmlns:a16="http://schemas.microsoft.com/office/drawing/2014/main" id="{1D6C672E-DE45-4CB4-1133-E3B8B89747E9}"/>
              </a:ext>
            </a:extLst>
          </p:cNvPr>
          <p:cNvPicPr>
            <a:picLocks noChangeAspect="1"/>
          </p:cNvPicPr>
          <p:nvPr/>
        </p:nvPicPr>
        <p:blipFill>
          <a:blip r:embed="rId4"/>
          <a:stretch>
            <a:fillRect/>
          </a:stretch>
        </p:blipFill>
        <p:spPr>
          <a:xfrm flipV="1">
            <a:off x="0" y="25718"/>
            <a:ext cx="4381751" cy="433530"/>
          </a:xfrm>
          <a:prstGeom prst="rect">
            <a:avLst/>
          </a:prstGeom>
        </p:spPr>
      </p:pic>
      <p:pic>
        <p:nvPicPr>
          <p:cNvPr id="5" name="Picture 4">
            <a:extLst>
              <a:ext uri="{FF2B5EF4-FFF2-40B4-BE49-F238E27FC236}">
                <a16:creationId xmlns:a16="http://schemas.microsoft.com/office/drawing/2014/main" id="{A3C768FA-9D6F-DDD9-4756-3A4A98DA3CD8}"/>
              </a:ext>
            </a:extLst>
          </p:cNvPr>
          <p:cNvPicPr>
            <a:picLocks noChangeAspect="1"/>
          </p:cNvPicPr>
          <p:nvPr/>
        </p:nvPicPr>
        <p:blipFill>
          <a:blip r:embed="rId4"/>
          <a:stretch>
            <a:fillRect/>
          </a:stretch>
        </p:blipFill>
        <p:spPr>
          <a:xfrm flipV="1">
            <a:off x="1184495" y="4764668"/>
            <a:ext cx="4381751" cy="319123"/>
          </a:xfrm>
          <a:prstGeom prst="rect">
            <a:avLst/>
          </a:prstGeom>
        </p:spPr>
      </p:pic>
      <p:sp>
        <p:nvSpPr>
          <p:cNvPr id="7" name="Titel 1">
            <a:extLst>
              <a:ext uri="{FF2B5EF4-FFF2-40B4-BE49-F238E27FC236}">
                <a16:creationId xmlns:a16="http://schemas.microsoft.com/office/drawing/2014/main" id="{BB0521AA-B87B-25D1-7A70-543281EDAD32}"/>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endParaRPr lang="de-DE" altLang="de-DE" cap="none" dirty="0">
              <a:latin typeface="Arial" panose="020B0604020202020204" pitchFamily="34" charset="0"/>
              <a:cs typeface="Arial" panose="020B0604020202020204" pitchFamily="34" charset="0"/>
            </a:endParaRPr>
          </a:p>
        </p:txBody>
      </p:sp>
      <p:sp>
        <p:nvSpPr>
          <p:cNvPr id="8" name="Titel 1">
            <a:extLst>
              <a:ext uri="{FF2B5EF4-FFF2-40B4-BE49-F238E27FC236}">
                <a16:creationId xmlns:a16="http://schemas.microsoft.com/office/drawing/2014/main" id="{FA8FB17A-A169-2279-0ED2-E90A9D48B272}"/>
              </a:ext>
            </a:extLst>
          </p:cNvPr>
          <p:cNvSpPr txBox="1">
            <a:spLocks/>
          </p:cNvSpPr>
          <p:nvPr/>
        </p:nvSpPr>
        <p:spPr bwMode="auto">
          <a:xfrm>
            <a:off x="309238" y="229886"/>
            <a:ext cx="8234363" cy="758825"/>
          </a:xfrm>
          <a:prstGeom prst="rect">
            <a:avLst/>
          </a:prstGeom>
        </p:spPr>
        <p:txBody>
          <a:bodyPr wrap="square" numCol="1" anchorCtr="0" compatLnSpc="1">
            <a:prstTxWarp prst="textNoShape">
              <a:avLst/>
            </a:prstTxWarp>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2</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9A3D669D-DD15-59BB-08D4-24E2B813CC72}"/>
              </a:ext>
            </a:extLst>
          </p:cNvPr>
          <p:cNvSpPr txBox="1">
            <a:spLocks/>
          </p:cNvSpPr>
          <p:nvPr/>
        </p:nvSpPr>
        <p:spPr bwMode="auto">
          <a:xfrm>
            <a:off x="309238" y="126851"/>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r>
              <a:rPr lang="en-GB" sz="1400" b="0" dirty="0"/>
              <a:t>Heuristic working</a:t>
            </a:r>
          </a:p>
        </p:txBody>
      </p:sp>
      <p:sp>
        <p:nvSpPr>
          <p:cNvPr id="3" name="Title 1">
            <a:extLst>
              <a:ext uri="{FF2B5EF4-FFF2-40B4-BE49-F238E27FC236}">
                <a16:creationId xmlns:a16="http://schemas.microsoft.com/office/drawing/2014/main" id="{48158A7A-C5D7-2FC3-6782-820F36AF04D4}"/>
              </a:ext>
            </a:extLst>
          </p:cNvPr>
          <p:cNvSpPr txBox="1">
            <a:spLocks/>
          </p:cNvSpPr>
          <p:nvPr/>
        </p:nvSpPr>
        <p:spPr>
          <a:xfrm>
            <a:off x="2618549" y="126851"/>
            <a:ext cx="9071640" cy="946440"/>
          </a:xfrm>
          <a:prstGeom prst="rect">
            <a:avLst/>
          </a:prstGeom>
        </p:spPr>
        <p:txBody>
          <a:bodyPr vert="horz"/>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endParaRPr lang="en-US" dirty="0"/>
          </a:p>
        </p:txBody>
      </p:sp>
      <p:sp>
        <p:nvSpPr>
          <p:cNvPr id="12" name="TextBox 11">
            <a:extLst>
              <a:ext uri="{FF2B5EF4-FFF2-40B4-BE49-F238E27FC236}">
                <a16:creationId xmlns:a16="http://schemas.microsoft.com/office/drawing/2014/main" id="{BDADEE38-4B12-235A-19FA-29142329BF6B}"/>
              </a:ext>
            </a:extLst>
          </p:cNvPr>
          <p:cNvSpPr txBox="1"/>
          <p:nvPr/>
        </p:nvSpPr>
        <p:spPr>
          <a:xfrm>
            <a:off x="7260840" y="1726458"/>
            <a:ext cx="1878240" cy="1966585"/>
          </a:xfrm>
          <a:prstGeom prst="rect">
            <a:avLst/>
          </a:prstGeom>
          <a:noFill/>
          <a:ln>
            <a:noFill/>
          </a:ln>
        </p:spPr>
        <p:txBody>
          <a:bodyPr vert="horz" wrap="square" lIns="90000" tIns="45000" rIns="90000" bIns="45000" anchorCtr="0" compatLnSpc="0">
            <a:spAutoFit/>
          </a:bodyPr>
          <a:lstStyle/>
          <a:p>
            <a:pPr marL="0" marR="0" lvl="0" indent="0" rtl="0" hangingPunct="0">
              <a:lnSpc>
                <a:spcPct val="100000"/>
              </a:lnSpc>
              <a:spcBef>
                <a:spcPts val="0"/>
              </a:spcBef>
              <a:spcAft>
                <a:spcPts val="0"/>
              </a:spcAft>
              <a:buNone/>
              <a:tabLst/>
            </a:pPr>
            <a:r>
              <a:rPr lang="en-US" sz="1200" b="0" i="0" u="none" strike="noStrike" kern="1200" cap="none" dirty="0">
                <a:ln>
                  <a:noFill/>
                </a:ln>
                <a:solidFill>
                  <a:srgbClr val="FF0000"/>
                </a:solidFill>
                <a:latin typeface="Arial Unicode MS" panose="020B0604020202020204" pitchFamily="34" charset="-128"/>
                <a:ea typeface="Arial Unicode MS" panose="020B0604020202020204" pitchFamily="34" charset="-128"/>
                <a:cs typeface="Arial Unicode MS" panose="020B0604020202020204" pitchFamily="34" charset="-128"/>
              </a:rPr>
              <a:t>Solution: Solve Diamonds for more than two parents</a:t>
            </a:r>
          </a:p>
          <a:p>
            <a:pPr marL="0" marR="0" lvl="0" indent="0" rtl="0" hangingPunct="0">
              <a:lnSpc>
                <a:spcPct val="100000"/>
              </a:lnSpc>
              <a:spcBef>
                <a:spcPts val="0"/>
              </a:spcBef>
              <a:spcAft>
                <a:spcPts val="0"/>
              </a:spcAft>
              <a:buNone/>
              <a:tabLst/>
            </a:pPr>
            <a:endParaRPr lang="en-US" sz="1200" b="0" i="0" u="none" strike="noStrike" kern="1200" cap="none" dirty="0">
              <a:ln>
                <a:noFill/>
              </a:ln>
              <a:solidFill>
                <a:srgbClr val="FF0000"/>
              </a:solidFill>
              <a:latin typeface="Arial Unicode MS" panose="020B0604020202020204" pitchFamily="34" charset="-128"/>
              <a:ea typeface="Arial Unicode MS" panose="020B0604020202020204" pitchFamily="34" charset="-128"/>
              <a:cs typeface="Arial Unicode MS" panose="020B0604020202020204" pitchFamily="34" charset="-128"/>
            </a:endParaRPr>
          </a:p>
          <a:p>
            <a:pPr marL="0" marR="0" lvl="0" indent="0" rtl="0" hangingPunct="0">
              <a:lnSpc>
                <a:spcPct val="100000"/>
              </a:lnSpc>
              <a:spcBef>
                <a:spcPts val="0"/>
              </a:spcBef>
              <a:spcAft>
                <a:spcPts val="0"/>
              </a:spcAft>
              <a:buNone/>
              <a:tabLst/>
            </a:pPr>
            <a:r>
              <a:rPr lang="en-US" sz="1200" b="0" i="0" u="none" strike="noStrike" kern="1200" cap="none" dirty="0">
                <a:ln>
                  <a:noFill/>
                </a:ln>
                <a:solidFill>
                  <a:srgbClr val="FF0000"/>
                </a:solidFill>
                <a:latin typeface="Arial Unicode MS" panose="020B0604020202020204" pitchFamily="34" charset="-128"/>
                <a:ea typeface="Arial Unicode MS" panose="020B0604020202020204" pitchFamily="34" charset="-128"/>
                <a:cs typeface="Arial Unicode MS" panose="020B0604020202020204" pitchFamily="34" charset="-128"/>
              </a:rPr>
              <a:t>More general: allow more than one operation at the same time</a:t>
            </a:r>
          </a:p>
        </p:txBody>
      </p:sp>
    </p:spTree>
    <p:extLst>
      <p:ext uri="{BB962C8B-B14F-4D97-AF65-F5344CB8AC3E}">
        <p14:creationId xmlns:p14="http://schemas.microsoft.com/office/powerpoint/2010/main" val="3754590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sldNum" idx="14"/>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5CA7DEC-6CAE-4869-8F62-8FB35206D545}" type="slidenum">
              <a:rPr lang="de-DE" sz="1000" b="0" u="none" strike="noStrike">
                <a:solidFill>
                  <a:srgbClr val="D8413E"/>
                </a:solidFill>
                <a:effectLst/>
                <a:uFillTx/>
                <a:latin typeface="Arial"/>
                <a:ea typeface="MS PGothic"/>
              </a:rPr>
              <a:t>27</a:t>
            </a:fld>
            <a:endParaRPr lang="en-US" sz="1000" b="0" u="none" strike="noStrike">
              <a:solidFill>
                <a:srgbClr val="000000"/>
              </a:solidFill>
              <a:effectLst/>
              <a:uFillTx/>
              <a:latin typeface="Times New Roman"/>
            </a:endParaRPr>
          </a:p>
        </p:txBody>
      </p:sp>
      <p:pic>
        <p:nvPicPr>
          <p:cNvPr id="130" name="Picture 2"/>
          <p:cNvPicPr/>
          <p:nvPr/>
        </p:nvPicPr>
        <p:blipFill>
          <a:blip r:embed="rId3"/>
          <a:stretch/>
        </p:blipFill>
        <p:spPr>
          <a:xfrm rot="10800000" flipH="1">
            <a:off x="0" y="25920"/>
            <a:ext cx="4381560" cy="433080"/>
          </a:xfrm>
          <a:prstGeom prst="rect">
            <a:avLst/>
          </a:prstGeom>
          <a:noFill/>
          <a:ln w="0">
            <a:noFill/>
          </a:ln>
        </p:spPr>
      </p:pic>
      <p:pic>
        <p:nvPicPr>
          <p:cNvPr id="131" name="Picture 6"/>
          <p:cNvPicPr/>
          <p:nvPr/>
        </p:nvPicPr>
        <p:blipFill>
          <a:blip r:embed="rId3"/>
          <a:stretch/>
        </p:blipFill>
        <p:spPr>
          <a:xfrm rot="10800000" flipH="1">
            <a:off x="1184400" y="4765320"/>
            <a:ext cx="4381560" cy="318600"/>
          </a:xfrm>
          <a:prstGeom prst="rect">
            <a:avLst/>
          </a:prstGeom>
          <a:noFill/>
          <a:ln w="0">
            <a:noFill/>
          </a:ln>
        </p:spPr>
      </p:pic>
      <p:sp>
        <p:nvSpPr>
          <p:cNvPr id="132"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dirty="0" err="1">
                <a:solidFill>
                  <a:schemeClr val="dk1"/>
                </a:solidFill>
                <a:effectLst/>
                <a:uFillTx/>
                <a:latin typeface="Arial"/>
                <a:ea typeface="Arial Unicode MS"/>
              </a:rPr>
              <a:t>Objective</a:t>
            </a:r>
            <a:r>
              <a:rPr lang="de-DE" sz="2000" b="1" u="none" strike="noStrike" cap="all" dirty="0">
                <a:solidFill>
                  <a:schemeClr val="dk1"/>
                </a:solidFill>
                <a:effectLst/>
                <a:uFillTx/>
                <a:latin typeface="Arial"/>
                <a:ea typeface="Arial Unicode MS"/>
              </a:rPr>
              <a:t> 3</a:t>
            </a:r>
            <a:endParaRPr lang="de-DE" sz="2000" b="1" u="none" strike="noStrike" cap="all" dirty="0">
              <a:solidFill>
                <a:schemeClr val="dk1"/>
              </a:solidFill>
              <a:effectLst/>
              <a:uFillTx/>
              <a:latin typeface="Arial Unicode MS"/>
            </a:endParaRPr>
          </a:p>
        </p:txBody>
      </p:sp>
      <p:sp>
        <p:nvSpPr>
          <p:cNvPr id="133" name="Titel 9"/>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pic>
        <p:nvPicPr>
          <p:cNvPr id="9" name="Picture 8">
            <a:extLst>
              <a:ext uri="{FF2B5EF4-FFF2-40B4-BE49-F238E27FC236}">
                <a16:creationId xmlns:a16="http://schemas.microsoft.com/office/drawing/2014/main" id="{1FB08DFF-096B-68C7-4670-E9CF53BE29DC}"/>
              </a:ext>
            </a:extLst>
          </p:cNvPr>
          <p:cNvPicPr>
            <a:picLocks noChangeAspect="1"/>
          </p:cNvPicPr>
          <p:nvPr/>
        </p:nvPicPr>
        <p:blipFill>
          <a:blip r:embed="rId4"/>
          <a:stretch>
            <a:fillRect/>
          </a:stretch>
        </p:blipFill>
        <p:spPr>
          <a:xfrm>
            <a:off x="4646802" y="953856"/>
            <a:ext cx="4305600" cy="3695357"/>
          </a:xfrm>
          <a:prstGeom prst="rect">
            <a:avLst/>
          </a:prstGeom>
        </p:spPr>
      </p:pic>
      <p:pic>
        <p:nvPicPr>
          <p:cNvPr id="11" name="Picture 10">
            <a:extLst>
              <a:ext uri="{FF2B5EF4-FFF2-40B4-BE49-F238E27FC236}">
                <a16:creationId xmlns:a16="http://schemas.microsoft.com/office/drawing/2014/main" id="{1B27171A-3F38-522B-0394-A7318EC3BF4A}"/>
              </a:ext>
            </a:extLst>
          </p:cNvPr>
          <p:cNvPicPr>
            <a:picLocks noChangeAspect="1"/>
          </p:cNvPicPr>
          <p:nvPr/>
        </p:nvPicPr>
        <p:blipFill>
          <a:blip r:embed="rId5"/>
          <a:stretch>
            <a:fillRect/>
          </a:stretch>
        </p:blipFill>
        <p:spPr>
          <a:xfrm>
            <a:off x="382320" y="931683"/>
            <a:ext cx="4305600" cy="369535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5E543-7E65-359B-FC9D-614E3BCEA26F}"/>
            </a:ext>
          </a:extLst>
        </p:cNvPr>
        <p:cNvGrpSpPr/>
        <p:nvPr/>
      </p:nvGrpSpPr>
      <p:grpSpPr>
        <a:xfrm>
          <a:off x="0" y="0"/>
          <a:ext cx="0" cy="0"/>
          <a:chOff x="0" y="0"/>
          <a:chExt cx="0" cy="0"/>
        </a:xfrm>
      </p:grpSpPr>
      <p:sp>
        <p:nvSpPr>
          <p:cNvPr id="129" name="PlaceHolder 1">
            <a:extLst>
              <a:ext uri="{FF2B5EF4-FFF2-40B4-BE49-F238E27FC236}">
                <a16:creationId xmlns:a16="http://schemas.microsoft.com/office/drawing/2014/main" id="{E0C976D2-111F-B14C-9381-126EE348993A}"/>
              </a:ext>
            </a:extLst>
          </p:cNvPr>
          <p:cNvSpPr>
            <a:spLocks noGrp="1"/>
          </p:cNvSpPr>
          <p:nvPr>
            <p:ph type="sldNum" idx="14"/>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5CA7DEC-6CAE-4869-8F62-8FB35206D545}" type="slidenum">
              <a:rPr lang="de-DE" sz="1000" b="0" u="none" strike="noStrike">
                <a:solidFill>
                  <a:srgbClr val="D8413E"/>
                </a:solidFill>
                <a:effectLst/>
                <a:uFillTx/>
                <a:latin typeface="Arial"/>
                <a:ea typeface="MS PGothic"/>
              </a:rPr>
              <a:t>28</a:t>
            </a:fld>
            <a:endParaRPr lang="en-US" sz="1000" b="0" u="none" strike="noStrike">
              <a:solidFill>
                <a:srgbClr val="000000"/>
              </a:solidFill>
              <a:effectLst/>
              <a:uFillTx/>
              <a:latin typeface="Times New Roman"/>
            </a:endParaRPr>
          </a:p>
        </p:txBody>
      </p:sp>
      <p:pic>
        <p:nvPicPr>
          <p:cNvPr id="130" name="Picture 2">
            <a:extLst>
              <a:ext uri="{FF2B5EF4-FFF2-40B4-BE49-F238E27FC236}">
                <a16:creationId xmlns:a16="http://schemas.microsoft.com/office/drawing/2014/main" id="{0E6E7714-B15C-AE38-1A4D-CA80511A9BFA}"/>
              </a:ext>
            </a:extLst>
          </p:cNvPr>
          <p:cNvPicPr/>
          <p:nvPr/>
        </p:nvPicPr>
        <p:blipFill>
          <a:blip r:embed="rId3"/>
          <a:stretch/>
        </p:blipFill>
        <p:spPr>
          <a:xfrm rot="10800000" flipH="1">
            <a:off x="0" y="25920"/>
            <a:ext cx="4381560" cy="433080"/>
          </a:xfrm>
          <a:prstGeom prst="rect">
            <a:avLst/>
          </a:prstGeom>
          <a:noFill/>
          <a:ln w="0">
            <a:noFill/>
          </a:ln>
        </p:spPr>
      </p:pic>
      <p:pic>
        <p:nvPicPr>
          <p:cNvPr id="131" name="Picture 6">
            <a:extLst>
              <a:ext uri="{FF2B5EF4-FFF2-40B4-BE49-F238E27FC236}">
                <a16:creationId xmlns:a16="http://schemas.microsoft.com/office/drawing/2014/main" id="{B62BD27E-732F-C1A0-EB79-4D880482DE8C}"/>
              </a:ext>
            </a:extLst>
          </p:cNvPr>
          <p:cNvPicPr/>
          <p:nvPr/>
        </p:nvPicPr>
        <p:blipFill>
          <a:blip r:embed="rId3"/>
          <a:stretch/>
        </p:blipFill>
        <p:spPr>
          <a:xfrm rot="10800000" flipH="1">
            <a:off x="1184400" y="4765320"/>
            <a:ext cx="4381560" cy="318600"/>
          </a:xfrm>
          <a:prstGeom prst="rect">
            <a:avLst/>
          </a:prstGeom>
          <a:noFill/>
          <a:ln w="0">
            <a:noFill/>
          </a:ln>
        </p:spPr>
      </p:pic>
      <p:sp>
        <p:nvSpPr>
          <p:cNvPr id="132" name="PlaceHolder 2">
            <a:extLst>
              <a:ext uri="{FF2B5EF4-FFF2-40B4-BE49-F238E27FC236}">
                <a16:creationId xmlns:a16="http://schemas.microsoft.com/office/drawing/2014/main" id="{E4E1BAB7-3A4F-04BA-A996-E84924753005}"/>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dirty="0" err="1">
                <a:solidFill>
                  <a:schemeClr val="dk1"/>
                </a:solidFill>
                <a:effectLst/>
                <a:uFillTx/>
                <a:latin typeface="Arial"/>
                <a:ea typeface="Arial Unicode MS"/>
              </a:rPr>
              <a:t>Objective</a:t>
            </a:r>
            <a:r>
              <a:rPr lang="de-DE" sz="2000" b="1" u="none" strike="noStrike" cap="all" dirty="0">
                <a:solidFill>
                  <a:schemeClr val="dk1"/>
                </a:solidFill>
                <a:effectLst/>
                <a:uFillTx/>
                <a:latin typeface="Arial"/>
                <a:ea typeface="Arial Unicode MS"/>
              </a:rPr>
              <a:t> 3</a:t>
            </a:r>
            <a:endParaRPr lang="de-DE" sz="2000" b="1" u="none" strike="noStrike" cap="all" dirty="0">
              <a:solidFill>
                <a:schemeClr val="dk1"/>
              </a:solidFill>
              <a:effectLst/>
              <a:uFillTx/>
              <a:latin typeface="Arial Unicode MS"/>
            </a:endParaRPr>
          </a:p>
        </p:txBody>
      </p:sp>
      <p:sp>
        <p:nvSpPr>
          <p:cNvPr id="133" name="Titel 9">
            <a:extLst>
              <a:ext uri="{FF2B5EF4-FFF2-40B4-BE49-F238E27FC236}">
                <a16:creationId xmlns:a16="http://schemas.microsoft.com/office/drawing/2014/main" id="{B0506BD9-5AB6-1974-E550-DB21CBB68D63}"/>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pic>
        <p:nvPicPr>
          <p:cNvPr id="7" name="Picture 6">
            <a:extLst>
              <a:ext uri="{FF2B5EF4-FFF2-40B4-BE49-F238E27FC236}">
                <a16:creationId xmlns:a16="http://schemas.microsoft.com/office/drawing/2014/main" id="{CE87C1E9-A021-D32F-26AF-A55692C9455D}"/>
              </a:ext>
            </a:extLst>
          </p:cNvPr>
          <p:cNvPicPr>
            <a:picLocks noChangeAspect="1"/>
          </p:cNvPicPr>
          <p:nvPr/>
        </p:nvPicPr>
        <p:blipFill>
          <a:blip r:embed="rId4"/>
          <a:stretch>
            <a:fillRect/>
          </a:stretch>
        </p:blipFill>
        <p:spPr>
          <a:xfrm>
            <a:off x="2228176" y="971360"/>
            <a:ext cx="4305600" cy="3695357"/>
          </a:xfrm>
          <a:prstGeom prst="rect">
            <a:avLst/>
          </a:prstGeom>
        </p:spPr>
      </p:pic>
    </p:spTree>
    <p:extLst>
      <p:ext uri="{BB962C8B-B14F-4D97-AF65-F5344CB8AC3E}">
        <p14:creationId xmlns:p14="http://schemas.microsoft.com/office/powerpoint/2010/main" val="28101548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PlaceHolder 1"/>
          <p:cNvSpPr>
            <a:spLocks noGrp="1"/>
          </p:cNvSpPr>
          <p:nvPr>
            <p:ph type="sldNum" idx="15"/>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7D326ED9-FBDC-41F2-A7C4-350D586B3495}" type="slidenum">
              <a:rPr lang="de-DE" sz="1000" b="0" u="none" strike="noStrike">
                <a:solidFill>
                  <a:srgbClr val="D8413E"/>
                </a:solidFill>
                <a:effectLst/>
                <a:uFillTx/>
                <a:latin typeface="Arial"/>
                <a:ea typeface="MS PGothic"/>
              </a:rPr>
              <a:t>29</a:t>
            </a:fld>
            <a:endParaRPr lang="en-US" sz="1000" b="0" u="none" strike="noStrike">
              <a:solidFill>
                <a:srgbClr val="000000"/>
              </a:solidFill>
              <a:effectLst/>
              <a:uFillTx/>
              <a:latin typeface="Times New Roman"/>
            </a:endParaRPr>
          </a:p>
        </p:txBody>
      </p:sp>
      <p:pic>
        <p:nvPicPr>
          <p:cNvPr id="136" name="Picture 1"/>
          <p:cNvPicPr/>
          <p:nvPr/>
        </p:nvPicPr>
        <p:blipFill>
          <a:blip r:embed="rId2"/>
          <a:stretch/>
        </p:blipFill>
        <p:spPr>
          <a:xfrm rot="10800000" flipH="1">
            <a:off x="0" y="25920"/>
            <a:ext cx="4381560" cy="433080"/>
          </a:xfrm>
          <a:prstGeom prst="rect">
            <a:avLst/>
          </a:prstGeom>
          <a:noFill/>
          <a:ln w="0">
            <a:noFill/>
          </a:ln>
        </p:spPr>
      </p:pic>
      <p:pic>
        <p:nvPicPr>
          <p:cNvPr id="137" name="Picture 5"/>
          <p:cNvPicPr/>
          <p:nvPr/>
        </p:nvPicPr>
        <p:blipFill>
          <a:blip r:embed="rId2"/>
          <a:stretch/>
        </p:blipFill>
        <p:spPr>
          <a:xfrm rot="10800000" flipH="1">
            <a:off x="1184400" y="4765320"/>
            <a:ext cx="4381560" cy="318600"/>
          </a:xfrm>
          <a:prstGeom prst="rect">
            <a:avLst/>
          </a:prstGeom>
          <a:noFill/>
          <a:ln w="0">
            <a:noFill/>
          </a:ln>
        </p:spPr>
      </p:pic>
      <p:pic>
        <p:nvPicPr>
          <p:cNvPr id="140" name="Graphic 139"/>
          <p:cNvPicPr>
            <a:picLocks noChangeAspect="1"/>
          </p:cNvPicPr>
          <p:nvPr/>
        </p:nvPicPr>
        <p:blipFill>
          <a:blip>
            <a:extLst>
              <a:ext uri="{96DAC541-7B7A-43D3-8B79-37D633B846F1}">
                <asvg:svgBlip xmlns:asvg="http://schemas.microsoft.com/office/drawing/2016/SVG/main" r:embed="rId3"/>
              </a:ext>
            </a:extLst>
          </a:blip>
          <a:stretch/>
        </p:blipFill>
        <p:spPr>
          <a:xfrm>
            <a:off x="685800" y="1256637"/>
            <a:ext cx="7772400" cy="2874065"/>
          </a:xfrm>
          <a:prstGeom prst="rect">
            <a:avLst/>
          </a:prstGeom>
          <a:noFill/>
          <a:ln w="0">
            <a:noFill/>
          </a:ln>
        </p:spPr>
      </p:pic>
      <p:sp>
        <p:nvSpPr>
          <p:cNvPr id="2" name="PlaceHolder 2">
            <a:extLst>
              <a:ext uri="{FF2B5EF4-FFF2-40B4-BE49-F238E27FC236}">
                <a16:creationId xmlns:a16="http://schemas.microsoft.com/office/drawing/2014/main" id="{2B42E464-9E32-E8C5-39BA-D8C2F34ADE69}"/>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BF1F5ED7-D84F-CEAF-4E17-E7BBC6D78613}"/>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r>
              <a:rPr lang="en-GB" sz="1400" b="0" u="none" strike="noStrike" cap="all" dirty="0">
                <a:solidFill>
                  <a:schemeClr val="dk1"/>
                </a:solidFill>
                <a:effectLst/>
                <a:uFillTx/>
                <a:latin typeface="Arial Unicode MS"/>
                <a:ea typeface="Arial Unicode MS"/>
              </a:rPr>
              <a:t>recommendation for further improvements/modifications</a:t>
            </a:r>
            <a:endParaRPr lang="en-US" sz="1400" b="0" u="none" strike="noStrike" dirty="0">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PlaceHolder 1"/>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30</a:t>
            </a:fld>
            <a:endParaRPr lang="en-US" sz="1000" b="0" u="none" strike="noStrike">
              <a:solidFill>
                <a:srgbClr val="000000"/>
              </a:solidFill>
              <a:effectLst/>
              <a:uFillTx/>
              <a:latin typeface="Times New Roman"/>
            </a:endParaRPr>
          </a:p>
        </p:txBody>
      </p:sp>
      <p:pic>
        <p:nvPicPr>
          <p:cNvPr id="142" name="Picture 7"/>
          <p:cNvPicPr/>
          <p:nvPr/>
        </p:nvPicPr>
        <p:blipFill>
          <a:blip r:embed="rId2"/>
          <a:stretch/>
        </p:blipFill>
        <p:spPr>
          <a:xfrm rot="10800000" flipH="1">
            <a:off x="0" y="25920"/>
            <a:ext cx="4381560" cy="433080"/>
          </a:xfrm>
          <a:prstGeom prst="rect">
            <a:avLst/>
          </a:prstGeom>
          <a:noFill/>
          <a:ln w="0">
            <a:noFill/>
          </a:ln>
        </p:spPr>
      </p:pic>
      <p:pic>
        <p:nvPicPr>
          <p:cNvPr id="143" name="Picture 8"/>
          <p:cNvPicPr/>
          <p:nvPr/>
        </p:nvPicPr>
        <p:blipFill>
          <a:blip r:embed="rId2"/>
          <a:stretch/>
        </p:blipFill>
        <p:spPr>
          <a:xfrm rot="10800000" flipH="1">
            <a:off x="1184400" y="4765320"/>
            <a:ext cx="4381560" cy="318600"/>
          </a:xfrm>
          <a:prstGeom prst="rect">
            <a:avLst/>
          </a:prstGeom>
          <a:noFill/>
          <a:ln w="0">
            <a:noFill/>
          </a:ln>
        </p:spPr>
      </p:pic>
      <p:sp>
        <p:nvSpPr>
          <p:cNvPr id="144"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pic>
        <p:nvPicPr>
          <p:cNvPr id="146" name="Graphic 145"/>
          <p:cNvPicPr>
            <a:picLocks noChangeAspect="1"/>
          </p:cNvPicPr>
          <p:nvPr/>
        </p:nvPicPr>
        <p:blipFill>
          <a:blip>
            <a:extLst>
              <a:ext uri="{96DAC541-7B7A-43D3-8B79-37D633B846F1}">
                <asvg:svgBlip xmlns:asvg="http://schemas.microsoft.com/office/drawing/2016/SVG/main" r:embed="rId3"/>
              </a:ext>
            </a:extLst>
          </a:blip>
          <a:stretch/>
        </p:blipFill>
        <p:spPr>
          <a:xfrm>
            <a:off x="264600" y="873760"/>
            <a:ext cx="4497436" cy="3639520"/>
          </a:xfrm>
          <a:prstGeom prst="rect">
            <a:avLst/>
          </a:prstGeom>
          <a:noFill/>
          <a:ln w="0">
            <a:noFill/>
          </a:ln>
        </p:spPr>
      </p:pic>
      <p:sp>
        <p:nvSpPr>
          <p:cNvPr id="2" name="PlaceHolder 2">
            <a:extLst>
              <a:ext uri="{FF2B5EF4-FFF2-40B4-BE49-F238E27FC236}">
                <a16:creationId xmlns:a16="http://schemas.microsoft.com/office/drawing/2014/main" id="{FA068964-2247-62E6-6DFD-19815ABCAEFA}"/>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A192309D-425A-1A3B-064D-1ED97B619070}"/>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5" name="Picture 4">
            <a:extLst>
              <a:ext uri="{FF2B5EF4-FFF2-40B4-BE49-F238E27FC236}">
                <a16:creationId xmlns:a16="http://schemas.microsoft.com/office/drawing/2014/main" id="{23514D4A-4971-B585-A3C2-7D0FCFF35B43}"/>
              </a:ext>
            </a:extLst>
          </p:cNvPr>
          <p:cNvPicPr>
            <a:picLocks noChangeAspect="1"/>
          </p:cNvPicPr>
          <p:nvPr/>
        </p:nvPicPr>
        <p:blipFill>
          <a:blip r:embed="rId4"/>
          <a:srcRect l="5066" t="11879" r="5947" b="54270"/>
          <a:stretch>
            <a:fillRect/>
          </a:stretch>
        </p:blipFill>
        <p:spPr>
          <a:xfrm>
            <a:off x="4763880" y="614900"/>
            <a:ext cx="4380120" cy="935858"/>
          </a:xfrm>
          <a:prstGeom prst="rect">
            <a:avLst/>
          </a:prstGeom>
        </p:spPr>
      </p:pic>
      <p:pic>
        <p:nvPicPr>
          <p:cNvPr id="7" name="Picture 8">
            <a:extLst>
              <a:ext uri="{FF2B5EF4-FFF2-40B4-BE49-F238E27FC236}">
                <a16:creationId xmlns:a16="http://schemas.microsoft.com/office/drawing/2014/main" id="{CF632DF8-2F8C-E6F3-467E-CC5281CC4510}"/>
              </a:ext>
            </a:extLst>
          </p:cNvPr>
          <p:cNvPicPr/>
          <p:nvPr/>
        </p:nvPicPr>
        <p:blipFill>
          <a:blip r:embed="rId2"/>
          <a:stretch/>
        </p:blipFill>
        <p:spPr>
          <a:xfrm rot="10800000" flipH="1">
            <a:off x="6919520" y="1366600"/>
            <a:ext cx="1737360" cy="318600"/>
          </a:xfrm>
          <a:prstGeom prst="rect">
            <a:avLst/>
          </a:prstGeom>
          <a:noFill/>
          <a:ln w="0">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5ED7D-EC71-47A0-A0E9-072DF909DB6E}"/>
            </a:ext>
          </a:extLst>
        </p:cNvPr>
        <p:cNvGrpSpPr/>
        <p:nvPr/>
      </p:nvGrpSpPr>
      <p:grpSpPr>
        <a:xfrm>
          <a:off x="0" y="0"/>
          <a:ext cx="0" cy="0"/>
          <a:chOff x="0" y="0"/>
          <a:chExt cx="0" cy="0"/>
        </a:xfrm>
      </p:grpSpPr>
      <p:sp>
        <p:nvSpPr>
          <p:cNvPr id="141" name="PlaceHolder 1">
            <a:extLst>
              <a:ext uri="{FF2B5EF4-FFF2-40B4-BE49-F238E27FC236}">
                <a16:creationId xmlns:a16="http://schemas.microsoft.com/office/drawing/2014/main" id="{DEFFC893-BF4B-0F99-C0AE-40ADEE1DF748}"/>
              </a:ext>
            </a:extLst>
          </p:cNvPr>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31</a:t>
            </a:fld>
            <a:endParaRPr lang="en-US" sz="1000" b="0" u="none" strike="noStrike">
              <a:solidFill>
                <a:srgbClr val="000000"/>
              </a:solidFill>
              <a:effectLst/>
              <a:uFillTx/>
              <a:latin typeface="Times New Roman"/>
            </a:endParaRPr>
          </a:p>
        </p:txBody>
      </p:sp>
      <p:pic>
        <p:nvPicPr>
          <p:cNvPr id="142" name="Picture 7">
            <a:extLst>
              <a:ext uri="{FF2B5EF4-FFF2-40B4-BE49-F238E27FC236}">
                <a16:creationId xmlns:a16="http://schemas.microsoft.com/office/drawing/2014/main" id="{A1BACF10-D36C-C747-8DF3-5E9DEBC456A7}"/>
              </a:ext>
            </a:extLst>
          </p:cNvPr>
          <p:cNvPicPr/>
          <p:nvPr/>
        </p:nvPicPr>
        <p:blipFill>
          <a:blip r:embed="rId2"/>
          <a:stretch/>
        </p:blipFill>
        <p:spPr>
          <a:xfrm rot="10800000" flipH="1">
            <a:off x="0" y="25920"/>
            <a:ext cx="4381560" cy="433080"/>
          </a:xfrm>
          <a:prstGeom prst="rect">
            <a:avLst/>
          </a:prstGeom>
          <a:noFill/>
          <a:ln w="0">
            <a:noFill/>
          </a:ln>
        </p:spPr>
      </p:pic>
      <p:pic>
        <p:nvPicPr>
          <p:cNvPr id="143" name="Picture 8">
            <a:extLst>
              <a:ext uri="{FF2B5EF4-FFF2-40B4-BE49-F238E27FC236}">
                <a16:creationId xmlns:a16="http://schemas.microsoft.com/office/drawing/2014/main" id="{6D549E8D-FB72-452C-46E0-1C92C20B0D03}"/>
              </a:ext>
            </a:extLst>
          </p:cNvPr>
          <p:cNvPicPr/>
          <p:nvPr/>
        </p:nvPicPr>
        <p:blipFill>
          <a:blip r:embed="rId2"/>
          <a:stretch/>
        </p:blipFill>
        <p:spPr>
          <a:xfrm rot="10800000" flipH="1">
            <a:off x="1184400" y="4765320"/>
            <a:ext cx="4381560" cy="318600"/>
          </a:xfrm>
          <a:prstGeom prst="rect">
            <a:avLst/>
          </a:prstGeom>
          <a:noFill/>
          <a:ln w="0">
            <a:noFill/>
          </a:ln>
        </p:spPr>
      </p:pic>
      <p:sp>
        <p:nvSpPr>
          <p:cNvPr id="144" name="PlaceHolder 2">
            <a:extLst>
              <a:ext uri="{FF2B5EF4-FFF2-40B4-BE49-F238E27FC236}">
                <a16:creationId xmlns:a16="http://schemas.microsoft.com/office/drawing/2014/main" id="{F81FB6DA-3867-6BFF-2BF0-2DD3CB53BF4D}"/>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sp>
        <p:nvSpPr>
          <p:cNvPr id="2" name="PlaceHolder 2">
            <a:extLst>
              <a:ext uri="{FF2B5EF4-FFF2-40B4-BE49-F238E27FC236}">
                <a16:creationId xmlns:a16="http://schemas.microsoft.com/office/drawing/2014/main" id="{FB7C1B66-83D2-BFAD-D777-CF663F6D66E9}"/>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E427D558-73EA-F7D9-B44F-94AC7897C25F}"/>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5" name="Picture 4">
            <a:extLst>
              <a:ext uri="{FF2B5EF4-FFF2-40B4-BE49-F238E27FC236}">
                <a16:creationId xmlns:a16="http://schemas.microsoft.com/office/drawing/2014/main" id="{AAA5B89A-D323-E252-38C2-01AEFB4B855C}"/>
              </a:ext>
            </a:extLst>
          </p:cNvPr>
          <p:cNvPicPr>
            <a:picLocks noChangeAspect="1"/>
          </p:cNvPicPr>
          <p:nvPr/>
        </p:nvPicPr>
        <p:blipFill>
          <a:blip r:embed="rId3"/>
          <a:srcRect l="5066" t="11880" r="5947" b="3787"/>
          <a:stretch>
            <a:fillRect/>
          </a:stretch>
        </p:blipFill>
        <p:spPr>
          <a:xfrm>
            <a:off x="4763880" y="614900"/>
            <a:ext cx="4381200" cy="2332075"/>
          </a:xfrm>
          <a:prstGeom prst="rect">
            <a:avLst/>
          </a:prstGeom>
        </p:spPr>
      </p:pic>
      <p:pic>
        <p:nvPicPr>
          <p:cNvPr id="6" name="Graphic 5">
            <a:extLst>
              <a:ext uri="{FF2B5EF4-FFF2-40B4-BE49-F238E27FC236}">
                <a16:creationId xmlns:a16="http://schemas.microsoft.com/office/drawing/2014/main" id="{EF9C44EF-0828-DF46-B7EE-7C5E29A70DE3}"/>
              </a:ext>
            </a:extLst>
          </p:cNvPr>
          <p:cNvPicPr>
            <a:picLocks noChangeAspect="1"/>
          </p:cNvPicPr>
          <p:nvPr/>
        </p:nvPicPr>
        <p:blipFill>
          <a:blip>
            <a:extLst>
              <a:ext uri="{96DAC541-7B7A-43D3-8B79-37D633B846F1}">
                <asvg:svgBlip xmlns:asvg="http://schemas.microsoft.com/office/drawing/2016/SVG/main" r:embed="rId4"/>
              </a:ext>
            </a:extLst>
          </a:blip>
          <a:stretch/>
        </p:blipFill>
        <p:spPr>
          <a:xfrm>
            <a:off x="264600" y="873760"/>
            <a:ext cx="4500000" cy="3595312"/>
          </a:xfrm>
          <a:prstGeom prst="rect">
            <a:avLst/>
          </a:prstGeom>
          <a:noFill/>
          <a:ln w="0">
            <a:noFill/>
          </a:ln>
        </p:spPr>
      </p:pic>
      <p:pic>
        <p:nvPicPr>
          <p:cNvPr id="11" name="Picture 8">
            <a:extLst>
              <a:ext uri="{FF2B5EF4-FFF2-40B4-BE49-F238E27FC236}">
                <a16:creationId xmlns:a16="http://schemas.microsoft.com/office/drawing/2014/main" id="{73BA4508-D400-2C22-8577-15062C42BC16}"/>
              </a:ext>
            </a:extLst>
          </p:cNvPr>
          <p:cNvPicPr/>
          <p:nvPr/>
        </p:nvPicPr>
        <p:blipFill>
          <a:blip r:embed="rId2"/>
          <a:stretch/>
        </p:blipFill>
        <p:spPr>
          <a:xfrm rot="10800000" flipH="1">
            <a:off x="6919520" y="1361958"/>
            <a:ext cx="1737360" cy="177720"/>
          </a:xfrm>
          <a:prstGeom prst="rect">
            <a:avLst/>
          </a:prstGeom>
          <a:noFill/>
          <a:ln w="0">
            <a:noFill/>
          </a:ln>
        </p:spPr>
      </p:pic>
      <p:pic>
        <p:nvPicPr>
          <p:cNvPr id="12" name="Picture 8">
            <a:extLst>
              <a:ext uri="{FF2B5EF4-FFF2-40B4-BE49-F238E27FC236}">
                <a16:creationId xmlns:a16="http://schemas.microsoft.com/office/drawing/2014/main" id="{A37EBC23-A253-1EB0-E5B7-8B92064EE9F3}"/>
              </a:ext>
            </a:extLst>
          </p:cNvPr>
          <p:cNvPicPr/>
          <p:nvPr/>
        </p:nvPicPr>
        <p:blipFill>
          <a:blip r:embed="rId2"/>
          <a:stretch/>
        </p:blipFill>
        <p:spPr>
          <a:xfrm rot="10800000" flipH="1">
            <a:off x="7262226" y="1694072"/>
            <a:ext cx="1236294" cy="177720"/>
          </a:xfrm>
          <a:prstGeom prst="rect">
            <a:avLst/>
          </a:prstGeom>
          <a:noFill/>
          <a:ln w="0">
            <a:noFill/>
          </a:ln>
        </p:spPr>
      </p:pic>
      <p:pic>
        <p:nvPicPr>
          <p:cNvPr id="13" name="Picture 8">
            <a:extLst>
              <a:ext uri="{FF2B5EF4-FFF2-40B4-BE49-F238E27FC236}">
                <a16:creationId xmlns:a16="http://schemas.microsoft.com/office/drawing/2014/main" id="{7F8D35D4-02F9-305D-8794-ADACBA6FE17C}"/>
              </a:ext>
            </a:extLst>
          </p:cNvPr>
          <p:cNvPicPr/>
          <p:nvPr/>
        </p:nvPicPr>
        <p:blipFill>
          <a:blip r:embed="rId2"/>
          <a:stretch/>
        </p:blipFill>
        <p:spPr>
          <a:xfrm rot="10800000" flipH="1">
            <a:off x="8107777" y="2271131"/>
            <a:ext cx="1036223" cy="177720"/>
          </a:xfrm>
          <a:prstGeom prst="rect">
            <a:avLst/>
          </a:prstGeom>
          <a:noFill/>
          <a:ln w="0">
            <a:noFill/>
          </a:ln>
        </p:spPr>
      </p:pic>
    </p:spTree>
    <p:extLst>
      <p:ext uri="{BB962C8B-B14F-4D97-AF65-F5344CB8AC3E}">
        <p14:creationId xmlns:p14="http://schemas.microsoft.com/office/powerpoint/2010/main" val="5785769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200FF-5CD3-766C-96F4-EA46B0A0170F}"/>
            </a:ext>
          </a:extLst>
        </p:cNvPr>
        <p:cNvGrpSpPr/>
        <p:nvPr/>
      </p:nvGrpSpPr>
      <p:grpSpPr>
        <a:xfrm>
          <a:off x="0" y="0"/>
          <a:ext cx="0" cy="0"/>
          <a:chOff x="0" y="0"/>
          <a:chExt cx="0" cy="0"/>
        </a:xfrm>
      </p:grpSpPr>
      <p:sp>
        <p:nvSpPr>
          <p:cNvPr id="141" name="PlaceHolder 1">
            <a:extLst>
              <a:ext uri="{FF2B5EF4-FFF2-40B4-BE49-F238E27FC236}">
                <a16:creationId xmlns:a16="http://schemas.microsoft.com/office/drawing/2014/main" id="{A2CD257F-9FDA-EBFE-3831-DDAC685B3A67}"/>
              </a:ext>
            </a:extLst>
          </p:cNvPr>
          <p:cNvSpPr>
            <a:spLocks noGrp="1"/>
          </p:cNvSpPr>
          <p:nvPr>
            <p:ph type="sldNum" idx="16"/>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34770558-357F-45BA-8210-A0B43BCF9454}" type="slidenum">
              <a:rPr lang="de-DE" sz="1000" b="0" u="none" strike="noStrike">
                <a:solidFill>
                  <a:srgbClr val="D8413E"/>
                </a:solidFill>
                <a:effectLst/>
                <a:uFillTx/>
                <a:latin typeface="Arial"/>
                <a:ea typeface="MS PGothic"/>
              </a:rPr>
              <a:t>32</a:t>
            </a:fld>
            <a:endParaRPr lang="en-US" sz="1000" b="0" u="none" strike="noStrike">
              <a:solidFill>
                <a:srgbClr val="000000"/>
              </a:solidFill>
              <a:effectLst/>
              <a:uFillTx/>
              <a:latin typeface="Times New Roman"/>
            </a:endParaRPr>
          </a:p>
        </p:txBody>
      </p:sp>
      <p:pic>
        <p:nvPicPr>
          <p:cNvPr id="142" name="Picture 7">
            <a:extLst>
              <a:ext uri="{FF2B5EF4-FFF2-40B4-BE49-F238E27FC236}">
                <a16:creationId xmlns:a16="http://schemas.microsoft.com/office/drawing/2014/main" id="{B686636B-612F-4796-5F50-DEFFA980536D}"/>
              </a:ext>
            </a:extLst>
          </p:cNvPr>
          <p:cNvPicPr/>
          <p:nvPr/>
        </p:nvPicPr>
        <p:blipFill>
          <a:blip r:embed="rId2"/>
          <a:stretch/>
        </p:blipFill>
        <p:spPr>
          <a:xfrm rot="10800000" flipH="1">
            <a:off x="0" y="25920"/>
            <a:ext cx="4381560" cy="433080"/>
          </a:xfrm>
          <a:prstGeom prst="rect">
            <a:avLst/>
          </a:prstGeom>
          <a:noFill/>
          <a:ln w="0">
            <a:noFill/>
          </a:ln>
        </p:spPr>
      </p:pic>
      <p:pic>
        <p:nvPicPr>
          <p:cNvPr id="143" name="Picture 8">
            <a:extLst>
              <a:ext uri="{FF2B5EF4-FFF2-40B4-BE49-F238E27FC236}">
                <a16:creationId xmlns:a16="http://schemas.microsoft.com/office/drawing/2014/main" id="{0FC9F053-84F7-D33C-574A-6F6072B48D38}"/>
              </a:ext>
            </a:extLst>
          </p:cNvPr>
          <p:cNvPicPr/>
          <p:nvPr/>
        </p:nvPicPr>
        <p:blipFill>
          <a:blip r:embed="rId2"/>
          <a:stretch/>
        </p:blipFill>
        <p:spPr>
          <a:xfrm rot="10800000" flipH="1">
            <a:off x="1184400" y="4765320"/>
            <a:ext cx="4381560" cy="318600"/>
          </a:xfrm>
          <a:prstGeom prst="rect">
            <a:avLst/>
          </a:prstGeom>
          <a:noFill/>
          <a:ln w="0">
            <a:noFill/>
          </a:ln>
        </p:spPr>
      </p:pic>
      <p:sp>
        <p:nvSpPr>
          <p:cNvPr id="144" name="PlaceHolder 2">
            <a:extLst>
              <a:ext uri="{FF2B5EF4-FFF2-40B4-BE49-F238E27FC236}">
                <a16:creationId xmlns:a16="http://schemas.microsoft.com/office/drawing/2014/main" id="{90D311EE-219E-541E-F8D5-0A9AF3096BF7}"/>
              </a:ext>
            </a:extLst>
          </p:cNvPr>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sp>
        <p:nvSpPr>
          <p:cNvPr id="2" name="PlaceHolder 2">
            <a:extLst>
              <a:ext uri="{FF2B5EF4-FFF2-40B4-BE49-F238E27FC236}">
                <a16:creationId xmlns:a16="http://schemas.microsoft.com/office/drawing/2014/main" id="{2AE5B269-D8AE-0457-6D1A-FF6AAF924668}"/>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8396D351-AED1-149B-BF49-98E6009E8B07}"/>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explained</a:t>
            </a:r>
            <a:endParaRPr lang="en-US" sz="1400" dirty="0">
              <a:solidFill>
                <a:srgbClr val="000000"/>
              </a:solidFill>
            </a:endParaRPr>
          </a:p>
        </p:txBody>
      </p:sp>
      <p:pic>
        <p:nvPicPr>
          <p:cNvPr id="7" name="Graphic 6">
            <a:extLst>
              <a:ext uri="{FF2B5EF4-FFF2-40B4-BE49-F238E27FC236}">
                <a16:creationId xmlns:a16="http://schemas.microsoft.com/office/drawing/2014/main" id="{8D36C779-27A6-B5B1-2815-8E8D7D1BA8FF}"/>
              </a:ext>
            </a:extLst>
          </p:cNvPr>
          <p:cNvPicPr>
            <a:picLocks noChangeAspect="1"/>
          </p:cNvPicPr>
          <p:nvPr/>
        </p:nvPicPr>
        <p:blipFill>
          <a:blip>
            <a:extLst>
              <a:ext uri="{96DAC541-7B7A-43D3-8B79-37D633B846F1}">
                <asvg:svgBlip xmlns:asvg="http://schemas.microsoft.com/office/drawing/2016/SVG/main" r:embed="rId3"/>
              </a:ext>
            </a:extLst>
          </a:blip>
          <a:stretch/>
        </p:blipFill>
        <p:spPr>
          <a:xfrm>
            <a:off x="264600" y="873760"/>
            <a:ext cx="4500000" cy="3601647"/>
          </a:xfrm>
          <a:prstGeom prst="rect">
            <a:avLst/>
          </a:prstGeom>
          <a:noFill/>
          <a:ln w="0">
            <a:noFill/>
          </a:ln>
        </p:spPr>
      </p:pic>
      <p:pic>
        <p:nvPicPr>
          <p:cNvPr id="10" name="Picture 9">
            <a:extLst>
              <a:ext uri="{FF2B5EF4-FFF2-40B4-BE49-F238E27FC236}">
                <a16:creationId xmlns:a16="http://schemas.microsoft.com/office/drawing/2014/main" id="{0EF90E7B-F6A2-43E4-28AB-6AF8B9D854A0}"/>
              </a:ext>
            </a:extLst>
          </p:cNvPr>
          <p:cNvPicPr>
            <a:picLocks noChangeAspect="1"/>
          </p:cNvPicPr>
          <p:nvPr/>
        </p:nvPicPr>
        <p:blipFill>
          <a:blip r:embed="rId4"/>
          <a:stretch>
            <a:fillRect/>
          </a:stretch>
        </p:blipFill>
        <p:spPr>
          <a:xfrm>
            <a:off x="4762800" y="821076"/>
            <a:ext cx="4381200" cy="1123384"/>
          </a:xfrm>
          <a:prstGeom prst="rect">
            <a:avLst/>
          </a:prstGeom>
        </p:spPr>
      </p:pic>
    </p:spTree>
    <p:extLst>
      <p:ext uri="{BB962C8B-B14F-4D97-AF65-F5344CB8AC3E}">
        <p14:creationId xmlns:p14="http://schemas.microsoft.com/office/powerpoint/2010/main" val="22371868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F082-54FA-725B-038C-657BF327494D}"/>
            </a:ext>
          </a:extLst>
        </p:cNvPr>
        <p:cNvGrpSpPr/>
        <p:nvPr/>
      </p:nvGrpSpPr>
      <p:grpSpPr>
        <a:xfrm>
          <a:off x="0" y="0"/>
          <a:ext cx="0" cy="0"/>
          <a:chOff x="0" y="0"/>
          <a:chExt cx="0" cy="0"/>
        </a:xfrm>
      </p:grpSpPr>
      <p:sp>
        <p:nvSpPr>
          <p:cNvPr id="6" name="Foliennummernplatzhalter 1">
            <a:extLst>
              <a:ext uri="{FF2B5EF4-FFF2-40B4-BE49-F238E27FC236}">
                <a16:creationId xmlns:a16="http://schemas.microsoft.com/office/drawing/2014/main" id="{71198E77-EA0A-2FCD-48DD-2AF9820B908B}"/>
              </a:ext>
            </a:extLst>
          </p:cNvPr>
          <p:cNvSpPr>
            <a:spLocks noGrp="1"/>
          </p:cNvSpPr>
          <p:nvPr>
            <p:ph type="sldNum" sz="quarter" idx="4"/>
          </p:nvPr>
        </p:nvSpPr>
        <p:spPr>
          <a:xfrm>
            <a:off x="7948613" y="4879075"/>
            <a:ext cx="742950" cy="204716"/>
          </a:xfrm>
        </p:spPr>
        <p:txBody>
          <a:bodyPr/>
          <a:lstStyle/>
          <a:p>
            <a:pPr>
              <a:defRPr/>
            </a:pPr>
            <a:fld id="{ABC642DC-4027-4785-8EC1-7265DE27C531}" type="slidenum">
              <a:rPr lang="de-DE" altLang="de-DE" sz="1000" smtClean="0">
                <a:solidFill>
                  <a:srgbClr val="D8413E"/>
                </a:solidFill>
                <a:latin typeface="Arial" panose="020B0604020202020204" pitchFamily="34" charset="0"/>
                <a:cs typeface="Arial" panose="020B0604020202020204" pitchFamily="34" charset="0"/>
              </a:rPr>
              <a:t>33</a:t>
            </a:fld>
            <a:endParaRPr lang="de-DE" altLang="de-DE" sz="1000" dirty="0">
              <a:solidFill>
                <a:srgbClr val="D8413E"/>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1C9DD2A9-6622-4B1E-4793-916DD0C8E89B}"/>
              </a:ext>
            </a:extLst>
          </p:cNvPr>
          <p:cNvPicPr>
            <a:picLocks noChangeAspect="1"/>
          </p:cNvPicPr>
          <p:nvPr/>
        </p:nvPicPr>
        <p:blipFill>
          <a:blip r:embed="rId3"/>
          <a:stretch>
            <a:fillRect/>
          </a:stretch>
        </p:blipFill>
        <p:spPr>
          <a:xfrm flipV="1">
            <a:off x="0" y="25718"/>
            <a:ext cx="4381751" cy="433530"/>
          </a:xfrm>
          <a:prstGeom prst="rect">
            <a:avLst/>
          </a:prstGeom>
        </p:spPr>
      </p:pic>
      <p:pic>
        <p:nvPicPr>
          <p:cNvPr id="8" name="Picture 7">
            <a:extLst>
              <a:ext uri="{FF2B5EF4-FFF2-40B4-BE49-F238E27FC236}">
                <a16:creationId xmlns:a16="http://schemas.microsoft.com/office/drawing/2014/main" id="{DA00E71D-3124-6DC5-975A-5F71A36E1B1C}"/>
              </a:ext>
            </a:extLst>
          </p:cNvPr>
          <p:cNvPicPr>
            <a:picLocks noChangeAspect="1"/>
          </p:cNvPicPr>
          <p:nvPr/>
        </p:nvPicPr>
        <p:blipFill>
          <a:blip r:embed="rId3"/>
          <a:stretch>
            <a:fillRect/>
          </a:stretch>
        </p:blipFill>
        <p:spPr>
          <a:xfrm flipV="1">
            <a:off x="1184495" y="4764668"/>
            <a:ext cx="4381751" cy="319123"/>
          </a:xfrm>
          <a:prstGeom prst="rect">
            <a:avLst/>
          </a:prstGeom>
        </p:spPr>
      </p:pic>
      <p:sp>
        <p:nvSpPr>
          <p:cNvPr id="21506" name="Titel 1">
            <a:extLst>
              <a:ext uri="{FF2B5EF4-FFF2-40B4-BE49-F238E27FC236}">
                <a16:creationId xmlns:a16="http://schemas.microsoft.com/office/drawing/2014/main" id="{A1FE841F-1E0B-2482-3855-A1AE241763DC}"/>
              </a:ext>
            </a:extLst>
          </p:cNvPr>
          <p:cNvSpPr>
            <a:spLocks noGrp="1"/>
          </p:cNvSpPr>
          <p:nvPr>
            <p:ph type="title"/>
          </p:nvPr>
        </p:nvSpPr>
        <p:spPr bwMode="auto">
          <a:xfrm>
            <a:off x="264569" y="-136930"/>
            <a:ext cx="8234363" cy="758825"/>
          </a:xfrm>
        </p:spPr>
        <p:txBody>
          <a:bodyPr wrap="square" numCol="1" anchorCtr="0" compatLnSpc="1">
            <a:prstTxWarp prst="textNoShape">
              <a:avLst/>
            </a:prstTxWarp>
          </a:bodyPr>
          <a:lstStyle/>
          <a:p>
            <a:pPr eaLnBrk="1" hangingPunct="1">
              <a:defRPr/>
            </a:pPr>
            <a:r>
              <a:rPr lang="de-DE" altLang="de-DE" dirty="0" err="1">
                <a:latin typeface="Arial" panose="020B0604020202020204" pitchFamily="34" charset="0"/>
                <a:cs typeface="Arial" panose="020B0604020202020204" pitchFamily="34" charset="0"/>
              </a:rPr>
              <a:t>Objective</a:t>
            </a:r>
            <a:r>
              <a:rPr lang="de-DE" altLang="de-DE" dirty="0">
                <a:latin typeface="Arial" panose="020B0604020202020204" pitchFamily="34" charset="0"/>
                <a:cs typeface="Arial" panose="020B0604020202020204" pitchFamily="34" charset="0"/>
              </a:rPr>
              <a:t> 3</a:t>
            </a:r>
            <a:endParaRPr lang="de-DE" altLang="de-DE" cap="none" dirty="0">
              <a:latin typeface="Arial" panose="020B0604020202020204" pitchFamily="34" charset="0"/>
              <a:cs typeface="Arial" panose="020B0604020202020204" pitchFamily="34" charset="0"/>
            </a:endParaRPr>
          </a:p>
        </p:txBody>
      </p:sp>
      <p:sp>
        <p:nvSpPr>
          <p:cNvPr id="9" name="Titel 1">
            <a:extLst>
              <a:ext uri="{FF2B5EF4-FFF2-40B4-BE49-F238E27FC236}">
                <a16:creationId xmlns:a16="http://schemas.microsoft.com/office/drawing/2014/main" id="{96849296-3A3C-00CD-E087-B8E1BDC2E92D}"/>
              </a:ext>
            </a:extLst>
          </p:cNvPr>
          <p:cNvSpPr txBox="1">
            <a:spLocks/>
          </p:cNvSpPr>
          <p:nvPr/>
        </p:nvSpPr>
        <p:spPr bwMode="auto">
          <a:xfrm>
            <a:off x="382390" y="322808"/>
            <a:ext cx="8234363" cy="758825"/>
          </a:xfrm>
          <a:prstGeom prst="rect">
            <a:avLst/>
          </a:prstGeom>
        </p:spPr>
        <p:txBody>
          <a:bodyPr wrap="square" numCol="1" anchor="b" anchorCtr="0" compatLnSpc="1">
            <a:prstTxWarp prst="textNoShape">
              <a:avLst/>
            </a:prstTxWarp>
          </a:bodyPr>
          <a:lstStyle>
            <a:lvl1pPr algn="l" defTabSz="457200" rtl="0" eaLnBrk="1" fontAlgn="base" hangingPunct="1">
              <a:spcBef>
                <a:spcPct val="0"/>
              </a:spcBef>
              <a:spcAft>
                <a:spcPct val="0"/>
              </a:spcAft>
              <a:defRPr sz="2000" b="1" kern="1200" cap="all">
                <a:solidFill>
                  <a:schemeClr val="tx1"/>
                </a:solidFill>
                <a:latin typeface="Arial Unicode MS" panose="020B0604020202020204" pitchFamily="34" charset="-128"/>
                <a:ea typeface="Arial Unicode MS" panose="020B0604020202020204" pitchFamily="34" charset="-128"/>
                <a:cs typeface="Arial Unicode MS" panose="020B0604020202020204" pitchFamily="34" charset="-128"/>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pPr>
              <a:buClr>
                <a:srgbClr val="D8413E"/>
              </a:buClr>
              <a:defRPr/>
            </a:pPr>
            <a:endParaRPr lang="en-GB" sz="1400" b="0" dirty="0"/>
          </a:p>
        </p:txBody>
      </p:sp>
      <p:sp>
        <p:nvSpPr>
          <p:cNvPr id="2" name="Titel 9">
            <a:extLst>
              <a:ext uri="{FF2B5EF4-FFF2-40B4-BE49-F238E27FC236}">
                <a16:creationId xmlns:a16="http://schemas.microsoft.com/office/drawing/2014/main" id="{7D7F9D3D-8FDF-6A68-49AB-E100E6B375EA}"/>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Performance</a:t>
            </a:r>
            <a:endParaRPr lang="en-US" sz="1400" dirty="0">
              <a:solidFill>
                <a:srgbClr val="000000"/>
              </a:solidFill>
            </a:endParaRPr>
          </a:p>
        </p:txBody>
      </p:sp>
      <p:pic>
        <p:nvPicPr>
          <p:cNvPr id="11" name="Picture 10">
            <a:extLst>
              <a:ext uri="{FF2B5EF4-FFF2-40B4-BE49-F238E27FC236}">
                <a16:creationId xmlns:a16="http://schemas.microsoft.com/office/drawing/2014/main" id="{17DF84F0-7328-0A57-4469-EA9C75579A94}"/>
              </a:ext>
            </a:extLst>
          </p:cNvPr>
          <p:cNvPicPr>
            <a:picLocks noChangeAspect="1"/>
          </p:cNvPicPr>
          <p:nvPr/>
        </p:nvPicPr>
        <p:blipFill>
          <a:blip r:embed="rId4"/>
          <a:stretch>
            <a:fillRect/>
          </a:stretch>
        </p:blipFill>
        <p:spPr>
          <a:xfrm>
            <a:off x="1908550" y="1074140"/>
            <a:ext cx="4946400" cy="3510349"/>
          </a:xfrm>
          <a:prstGeom prst="rect">
            <a:avLst/>
          </a:prstGeom>
        </p:spPr>
      </p:pic>
    </p:spTree>
    <p:extLst>
      <p:ext uri="{BB962C8B-B14F-4D97-AF65-F5344CB8AC3E}">
        <p14:creationId xmlns:p14="http://schemas.microsoft.com/office/powerpoint/2010/main" val="37230519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PlaceHolder 1"/>
          <p:cNvSpPr>
            <a:spLocks noGrp="1"/>
          </p:cNvSpPr>
          <p:nvPr>
            <p:ph type="sldNum" idx="19"/>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9125CFC-42AC-4938-ACB0-F84B1B7A0C46}" type="slidenum">
              <a:rPr lang="de-DE" sz="1000" b="0" u="none" strike="noStrike">
                <a:solidFill>
                  <a:srgbClr val="D8413E"/>
                </a:solidFill>
                <a:effectLst/>
                <a:uFillTx/>
                <a:latin typeface="Arial"/>
                <a:ea typeface="MS PGothic"/>
              </a:rPr>
              <a:t>34</a:t>
            </a:fld>
            <a:endParaRPr lang="en-US" sz="1000" b="0" u="none" strike="noStrike">
              <a:solidFill>
                <a:srgbClr val="000000"/>
              </a:solidFill>
              <a:effectLst/>
              <a:uFillTx/>
              <a:latin typeface="Times New Roman"/>
            </a:endParaRPr>
          </a:p>
        </p:txBody>
      </p:sp>
      <p:pic>
        <p:nvPicPr>
          <p:cNvPr id="160" name="Picture 13"/>
          <p:cNvPicPr/>
          <p:nvPr/>
        </p:nvPicPr>
        <p:blipFill>
          <a:blip r:embed="rId2"/>
          <a:stretch/>
        </p:blipFill>
        <p:spPr>
          <a:xfrm rot="10800000" flipH="1">
            <a:off x="0" y="25920"/>
            <a:ext cx="4381560" cy="433080"/>
          </a:xfrm>
          <a:prstGeom prst="rect">
            <a:avLst/>
          </a:prstGeom>
          <a:noFill/>
          <a:ln w="0">
            <a:noFill/>
          </a:ln>
        </p:spPr>
      </p:pic>
      <p:pic>
        <p:nvPicPr>
          <p:cNvPr id="161" name="Picture 14"/>
          <p:cNvPicPr/>
          <p:nvPr/>
        </p:nvPicPr>
        <p:blipFill>
          <a:blip r:embed="rId2"/>
          <a:stretch/>
        </p:blipFill>
        <p:spPr>
          <a:xfrm rot="10800000" flipH="1">
            <a:off x="1184400" y="4765320"/>
            <a:ext cx="4381560" cy="318600"/>
          </a:xfrm>
          <a:prstGeom prst="rect">
            <a:avLst/>
          </a:prstGeom>
          <a:noFill/>
          <a:ln w="0">
            <a:noFill/>
          </a:ln>
        </p:spPr>
      </p:pic>
      <p:sp>
        <p:nvSpPr>
          <p:cNvPr id="2" name="PlaceHolder 2">
            <a:extLst>
              <a:ext uri="{FF2B5EF4-FFF2-40B4-BE49-F238E27FC236}">
                <a16:creationId xmlns:a16="http://schemas.microsoft.com/office/drawing/2014/main" id="{8C340C6E-9ADF-C3F8-222B-8CDABA803E9C}"/>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B867F822-6BD5-639C-536C-8F6C1FA7EE30}"/>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Reverse Bic Cherry Simplified explained</a:t>
            </a:r>
            <a:endParaRPr lang="en-US" sz="1400" dirty="0">
              <a:solidFill>
                <a:srgbClr val="000000"/>
              </a:solidFill>
            </a:endParaRPr>
          </a:p>
        </p:txBody>
      </p:sp>
      <p:pic>
        <p:nvPicPr>
          <p:cNvPr id="4" name="Graphic 3">
            <a:extLst>
              <a:ext uri="{FF2B5EF4-FFF2-40B4-BE49-F238E27FC236}">
                <a16:creationId xmlns:a16="http://schemas.microsoft.com/office/drawing/2014/main" id="{3A7C3C6D-F4B8-DCB5-E3AE-05BCBCAA1B60}"/>
              </a:ext>
            </a:extLst>
          </p:cNvPr>
          <p:cNvPicPr>
            <a:picLocks noChangeAspect="1"/>
          </p:cNvPicPr>
          <p:nvPr/>
        </p:nvPicPr>
        <p:blipFill>
          <a:blip>
            <a:extLst>
              <a:ext uri="{96DAC541-7B7A-43D3-8B79-37D633B846F1}">
                <asvg:svgBlip xmlns:asvg="http://schemas.microsoft.com/office/drawing/2016/SVG/main" r:embed="rId3"/>
              </a:ext>
            </a:extLst>
          </a:blip>
          <a:stretch/>
        </p:blipFill>
        <p:spPr>
          <a:xfrm>
            <a:off x="201840" y="1442720"/>
            <a:ext cx="4500000" cy="2327569"/>
          </a:xfrm>
          <a:prstGeom prst="rect">
            <a:avLst/>
          </a:prstGeom>
          <a:noFill/>
          <a:ln w="0">
            <a:noFill/>
          </a:ln>
        </p:spPr>
      </p:pic>
      <p:pic>
        <p:nvPicPr>
          <p:cNvPr id="6" name="Picture 5">
            <a:extLst>
              <a:ext uri="{FF2B5EF4-FFF2-40B4-BE49-F238E27FC236}">
                <a16:creationId xmlns:a16="http://schemas.microsoft.com/office/drawing/2014/main" id="{FB350FE4-E869-12D3-50A0-5920CA3B68F7}"/>
              </a:ext>
            </a:extLst>
          </p:cNvPr>
          <p:cNvPicPr>
            <a:picLocks noChangeAspect="1"/>
          </p:cNvPicPr>
          <p:nvPr/>
        </p:nvPicPr>
        <p:blipFill>
          <a:blip r:embed="rId4"/>
          <a:stretch>
            <a:fillRect/>
          </a:stretch>
        </p:blipFill>
        <p:spPr>
          <a:xfrm>
            <a:off x="4701840" y="1499427"/>
            <a:ext cx="4381200" cy="221415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PlaceHolder 1"/>
          <p:cNvSpPr>
            <a:spLocks noGrp="1"/>
          </p:cNvSpPr>
          <p:nvPr>
            <p:ph type="sldNum" idx="20"/>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2EA56F32-C59B-41EA-8B12-317621F25A69}" type="slidenum">
              <a:rPr lang="de-DE" sz="1000" b="0" u="none" strike="noStrike">
                <a:solidFill>
                  <a:srgbClr val="D8413E"/>
                </a:solidFill>
                <a:effectLst/>
                <a:uFillTx/>
                <a:latin typeface="Arial"/>
                <a:ea typeface="MS PGothic"/>
              </a:rPr>
              <a:t>35</a:t>
            </a:fld>
            <a:endParaRPr lang="en-US" sz="1000" b="0" u="none" strike="noStrike">
              <a:solidFill>
                <a:srgbClr val="000000"/>
              </a:solidFill>
              <a:effectLst/>
              <a:uFillTx/>
              <a:latin typeface="Times New Roman"/>
            </a:endParaRPr>
          </a:p>
        </p:txBody>
      </p:sp>
      <p:pic>
        <p:nvPicPr>
          <p:cNvPr id="166" name="Picture 15"/>
          <p:cNvPicPr/>
          <p:nvPr/>
        </p:nvPicPr>
        <p:blipFill>
          <a:blip r:embed="rId3"/>
          <a:stretch/>
        </p:blipFill>
        <p:spPr>
          <a:xfrm rot="10800000" flipH="1">
            <a:off x="0" y="25920"/>
            <a:ext cx="4381560" cy="433080"/>
          </a:xfrm>
          <a:prstGeom prst="rect">
            <a:avLst/>
          </a:prstGeom>
          <a:noFill/>
          <a:ln w="0">
            <a:noFill/>
          </a:ln>
        </p:spPr>
      </p:pic>
      <p:pic>
        <p:nvPicPr>
          <p:cNvPr id="167" name="Picture 16"/>
          <p:cNvPicPr/>
          <p:nvPr/>
        </p:nvPicPr>
        <p:blipFill>
          <a:blip r:embed="rId3"/>
          <a:stretch/>
        </p:blipFill>
        <p:spPr>
          <a:xfrm rot="10800000" flipH="1">
            <a:off x="1184400" y="4765320"/>
            <a:ext cx="4381560" cy="318600"/>
          </a:xfrm>
          <a:prstGeom prst="rect">
            <a:avLst/>
          </a:prstGeom>
          <a:noFill/>
          <a:ln w="0">
            <a:noFill/>
          </a:ln>
        </p:spPr>
      </p:pic>
      <p:sp>
        <p:nvSpPr>
          <p:cNvPr id="168" name="PlaceHolder 2"/>
          <p:cNvSpPr>
            <a:spLocks noGrp="1"/>
          </p:cNvSpPr>
          <p:nvPr>
            <p:ph type="title"/>
          </p:nvPr>
        </p:nvSpPr>
        <p:spPr>
          <a:xfrm>
            <a:off x="264600" y="-136800"/>
            <a:ext cx="8233920" cy="758520"/>
          </a:xfrm>
          <a:prstGeom prst="rect">
            <a:avLst/>
          </a:prstGeom>
          <a:noFill/>
          <a:ln w="0">
            <a:noFill/>
          </a:ln>
        </p:spPr>
        <p:txBody>
          <a:bodyPr lIns="90000" tIns="45000" rIns="90000" bIns="45000" numCol="1" spcCol="0" anchor="b">
            <a:noAutofit/>
          </a:bodyPr>
          <a:lstStyle/>
          <a:p>
            <a:pPr indent="0" algn="l" defTabSz="457200">
              <a:lnSpc>
                <a:spcPct val="100000"/>
              </a:lnSpc>
              <a:buNone/>
            </a:pPr>
            <a:r>
              <a:rPr lang="de-DE" sz="2000" b="1" u="none" strike="noStrike" cap="all">
                <a:solidFill>
                  <a:schemeClr val="dk1"/>
                </a:solidFill>
                <a:effectLst/>
                <a:uFillTx/>
                <a:latin typeface="Arial"/>
                <a:ea typeface="Arial Unicode MS"/>
              </a:rPr>
              <a:t>Objective 3</a:t>
            </a:r>
            <a:endParaRPr lang="de-DE" sz="2000" b="1" u="none" strike="noStrike" cap="all">
              <a:solidFill>
                <a:schemeClr val="dk1"/>
              </a:solidFill>
              <a:effectLst/>
              <a:uFillTx/>
              <a:latin typeface="Arial Unicode MS"/>
            </a:endParaRPr>
          </a:p>
        </p:txBody>
      </p:sp>
      <p:pic>
        <p:nvPicPr>
          <p:cNvPr id="170" name="Picture 169"/>
          <p:cNvPicPr/>
          <p:nvPr/>
        </p:nvPicPr>
        <p:blipFill>
          <a:blip r:embed="rId4"/>
          <a:srcRect t="17562" r="64379"/>
          <a:stretch>
            <a:fillRect/>
          </a:stretch>
        </p:blipFill>
        <p:spPr>
          <a:xfrm>
            <a:off x="1184399" y="1250831"/>
            <a:ext cx="2768601" cy="2806900"/>
          </a:xfrm>
          <a:prstGeom prst="rect">
            <a:avLst/>
          </a:prstGeom>
          <a:noFill/>
          <a:ln w="0">
            <a:noFill/>
          </a:ln>
        </p:spPr>
      </p:pic>
      <p:sp>
        <p:nvSpPr>
          <p:cNvPr id="2" name="PlaceHolder 2">
            <a:extLst>
              <a:ext uri="{FF2B5EF4-FFF2-40B4-BE49-F238E27FC236}">
                <a16:creationId xmlns:a16="http://schemas.microsoft.com/office/drawing/2014/main" id="{C0DAF98C-F6CD-6149-9AD4-3216A567DB1F}"/>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12212C70-A49B-8811-31DC-5903ADF69F95}"/>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Non-BMGs can not be used to generate the correct networks</a:t>
            </a:r>
            <a:endParaRPr lang="en-US" sz="1400" dirty="0">
              <a:solidFill>
                <a:srgbClr val="000000"/>
              </a:solidFill>
            </a:endParaRPr>
          </a:p>
        </p:txBody>
      </p:sp>
      <p:pic>
        <p:nvPicPr>
          <p:cNvPr id="4" name="Picture 3">
            <a:extLst>
              <a:ext uri="{FF2B5EF4-FFF2-40B4-BE49-F238E27FC236}">
                <a16:creationId xmlns:a16="http://schemas.microsoft.com/office/drawing/2014/main" id="{BC7CCEF7-9304-545F-61E0-803CCD3D8FEE}"/>
              </a:ext>
            </a:extLst>
          </p:cNvPr>
          <p:cNvPicPr/>
          <p:nvPr/>
        </p:nvPicPr>
        <p:blipFill>
          <a:blip r:embed="rId4"/>
          <a:srcRect l="45948"/>
          <a:stretch>
            <a:fillRect/>
          </a:stretch>
        </p:blipFill>
        <p:spPr>
          <a:xfrm>
            <a:off x="4195760" y="951841"/>
            <a:ext cx="4201160" cy="340488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PlaceHolder 1"/>
          <p:cNvSpPr>
            <a:spLocks noGrp="1"/>
          </p:cNvSpPr>
          <p:nvPr>
            <p:ph type="sldNum" idx="21"/>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FE4512F2-A62C-4323-990C-488967A51EC1}" type="slidenum">
              <a:rPr lang="de-DE" sz="1000" b="0" u="none" strike="noStrike">
                <a:solidFill>
                  <a:srgbClr val="D8413E"/>
                </a:solidFill>
                <a:effectLst/>
                <a:uFillTx/>
                <a:latin typeface="Arial"/>
                <a:ea typeface="MS PGothic"/>
              </a:rPr>
              <a:t>36</a:t>
            </a:fld>
            <a:endParaRPr lang="en-US" sz="1000" b="0" u="none" strike="noStrike">
              <a:solidFill>
                <a:srgbClr val="000000"/>
              </a:solidFill>
              <a:effectLst/>
              <a:uFillTx/>
              <a:latin typeface="Times New Roman"/>
            </a:endParaRPr>
          </a:p>
        </p:txBody>
      </p:sp>
      <p:pic>
        <p:nvPicPr>
          <p:cNvPr id="172" name="Picture 19"/>
          <p:cNvPicPr/>
          <p:nvPr/>
        </p:nvPicPr>
        <p:blipFill>
          <a:blip r:embed="rId3"/>
          <a:stretch/>
        </p:blipFill>
        <p:spPr>
          <a:xfrm rot="10800000" flipH="1">
            <a:off x="0" y="25920"/>
            <a:ext cx="4381560" cy="433080"/>
          </a:xfrm>
          <a:prstGeom prst="rect">
            <a:avLst/>
          </a:prstGeom>
          <a:noFill/>
          <a:ln w="0">
            <a:noFill/>
          </a:ln>
        </p:spPr>
      </p:pic>
      <p:pic>
        <p:nvPicPr>
          <p:cNvPr id="173" name="Picture 20"/>
          <p:cNvPicPr/>
          <p:nvPr/>
        </p:nvPicPr>
        <p:blipFill>
          <a:blip r:embed="rId3"/>
          <a:stretch/>
        </p:blipFill>
        <p:spPr>
          <a:xfrm rot="10800000" flipH="1">
            <a:off x="1184400" y="4765320"/>
            <a:ext cx="4381560" cy="318600"/>
          </a:xfrm>
          <a:prstGeom prst="rect">
            <a:avLst/>
          </a:prstGeom>
          <a:noFill/>
          <a:ln w="0">
            <a:noFill/>
          </a:ln>
        </p:spPr>
      </p:pic>
      <p:pic>
        <p:nvPicPr>
          <p:cNvPr id="177" name="Picture 176"/>
          <p:cNvPicPr/>
          <p:nvPr/>
        </p:nvPicPr>
        <p:blipFill>
          <a:blip r:embed="rId4"/>
          <a:srcRect l="-185" t="15422" r="65181" b="-2062"/>
          <a:stretch>
            <a:fillRect/>
          </a:stretch>
        </p:blipFill>
        <p:spPr>
          <a:xfrm>
            <a:off x="20320" y="1614139"/>
            <a:ext cx="1921680" cy="2083801"/>
          </a:xfrm>
          <a:prstGeom prst="rect">
            <a:avLst/>
          </a:prstGeom>
          <a:noFill/>
          <a:ln w="0">
            <a:noFill/>
          </a:ln>
        </p:spPr>
      </p:pic>
      <p:sp>
        <p:nvSpPr>
          <p:cNvPr id="4" name="PlaceHolder 2">
            <a:extLst>
              <a:ext uri="{FF2B5EF4-FFF2-40B4-BE49-F238E27FC236}">
                <a16:creationId xmlns:a16="http://schemas.microsoft.com/office/drawing/2014/main" id="{DFD2C471-3C44-B721-D4BF-398E76A89255}"/>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5" name="Titel 9">
            <a:extLst>
              <a:ext uri="{FF2B5EF4-FFF2-40B4-BE49-F238E27FC236}">
                <a16:creationId xmlns:a16="http://schemas.microsoft.com/office/drawing/2014/main" id="{F485F542-69AF-C967-22C3-639959AFF30B}"/>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Non-BMGs can not be used to generate the correct networks</a:t>
            </a:r>
            <a:endParaRPr lang="en-US" sz="1400" dirty="0">
              <a:solidFill>
                <a:srgbClr val="000000"/>
              </a:solidFill>
            </a:endParaRPr>
          </a:p>
        </p:txBody>
      </p:sp>
      <p:pic>
        <p:nvPicPr>
          <p:cNvPr id="176" name="Graphic 175"/>
          <p:cNvPicPr/>
          <p:nvPr/>
        </p:nvPicPr>
        <p:blipFill>
          <a:blip>
            <a:extLst>
              <a:ext uri="{96DAC541-7B7A-43D3-8B79-37D633B846F1}">
                <asvg:svgBlip xmlns:asvg="http://schemas.microsoft.com/office/drawing/2016/SVG/main" r:embed="rId5"/>
              </a:ext>
            </a:extLst>
          </a:blip>
          <a:stretch/>
        </p:blipFill>
        <p:spPr>
          <a:xfrm>
            <a:off x="1757680" y="1262180"/>
            <a:ext cx="7314840" cy="3000960"/>
          </a:xfrm>
          <a:prstGeom prst="rect">
            <a:avLst/>
          </a:prstGeom>
          <a:noFill/>
          <a:ln w="0">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PlaceHolder 1"/>
          <p:cNvSpPr>
            <a:spLocks noGrp="1"/>
          </p:cNvSpPr>
          <p:nvPr>
            <p:ph type="sldNum" idx="22"/>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E931C312-66A6-45B2-8089-DF0CC149A40C}" type="slidenum">
              <a:rPr lang="de-DE" sz="1000" b="0" u="none" strike="noStrike">
                <a:solidFill>
                  <a:srgbClr val="D8413E"/>
                </a:solidFill>
                <a:effectLst/>
                <a:uFillTx/>
                <a:latin typeface="Arial"/>
                <a:ea typeface="MS PGothic"/>
              </a:rPr>
              <a:t>37</a:t>
            </a:fld>
            <a:endParaRPr lang="en-US" sz="1000" b="0" u="none" strike="noStrike">
              <a:solidFill>
                <a:srgbClr val="000000"/>
              </a:solidFill>
              <a:effectLst/>
              <a:uFillTx/>
              <a:latin typeface="Times New Roman"/>
            </a:endParaRPr>
          </a:p>
        </p:txBody>
      </p:sp>
      <p:pic>
        <p:nvPicPr>
          <p:cNvPr id="179" name="Picture 17"/>
          <p:cNvPicPr/>
          <p:nvPr/>
        </p:nvPicPr>
        <p:blipFill>
          <a:blip r:embed="rId2"/>
          <a:stretch/>
        </p:blipFill>
        <p:spPr>
          <a:xfrm rot="10800000" flipH="1">
            <a:off x="0" y="25920"/>
            <a:ext cx="4381560" cy="433080"/>
          </a:xfrm>
          <a:prstGeom prst="rect">
            <a:avLst/>
          </a:prstGeom>
          <a:noFill/>
          <a:ln w="0">
            <a:noFill/>
          </a:ln>
        </p:spPr>
      </p:pic>
      <p:pic>
        <p:nvPicPr>
          <p:cNvPr id="180" name="Picture 18"/>
          <p:cNvPicPr/>
          <p:nvPr/>
        </p:nvPicPr>
        <p:blipFill>
          <a:blip r:embed="rId2"/>
          <a:stretch/>
        </p:blipFill>
        <p:spPr>
          <a:xfrm rot="10800000" flipH="1">
            <a:off x="1184400" y="4765320"/>
            <a:ext cx="4381560" cy="318600"/>
          </a:xfrm>
          <a:prstGeom prst="rect">
            <a:avLst/>
          </a:prstGeom>
          <a:noFill/>
          <a:ln w="0">
            <a:noFill/>
          </a:ln>
        </p:spPr>
      </p:pic>
      <p:sp>
        <p:nvSpPr>
          <p:cNvPr id="182" name="Titel 21"/>
          <p:cNvSpPr/>
          <p:nvPr/>
        </p:nvSpPr>
        <p:spPr>
          <a:xfrm>
            <a:off x="382320" y="356040"/>
            <a:ext cx="8233920" cy="758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pPr defTabSz="457200">
              <a:lnSpc>
                <a:spcPct val="100000"/>
              </a:lnSpc>
            </a:pPr>
            <a:endParaRPr lang="en-US" sz="1400" b="0" u="none" strike="noStrike" dirty="0">
              <a:solidFill>
                <a:srgbClr val="000000"/>
              </a:solidFill>
              <a:effectLst/>
              <a:uFillTx/>
              <a:latin typeface="Arial"/>
            </a:endParaRPr>
          </a:p>
        </p:txBody>
      </p:sp>
      <p:sp>
        <p:nvSpPr>
          <p:cNvPr id="2" name="PlaceHolder 2">
            <a:extLst>
              <a:ext uri="{FF2B5EF4-FFF2-40B4-BE49-F238E27FC236}">
                <a16:creationId xmlns:a16="http://schemas.microsoft.com/office/drawing/2014/main" id="{9FBACA5A-9D3D-C4B1-2212-F1DBB6F9CFE0}"/>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2E94749A-44A0-01C9-DB69-5DE5FD58B8CB}"/>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Performance check on Trees</a:t>
            </a:r>
            <a:endParaRPr lang="en-US" sz="1400" dirty="0">
              <a:solidFill>
                <a:srgbClr val="000000"/>
              </a:solidFill>
            </a:endParaRPr>
          </a:p>
        </p:txBody>
      </p:sp>
      <p:pic>
        <p:nvPicPr>
          <p:cNvPr id="4" name="Graphic 3">
            <a:extLst>
              <a:ext uri="{FF2B5EF4-FFF2-40B4-BE49-F238E27FC236}">
                <a16:creationId xmlns:a16="http://schemas.microsoft.com/office/drawing/2014/main" id="{2A9551CC-D07F-8882-6E57-81AD57459C58}"/>
              </a:ext>
            </a:extLst>
          </p:cNvPr>
          <p:cNvPicPr/>
          <p:nvPr/>
        </p:nvPicPr>
        <p:blipFill>
          <a:blip>
            <a:extLst>
              <a:ext uri="{96DAC541-7B7A-43D3-8B79-37D633B846F1}">
                <asvg:svgBlip xmlns:asvg="http://schemas.microsoft.com/office/drawing/2016/SVG/main" r:embed="rId3"/>
              </a:ext>
            </a:extLst>
          </a:blip>
          <a:stretch/>
        </p:blipFill>
        <p:spPr>
          <a:xfrm>
            <a:off x="264600" y="1203881"/>
            <a:ext cx="4299840" cy="2743200"/>
          </a:xfrm>
          <a:prstGeom prst="rect">
            <a:avLst/>
          </a:prstGeom>
          <a:noFill/>
          <a:ln w="0">
            <a:noFill/>
          </a:ln>
        </p:spPr>
      </p:pic>
      <p:pic>
        <p:nvPicPr>
          <p:cNvPr id="5" name="Graphic 4">
            <a:extLst>
              <a:ext uri="{FF2B5EF4-FFF2-40B4-BE49-F238E27FC236}">
                <a16:creationId xmlns:a16="http://schemas.microsoft.com/office/drawing/2014/main" id="{557864C0-5D5D-E6D8-7F22-F07904A20D64}"/>
              </a:ext>
            </a:extLst>
          </p:cNvPr>
          <p:cNvPicPr/>
          <p:nvPr/>
        </p:nvPicPr>
        <p:blipFill>
          <a:blip>
            <a:extLst>
              <a:ext uri="{96DAC541-7B7A-43D3-8B79-37D633B846F1}">
                <asvg:svgBlip xmlns:asvg="http://schemas.microsoft.com/office/drawing/2016/SVG/main" r:embed="rId4"/>
              </a:ext>
            </a:extLst>
          </a:blip>
          <a:stretch/>
        </p:blipFill>
        <p:spPr>
          <a:xfrm>
            <a:off x="4618160" y="1203881"/>
            <a:ext cx="4297680" cy="2743200"/>
          </a:xfrm>
          <a:prstGeom prst="rect">
            <a:avLst/>
          </a:prstGeom>
          <a:noFill/>
          <a:ln w="0">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p:cNvSpPr>
          <p:nvPr>
            <p:ph type="sldNum" idx="23"/>
          </p:nvPr>
        </p:nvSpPr>
        <p:spPr>
          <a:xfrm>
            <a:off x="7948440" y="4879080"/>
            <a:ext cx="742680" cy="204480"/>
          </a:xfrm>
          <a:prstGeom prst="rect">
            <a:avLst/>
          </a:prstGeom>
          <a:noFill/>
          <a:ln w="0">
            <a:noFill/>
          </a:ln>
        </p:spPr>
        <p:txBody>
          <a:bodyPr lIns="0" tIns="0" rIns="0" bIns="0" anchor="t">
            <a:noAutofit/>
          </a:bodyPr>
          <a:lstStyle>
            <a:lvl1pPr indent="0" algn="r" defTabSz="457200">
              <a:lnSpc>
                <a:spcPct val="100000"/>
              </a:lnSpc>
              <a:buNone/>
              <a:tabLst>
                <a:tab pos="0" algn="l"/>
              </a:tabLst>
              <a:defRPr lang="de-DE" sz="1000" b="0" u="none" strike="noStrike">
                <a:solidFill>
                  <a:srgbClr val="D8413E"/>
                </a:solidFill>
                <a:effectLst/>
                <a:uFillTx/>
                <a:latin typeface="Arial"/>
                <a:ea typeface="MS PGothic"/>
              </a:defRPr>
            </a:lvl1pPr>
          </a:lstStyle>
          <a:p>
            <a:pPr indent="0" algn="r" defTabSz="457200">
              <a:lnSpc>
                <a:spcPct val="100000"/>
              </a:lnSpc>
              <a:buNone/>
              <a:tabLst>
                <a:tab pos="0" algn="l"/>
              </a:tabLst>
            </a:pPr>
            <a:fld id="{9A581412-C7BB-489C-B4C1-B66D647A5A04}" type="slidenum">
              <a:rPr lang="de-DE" sz="1000" b="0" u="none" strike="noStrike">
                <a:solidFill>
                  <a:srgbClr val="D8413E"/>
                </a:solidFill>
                <a:effectLst/>
                <a:uFillTx/>
                <a:latin typeface="Arial"/>
                <a:ea typeface="MS PGothic"/>
              </a:rPr>
              <a:t>38</a:t>
            </a:fld>
            <a:endParaRPr lang="en-US" sz="1000" b="0" u="none" strike="noStrike">
              <a:solidFill>
                <a:srgbClr val="000000"/>
              </a:solidFill>
              <a:effectLst/>
              <a:uFillTx/>
              <a:latin typeface="Times New Roman"/>
            </a:endParaRPr>
          </a:p>
        </p:txBody>
      </p:sp>
      <p:pic>
        <p:nvPicPr>
          <p:cNvPr id="186" name="Picture 21"/>
          <p:cNvPicPr/>
          <p:nvPr/>
        </p:nvPicPr>
        <p:blipFill>
          <a:blip r:embed="rId2"/>
          <a:stretch/>
        </p:blipFill>
        <p:spPr>
          <a:xfrm rot="10800000" flipH="1">
            <a:off x="0" y="25920"/>
            <a:ext cx="4381560" cy="433080"/>
          </a:xfrm>
          <a:prstGeom prst="rect">
            <a:avLst/>
          </a:prstGeom>
          <a:noFill/>
          <a:ln w="0">
            <a:noFill/>
          </a:ln>
        </p:spPr>
      </p:pic>
      <p:pic>
        <p:nvPicPr>
          <p:cNvPr id="187" name="Picture 22"/>
          <p:cNvPicPr/>
          <p:nvPr/>
        </p:nvPicPr>
        <p:blipFill>
          <a:blip r:embed="rId2"/>
          <a:stretch/>
        </p:blipFill>
        <p:spPr>
          <a:xfrm rot="10800000" flipH="1">
            <a:off x="1184400" y="4765320"/>
            <a:ext cx="4381560" cy="318600"/>
          </a:xfrm>
          <a:prstGeom prst="rect">
            <a:avLst/>
          </a:prstGeom>
          <a:noFill/>
          <a:ln w="0">
            <a:noFill/>
          </a:ln>
        </p:spPr>
      </p:pic>
      <p:pic>
        <p:nvPicPr>
          <p:cNvPr id="190" name="Graphic 189"/>
          <p:cNvPicPr/>
          <p:nvPr/>
        </p:nvPicPr>
        <p:blipFill>
          <a:blip>
            <a:extLst>
              <a:ext uri="{96DAC541-7B7A-43D3-8B79-37D633B846F1}">
                <asvg:svgBlip xmlns:asvg="http://schemas.microsoft.com/office/drawing/2016/SVG/main" r:embed="rId3"/>
              </a:ext>
            </a:extLst>
          </a:blip>
          <a:stretch/>
        </p:blipFill>
        <p:spPr>
          <a:xfrm>
            <a:off x="4618160" y="1203881"/>
            <a:ext cx="4297680" cy="2743200"/>
          </a:xfrm>
          <a:prstGeom prst="rect">
            <a:avLst/>
          </a:prstGeom>
          <a:noFill/>
          <a:ln w="0">
            <a:noFill/>
          </a:ln>
        </p:spPr>
      </p:pic>
      <p:pic>
        <p:nvPicPr>
          <p:cNvPr id="191" name="Graphic 190"/>
          <p:cNvPicPr/>
          <p:nvPr/>
        </p:nvPicPr>
        <p:blipFill>
          <a:blip>
            <a:extLst>
              <a:ext uri="{96DAC541-7B7A-43D3-8B79-37D633B846F1}">
                <asvg:svgBlip xmlns:asvg="http://schemas.microsoft.com/office/drawing/2016/SVG/main" r:embed="rId4"/>
              </a:ext>
            </a:extLst>
          </a:blip>
          <a:stretch/>
        </p:blipFill>
        <p:spPr>
          <a:xfrm>
            <a:off x="264600" y="1203881"/>
            <a:ext cx="4297680" cy="2743200"/>
          </a:xfrm>
          <a:prstGeom prst="rect">
            <a:avLst/>
          </a:prstGeom>
          <a:noFill/>
          <a:ln w="0">
            <a:noFill/>
          </a:ln>
        </p:spPr>
      </p:pic>
      <p:sp>
        <p:nvSpPr>
          <p:cNvPr id="2" name="PlaceHolder 2">
            <a:extLst>
              <a:ext uri="{FF2B5EF4-FFF2-40B4-BE49-F238E27FC236}">
                <a16:creationId xmlns:a16="http://schemas.microsoft.com/office/drawing/2014/main" id="{2A4EA107-CCF3-0E6B-5A00-63E308452673}"/>
              </a:ext>
            </a:extLst>
          </p:cNvPr>
          <p:cNvSpPr txBox="1">
            <a:spLocks/>
          </p:cNvSpPr>
          <p:nvPr/>
        </p:nvSpPr>
        <p:spPr>
          <a:xfrm>
            <a:off x="264600" y="-136800"/>
            <a:ext cx="8233920" cy="758520"/>
          </a:xfrm>
          <a:prstGeom prst="rect">
            <a:avLst/>
          </a:prstGeom>
          <a:noFill/>
          <a:ln w="0">
            <a:noFill/>
          </a:ln>
        </p:spPr>
        <p:txBody>
          <a:bodyPr lIns="90000" tIns="45000" rIns="90000" bIns="45000" numCol="1" spcCol="0" anchor="b">
            <a:noAutofit/>
          </a:bodyPr>
          <a:lst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a:lstStyle>
          <a:p>
            <a:r>
              <a:rPr lang="de-DE">
                <a:solidFill>
                  <a:schemeClr val="dk1"/>
                </a:solidFill>
                <a:ea typeface="Arial Unicode MS"/>
              </a:rPr>
              <a:t>Objective 3</a:t>
            </a:r>
            <a:endParaRPr lang="de-DE" dirty="0">
              <a:solidFill>
                <a:schemeClr val="dk1"/>
              </a:solidFill>
              <a:latin typeface="Arial Unicode MS"/>
            </a:endParaRPr>
          </a:p>
        </p:txBody>
      </p:sp>
      <p:sp>
        <p:nvSpPr>
          <p:cNvPr id="3" name="Titel 9">
            <a:extLst>
              <a:ext uri="{FF2B5EF4-FFF2-40B4-BE49-F238E27FC236}">
                <a16:creationId xmlns:a16="http://schemas.microsoft.com/office/drawing/2014/main" id="{80F4381D-B971-51DD-7B9F-F4091DCF8F72}"/>
              </a:ext>
            </a:extLst>
          </p:cNvPr>
          <p:cNvSpPr/>
          <p:nvPr/>
        </p:nvSpPr>
        <p:spPr>
          <a:xfrm>
            <a:off x="382320" y="356040"/>
            <a:ext cx="8233920" cy="517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b">
            <a:noAutofit/>
          </a:bodyPr>
          <a:lstStyle/>
          <a:p>
            <a:r>
              <a:rPr lang="en-GB" sz="1400" cap="all" dirty="0">
                <a:solidFill>
                  <a:schemeClr val="dk1"/>
                </a:solidFill>
                <a:latin typeface="Arial Unicode MS"/>
                <a:ea typeface="Arial Unicode MS"/>
              </a:rPr>
              <a:t>Performance check on Networks</a:t>
            </a:r>
            <a:endParaRPr lang="en-US" sz="1400" dirty="0">
              <a:solidFill>
                <a:srgbClr val="000000"/>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365125" y="2295525"/>
            <a:ext cx="7985125" cy="561975"/>
          </a:xfrm>
        </p:spPr>
        <p:txBody>
          <a:bodyPr/>
          <a:lstStyle/>
          <a:p>
            <a:pPr eaLnBrk="1" fontAlgn="auto" hangingPunct="1">
              <a:spcAft>
                <a:spcPts val="0"/>
              </a:spcAft>
              <a:defRPr/>
            </a:pPr>
            <a:r>
              <a:rPr lang="de-DE" dirty="0">
                <a:ea typeface="+mj-ea"/>
              </a:rPr>
              <a:t>Bieren Dank!</a:t>
            </a:r>
            <a:br>
              <a:rPr lang="de-DE" dirty="0">
                <a:ea typeface="+mj-ea"/>
              </a:rPr>
            </a:br>
            <a:r>
              <a:rPr lang="de-DE" sz="1600" dirty="0">
                <a:ea typeface="+mj-ea"/>
              </a:rPr>
              <a:t>(und prost)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F7F4B-CCB9-1D2D-C03A-36409C348ECF}"/>
              </a:ext>
            </a:extLst>
          </p:cNvPr>
          <p:cNvSpPr txBox="1">
            <a:spLocks noGrp="1"/>
          </p:cNvSpPr>
          <p:nvPr>
            <p:ph type="title" idx="4294967295"/>
          </p:nvPr>
        </p:nvSpPr>
        <p:spPr>
          <a:xfrm>
            <a:off x="457315" y="178291"/>
            <a:ext cx="8228475" cy="858473"/>
          </a:xfrm>
        </p:spPr>
        <p:txBody>
          <a:bodyPr vert="horz"/>
          <a:lstStyle/>
          <a:p>
            <a:pPr lvl="0" rtl="0"/>
            <a:r>
              <a:rPr lang="en-US"/>
              <a:t>Pulling up</a:t>
            </a:r>
          </a:p>
        </p:txBody>
      </p:sp>
      <p:sp>
        <p:nvSpPr>
          <p:cNvPr id="3" name="Subtitle 2">
            <a:extLst>
              <a:ext uri="{FF2B5EF4-FFF2-40B4-BE49-F238E27FC236}">
                <a16:creationId xmlns:a16="http://schemas.microsoft.com/office/drawing/2014/main" id="{C81BA4F4-49A6-A6A3-0E78-F3B793D0341F}"/>
              </a:ext>
            </a:extLst>
          </p:cNvPr>
          <p:cNvSpPr txBox="1">
            <a:spLocks noGrp="1"/>
          </p:cNvSpPr>
          <p:nvPr>
            <p:ph type="subTitle" idx="4294967295"/>
          </p:nvPr>
        </p:nvSpPr>
        <p:spPr/>
        <p:txBody>
          <a:bodyPr vert="horz" anchor="ctr"/>
          <a:lstStyle/>
          <a:p>
            <a:pPr algn="ctr" rtl="0"/>
            <a:endParaRPr lang="en-US"/>
          </a:p>
        </p:txBody>
      </p:sp>
      <p:pic>
        <p:nvPicPr>
          <p:cNvPr id="4" name="">
            <a:extLst>
              <a:ext uri="{FF2B5EF4-FFF2-40B4-BE49-F238E27FC236}">
                <a16:creationId xmlns:a16="http://schemas.microsoft.com/office/drawing/2014/main" id="{0B97CF05-F5B3-6B66-E087-3D0B468CEC22}"/>
              </a:ext>
            </a:extLst>
          </p:cNvPr>
          <p:cNvPicPr>
            <a:picLocks noChangeAspect="1"/>
          </p:cNvPicPr>
          <p:nvPr/>
        </p:nvPicPr>
        <p:blipFill>
          <a:blip r:embed="rId3">
            <a:lum/>
            <a:alphaModFix/>
          </a:blip>
          <a:srcRect/>
          <a:stretch>
            <a:fillRect/>
          </a:stretch>
        </p:blipFill>
        <p:spPr>
          <a:xfrm>
            <a:off x="829572" y="930311"/>
            <a:ext cx="6873335" cy="4046154"/>
          </a:xfrm>
          <a:prstGeom prst="rect">
            <a:avLst/>
          </a:prstGeom>
          <a:noFill/>
          <a:ln>
            <a:noFill/>
          </a:ln>
        </p:spPr>
      </p:pic>
      <p:sp>
        <p:nvSpPr>
          <p:cNvPr id="5" name="Freeform 4">
            <a:extLst>
              <a:ext uri="{FF2B5EF4-FFF2-40B4-BE49-F238E27FC236}">
                <a16:creationId xmlns:a16="http://schemas.microsoft.com/office/drawing/2014/main" id="{EA30D5E4-DFDC-E1AB-C5A6-12F6EBEC81BB}"/>
              </a:ext>
            </a:extLst>
          </p:cNvPr>
          <p:cNvSpPr/>
          <p:nvPr/>
        </p:nvSpPr>
        <p:spPr>
          <a:xfrm>
            <a:off x="5948082" y="4078482"/>
            <a:ext cx="207353" cy="166535"/>
          </a:xfrm>
          <a:custGeom>
            <a:avLst/>
            <a:gdLst>
              <a:gd name="f0" fmla="val 10800000"/>
              <a:gd name="f1" fmla="val 5400000"/>
              <a:gd name="f2" fmla="val 180"/>
              <a:gd name="f3" fmla="val w"/>
              <a:gd name="f4" fmla="val h"/>
              <a:gd name="f5" fmla="*/ 5419351 1 1725033"/>
              <a:gd name="f6" fmla="*/ 10800 10800 1"/>
              <a:gd name="f7" fmla="+- 0 0 0"/>
              <a:gd name="f8" fmla="+- 0 0 360"/>
              <a:gd name="f9" fmla="val 10800"/>
              <a:gd name="f10" fmla="*/ f3 1 21600"/>
              <a:gd name="f11" fmla="*/ f4 1 21600"/>
              <a:gd name="f12" fmla="*/ 0 f5 1"/>
              <a:gd name="f13" fmla="*/ f7 f0 1"/>
              <a:gd name="f14" fmla="*/ f8 f0 1"/>
              <a:gd name="f15" fmla="*/ 3163 f10 1"/>
              <a:gd name="f16" fmla="*/ 18437 f10 1"/>
              <a:gd name="f17" fmla="*/ 18437 f11 1"/>
              <a:gd name="f18" fmla="*/ 3163 f11 1"/>
              <a:gd name="f19" fmla="*/ f12 1 f2"/>
              <a:gd name="f20" fmla="*/ f13 1 f2"/>
              <a:gd name="f21" fmla="*/ f14 1 f2"/>
              <a:gd name="f22" fmla="*/ 10800 f10 1"/>
              <a:gd name="f23" fmla="*/ 0 f11 1"/>
              <a:gd name="f24" fmla="*/ 0 f10 1"/>
              <a:gd name="f25" fmla="*/ 10800 f11 1"/>
              <a:gd name="f26" fmla="*/ 21600 f11 1"/>
              <a:gd name="f27" fmla="*/ 21600 f10 1"/>
              <a:gd name="f28" fmla="+- 0 0 f19"/>
              <a:gd name="f29" fmla="+- f20 0 f1"/>
              <a:gd name="f30" fmla="+- f21 0 f1"/>
              <a:gd name="f31" fmla="*/ f28 f0 1"/>
              <a:gd name="f32" fmla="+- f30 0 f29"/>
              <a:gd name="f33" fmla="*/ f31 1 f5"/>
              <a:gd name="f34" fmla="+- f33 0 f1"/>
              <a:gd name="f35" fmla="cos 1 f34"/>
              <a:gd name="f36" fmla="sin 1 f34"/>
              <a:gd name="f37" fmla="+- 0 0 f35"/>
              <a:gd name="f38" fmla="+- 0 0 f36"/>
              <a:gd name="f39" fmla="*/ 10800 f37 1"/>
              <a:gd name="f40" fmla="*/ 10800 f38 1"/>
              <a:gd name="f41" fmla="*/ f39 f39 1"/>
              <a:gd name="f42" fmla="*/ f40 f40 1"/>
              <a:gd name="f43" fmla="+- f41 f42 0"/>
              <a:gd name="f44" fmla="sqrt f43"/>
              <a:gd name="f45" fmla="*/ f6 1 f44"/>
              <a:gd name="f46" fmla="*/ f37 f45 1"/>
              <a:gd name="f47" fmla="*/ f38 f45 1"/>
              <a:gd name="f48" fmla="+- 10800 0 f46"/>
              <a:gd name="f49" fmla="+- 10800 0 f47"/>
            </a:gdLst>
            <a:ahLst/>
            <a:cxnLst>
              <a:cxn ang="3cd4">
                <a:pos x="hc" y="t"/>
              </a:cxn>
              <a:cxn ang="0">
                <a:pos x="r" y="vc"/>
              </a:cxn>
              <a:cxn ang="cd4">
                <a:pos x="hc" y="b"/>
              </a:cxn>
              <a:cxn ang="cd2">
                <a:pos x="l" y="vc"/>
              </a:cxn>
              <a:cxn ang="f29">
                <a:pos x="f22" y="f23"/>
              </a:cxn>
              <a:cxn ang="f29">
                <a:pos x="f15" y="f18"/>
              </a:cxn>
              <a:cxn ang="f29">
                <a:pos x="f24" y="f25"/>
              </a:cxn>
              <a:cxn ang="f29">
                <a:pos x="f15" y="f17"/>
              </a:cxn>
              <a:cxn ang="f29">
                <a:pos x="f22" y="f26"/>
              </a:cxn>
              <a:cxn ang="f29">
                <a:pos x="f16" y="f17"/>
              </a:cxn>
              <a:cxn ang="f29">
                <a:pos x="f27" y="f25"/>
              </a:cxn>
              <a:cxn ang="f29">
                <a:pos x="f16" y="f18"/>
              </a:cxn>
            </a:cxnLst>
            <a:rect l="f15" t="f18" r="f16" b="f17"/>
            <a:pathLst>
              <a:path w="21600" h="21600">
                <a:moveTo>
                  <a:pt x="f48" y="f49"/>
                </a:moveTo>
                <a:arcTo wR="f9" hR="f9" stAng="f29" swAng="f32"/>
                <a:close/>
              </a:path>
            </a:pathLst>
          </a:custGeom>
          <a:noFill/>
          <a:ln w="18360">
            <a:solidFill>
              <a:srgbClr val="FF4000"/>
            </a:solidFill>
            <a:prstDash val="solid"/>
          </a:ln>
        </p:spPr>
        <p:txBody>
          <a:bodyPr wrap="square" lIns="81635" tIns="40817" rIns="81635" bIns="40817" anchor="ctr" anchorCtr="0" compatLnSpc="0">
            <a:noAutofit/>
          </a:bodyPr>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6" name="Freeform 5">
            <a:extLst>
              <a:ext uri="{FF2B5EF4-FFF2-40B4-BE49-F238E27FC236}">
                <a16:creationId xmlns:a16="http://schemas.microsoft.com/office/drawing/2014/main" id="{B3C45DE0-ED7E-BC90-DE57-EB839CF3175F}"/>
              </a:ext>
            </a:extLst>
          </p:cNvPr>
          <p:cNvSpPr/>
          <p:nvPr/>
        </p:nvSpPr>
        <p:spPr>
          <a:xfrm>
            <a:off x="6503526" y="4241752"/>
            <a:ext cx="207353" cy="166535"/>
          </a:xfrm>
          <a:custGeom>
            <a:avLst/>
            <a:gdLst>
              <a:gd name="f0" fmla="val 10800000"/>
              <a:gd name="f1" fmla="val 5400000"/>
              <a:gd name="f2" fmla="val 180"/>
              <a:gd name="f3" fmla="val w"/>
              <a:gd name="f4" fmla="val h"/>
              <a:gd name="f5" fmla="*/ 5419351 1 1725033"/>
              <a:gd name="f6" fmla="*/ 10800 10800 1"/>
              <a:gd name="f7" fmla="+- 0 0 0"/>
              <a:gd name="f8" fmla="+- 0 0 360"/>
              <a:gd name="f9" fmla="val 10800"/>
              <a:gd name="f10" fmla="*/ f3 1 21600"/>
              <a:gd name="f11" fmla="*/ f4 1 21600"/>
              <a:gd name="f12" fmla="*/ 0 f5 1"/>
              <a:gd name="f13" fmla="*/ f7 f0 1"/>
              <a:gd name="f14" fmla="*/ f8 f0 1"/>
              <a:gd name="f15" fmla="*/ 3163 f10 1"/>
              <a:gd name="f16" fmla="*/ 18437 f10 1"/>
              <a:gd name="f17" fmla="*/ 18437 f11 1"/>
              <a:gd name="f18" fmla="*/ 3163 f11 1"/>
              <a:gd name="f19" fmla="*/ f12 1 f2"/>
              <a:gd name="f20" fmla="*/ f13 1 f2"/>
              <a:gd name="f21" fmla="*/ f14 1 f2"/>
              <a:gd name="f22" fmla="*/ 10800 f10 1"/>
              <a:gd name="f23" fmla="*/ 0 f11 1"/>
              <a:gd name="f24" fmla="*/ 0 f10 1"/>
              <a:gd name="f25" fmla="*/ 10800 f11 1"/>
              <a:gd name="f26" fmla="*/ 21600 f11 1"/>
              <a:gd name="f27" fmla="*/ 21600 f10 1"/>
              <a:gd name="f28" fmla="+- 0 0 f19"/>
              <a:gd name="f29" fmla="+- f20 0 f1"/>
              <a:gd name="f30" fmla="+- f21 0 f1"/>
              <a:gd name="f31" fmla="*/ f28 f0 1"/>
              <a:gd name="f32" fmla="+- f30 0 f29"/>
              <a:gd name="f33" fmla="*/ f31 1 f5"/>
              <a:gd name="f34" fmla="+- f33 0 f1"/>
              <a:gd name="f35" fmla="cos 1 f34"/>
              <a:gd name="f36" fmla="sin 1 f34"/>
              <a:gd name="f37" fmla="+- 0 0 f35"/>
              <a:gd name="f38" fmla="+- 0 0 f36"/>
              <a:gd name="f39" fmla="*/ 10800 f37 1"/>
              <a:gd name="f40" fmla="*/ 10800 f38 1"/>
              <a:gd name="f41" fmla="*/ f39 f39 1"/>
              <a:gd name="f42" fmla="*/ f40 f40 1"/>
              <a:gd name="f43" fmla="+- f41 f42 0"/>
              <a:gd name="f44" fmla="sqrt f43"/>
              <a:gd name="f45" fmla="*/ f6 1 f44"/>
              <a:gd name="f46" fmla="*/ f37 f45 1"/>
              <a:gd name="f47" fmla="*/ f38 f45 1"/>
              <a:gd name="f48" fmla="+- 10800 0 f46"/>
              <a:gd name="f49" fmla="+- 10800 0 f47"/>
            </a:gdLst>
            <a:ahLst/>
            <a:cxnLst>
              <a:cxn ang="3cd4">
                <a:pos x="hc" y="t"/>
              </a:cxn>
              <a:cxn ang="0">
                <a:pos x="r" y="vc"/>
              </a:cxn>
              <a:cxn ang="cd4">
                <a:pos x="hc" y="b"/>
              </a:cxn>
              <a:cxn ang="cd2">
                <a:pos x="l" y="vc"/>
              </a:cxn>
              <a:cxn ang="f29">
                <a:pos x="f22" y="f23"/>
              </a:cxn>
              <a:cxn ang="f29">
                <a:pos x="f15" y="f18"/>
              </a:cxn>
              <a:cxn ang="f29">
                <a:pos x="f24" y="f25"/>
              </a:cxn>
              <a:cxn ang="f29">
                <a:pos x="f15" y="f17"/>
              </a:cxn>
              <a:cxn ang="f29">
                <a:pos x="f22" y="f26"/>
              </a:cxn>
              <a:cxn ang="f29">
                <a:pos x="f16" y="f17"/>
              </a:cxn>
              <a:cxn ang="f29">
                <a:pos x="f27" y="f25"/>
              </a:cxn>
              <a:cxn ang="f29">
                <a:pos x="f16" y="f18"/>
              </a:cxn>
            </a:cxnLst>
            <a:rect l="f15" t="f18" r="f16" b="f17"/>
            <a:pathLst>
              <a:path w="21600" h="21600">
                <a:moveTo>
                  <a:pt x="f48" y="f49"/>
                </a:moveTo>
                <a:arcTo wR="f9" hR="f9" stAng="f29" swAng="f32"/>
                <a:close/>
              </a:path>
            </a:pathLst>
          </a:custGeom>
          <a:noFill/>
          <a:ln w="18360">
            <a:solidFill>
              <a:srgbClr val="FF4000"/>
            </a:solidFill>
            <a:prstDash val="solid"/>
          </a:ln>
        </p:spPr>
        <p:txBody>
          <a:bodyPr wrap="square" lIns="81635" tIns="40817" rIns="81635" bIns="40817" anchor="ctr" anchorCtr="0" compatLnSpc="0">
            <a:noAutofit/>
          </a:bodyPr>
          <a:lstStyle/>
          <a:p>
            <a:pPr>
              <a:spcBef>
                <a:spcPts val="0"/>
              </a:spcBef>
              <a:spcAft>
                <a:spcPts val="0"/>
              </a:spcAft>
            </a:pPr>
            <a:endParaRPr lang="en-US" sz="1633">
              <a:latin typeface="Liberation Sans" pitchFamily="18"/>
              <a:ea typeface="Microsoft YaHei" pitchFamily="2"/>
              <a:cs typeface="Lucida Sans" pitchFamily="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754B-0E88-022B-D66E-CADB4843B33F}"/>
              </a:ext>
            </a:extLst>
          </p:cNvPr>
          <p:cNvSpPr txBox="1">
            <a:spLocks noGrp="1"/>
          </p:cNvSpPr>
          <p:nvPr>
            <p:ph type="title" idx="4294967295"/>
          </p:nvPr>
        </p:nvSpPr>
        <p:spPr/>
        <p:txBody>
          <a:bodyPr vert="horz"/>
          <a:lstStyle/>
          <a:p>
            <a:pPr lvl="0" rtl="0"/>
            <a:r>
              <a:rPr lang="en-US"/>
              <a:t>Pulling down</a:t>
            </a:r>
          </a:p>
        </p:txBody>
      </p:sp>
      <p:pic>
        <p:nvPicPr>
          <p:cNvPr id="3" name="">
            <a:extLst>
              <a:ext uri="{FF2B5EF4-FFF2-40B4-BE49-F238E27FC236}">
                <a16:creationId xmlns:a16="http://schemas.microsoft.com/office/drawing/2014/main" id="{0D7FFCF0-333E-2D45-52BD-9D7B61485F8F}"/>
              </a:ext>
            </a:extLst>
          </p:cNvPr>
          <p:cNvPicPr>
            <a:picLocks noGrp="1" noChangeAspect="1"/>
          </p:cNvPicPr>
          <p:nvPr>
            <p:ph type="pic" idx="4294967295"/>
          </p:nvPr>
        </p:nvPicPr>
        <p:blipFill>
          <a:blip r:embed="rId3">
            <a:lum/>
            <a:alphaModFix/>
          </a:blip>
          <a:srcRect/>
          <a:stretch>
            <a:fillRect/>
          </a:stretch>
        </p:blipFill>
        <p:spPr>
          <a:xfrm>
            <a:off x="1266155" y="997904"/>
            <a:ext cx="6406057" cy="3771208"/>
          </a:xfrm>
        </p:spPr>
      </p:pic>
      <p:sp>
        <p:nvSpPr>
          <p:cNvPr id="4" name="Freeform 3">
            <a:extLst>
              <a:ext uri="{FF2B5EF4-FFF2-40B4-BE49-F238E27FC236}">
                <a16:creationId xmlns:a16="http://schemas.microsoft.com/office/drawing/2014/main" id="{6C3062EF-F6F2-CF7F-4F7A-B3B64194AFBC}"/>
              </a:ext>
            </a:extLst>
          </p:cNvPr>
          <p:cNvSpPr/>
          <p:nvPr/>
        </p:nvSpPr>
        <p:spPr>
          <a:xfrm>
            <a:off x="6013716" y="3915212"/>
            <a:ext cx="207353" cy="166535"/>
          </a:xfrm>
          <a:custGeom>
            <a:avLst/>
            <a:gdLst>
              <a:gd name="f0" fmla="val 10800000"/>
              <a:gd name="f1" fmla="val 5400000"/>
              <a:gd name="f2" fmla="val 180"/>
              <a:gd name="f3" fmla="val w"/>
              <a:gd name="f4" fmla="val h"/>
              <a:gd name="f5" fmla="*/ 5419351 1 1725033"/>
              <a:gd name="f6" fmla="*/ 10800 10800 1"/>
              <a:gd name="f7" fmla="+- 0 0 0"/>
              <a:gd name="f8" fmla="+- 0 0 360"/>
              <a:gd name="f9" fmla="val 10800"/>
              <a:gd name="f10" fmla="*/ f3 1 21600"/>
              <a:gd name="f11" fmla="*/ f4 1 21600"/>
              <a:gd name="f12" fmla="*/ 0 f5 1"/>
              <a:gd name="f13" fmla="*/ f7 f0 1"/>
              <a:gd name="f14" fmla="*/ f8 f0 1"/>
              <a:gd name="f15" fmla="*/ 3163 f10 1"/>
              <a:gd name="f16" fmla="*/ 18437 f10 1"/>
              <a:gd name="f17" fmla="*/ 18437 f11 1"/>
              <a:gd name="f18" fmla="*/ 3163 f11 1"/>
              <a:gd name="f19" fmla="*/ f12 1 f2"/>
              <a:gd name="f20" fmla="*/ f13 1 f2"/>
              <a:gd name="f21" fmla="*/ f14 1 f2"/>
              <a:gd name="f22" fmla="*/ 10800 f10 1"/>
              <a:gd name="f23" fmla="*/ 0 f11 1"/>
              <a:gd name="f24" fmla="*/ 0 f10 1"/>
              <a:gd name="f25" fmla="*/ 10800 f11 1"/>
              <a:gd name="f26" fmla="*/ 21600 f11 1"/>
              <a:gd name="f27" fmla="*/ 21600 f10 1"/>
              <a:gd name="f28" fmla="+- 0 0 f19"/>
              <a:gd name="f29" fmla="+- f20 0 f1"/>
              <a:gd name="f30" fmla="+- f21 0 f1"/>
              <a:gd name="f31" fmla="*/ f28 f0 1"/>
              <a:gd name="f32" fmla="+- f30 0 f29"/>
              <a:gd name="f33" fmla="*/ f31 1 f5"/>
              <a:gd name="f34" fmla="+- f33 0 f1"/>
              <a:gd name="f35" fmla="cos 1 f34"/>
              <a:gd name="f36" fmla="sin 1 f34"/>
              <a:gd name="f37" fmla="+- 0 0 f35"/>
              <a:gd name="f38" fmla="+- 0 0 f36"/>
              <a:gd name="f39" fmla="*/ 10800 f37 1"/>
              <a:gd name="f40" fmla="*/ 10800 f38 1"/>
              <a:gd name="f41" fmla="*/ f39 f39 1"/>
              <a:gd name="f42" fmla="*/ f40 f40 1"/>
              <a:gd name="f43" fmla="+- f41 f42 0"/>
              <a:gd name="f44" fmla="sqrt f43"/>
              <a:gd name="f45" fmla="*/ f6 1 f44"/>
              <a:gd name="f46" fmla="*/ f37 f45 1"/>
              <a:gd name="f47" fmla="*/ f38 f45 1"/>
              <a:gd name="f48" fmla="+- 10800 0 f46"/>
              <a:gd name="f49" fmla="+- 10800 0 f47"/>
            </a:gdLst>
            <a:ahLst/>
            <a:cxnLst>
              <a:cxn ang="3cd4">
                <a:pos x="hc" y="t"/>
              </a:cxn>
              <a:cxn ang="0">
                <a:pos x="r" y="vc"/>
              </a:cxn>
              <a:cxn ang="cd4">
                <a:pos x="hc" y="b"/>
              </a:cxn>
              <a:cxn ang="cd2">
                <a:pos x="l" y="vc"/>
              </a:cxn>
              <a:cxn ang="f29">
                <a:pos x="f22" y="f23"/>
              </a:cxn>
              <a:cxn ang="f29">
                <a:pos x="f15" y="f18"/>
              </a:cxn>
              <a:cxn ang="f29">
                <a:pos x="f24" y="f25"/>
              </a:cxn>
              <a:cxn ang="f29">
                <a:pos x="f15" y="f17"/>
              </a:cxn>
              <a:cxn ang="f29">
                <a:pos x="f22" y="f26"/>
              </a:cxn>
              <a:cxn ang="f29">
                <a:pos x="f16" y="f17"/>
              </a:cxn>
              <a:cxn ang="f29">
                <a:pos x="f27" y="f25"/>
              </a:cxn>
              <a:cxn ang="f29">
                <a:pos x="f16" y="f18"/>
              </a:cxn>
            </a:cxnLst>
            <a:rect l="f15" t="f18" r="f16" b="f17"/>
            <a:pathLst>
              <a:path w="21600" h="21600">
                <a:moveTo>
                  <a:pt x="f48" y="f49"/>
                </a:moveTo>
                <a:arcTo wR="f9" hR="f9" stAng="f29" swAng="f32"/>
                <a:close/>
              </a:path>
            </a:pathLst>
          </a:custGeom>
          <a:noFill/>
          <a:ln w="18360">
            <a:solidFill>
              <a:srgbClr val="FF4000"/>
            </a:solidFill>
            <a:prstDash val="solid"/>
          </a:ln>
        </p:spPr>
        <p:txBody>
          <a:bodyPr wrap="square" lIns="81635" tIns="40817" rIns="81635" bIns="40817" anchor="ctr" anchorCtr="0" compatLnSpc="0">
            <a:noAutofit/>
          </a:bodyPr>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5" name="Freeform 4">
            <a:extLst>
              <a:ext uri="{FF2B5EF4-FFF2-40B4-BE49-F238E27FC236}">
                <a16:creationId xmlns:a16="http://schemas.microsoft.com/office/drawing/2014/main" id="{022CA5EA-D365-0867-B8AB-CD3A3D86ED26}"/>
              </a:ext>
            </a:extLst>
          </p:cNvPr>
          <p:cNvSpPr/>
          <p:nvPr/>
        </p:nvSpPr>
        <p:spPr>
          <a:xfrm>
            <a:off x="6536180" y="4078482"/>
            <a:ext cx="207353" cy="166535"/>
          </a:xfrm>
          <a:custGeom>
            <a:avLst/>
            <a:gdLst>
              <a:gd name="f0" fmla="val 10800000"/>
              <a:gd name="f1" fmla="val 5400000"/>
              <a:gd name="f2" fmla="val 180"/>
              <a:gd name="f3" fmla="val w"/>
              <a:gd name="f4" fmla="val h"/>
              <a:gd name="f5" fmla="*/ 5419351 1 1725033"/>
              <a:gd name="f6" fmla="*/ 10800 10800 1"/>
              <a:gd name="f7" fmla="+- 0 0 0"/>
              <a:gd name="f8" fmla="+- 0 0 360"/>
              <a:gd name="f9" fmla="val 10800"/>
              <a:gd name="f10" fmla="*/ f3 1 21600"/>
              <a:gd name="f11" fmla="*/ f4 1 21600"/>
              <a:gd name="f12" fmla="*/ 0 f5 1"/>
              <a:gd name="f13" fmla="*/ f7 f0 1"/>
              <a:gd name="f14" fmla="*/ f8 f0 1"/>
              <a:gd name="f15" fmla="*/ 3163 f10 1"/>
              <a:gd name="f16" fmla="*/ 18437 f10 1"/>
              <a:gd name="f17" fmla="*/ 18437 f11 1"/>
              <a:gd name="f18" fmla="*/ 3163 f11 1"/>
              <a:gd name="f19" fmla="*/ f12 1 f2"/>
              <a:gd name="f20" fmla="*/ f13 1 f2"/>
              <a:gd name="f21" fmla="*/ f14 1 f2"/>
              <a:gd name="f22" fmla="*/ 10800 f10 1"/>
              <a:gd name="f23" fmla="*/ 0 f11 1"/>
              <a:gd name="f24" fmla="*/ 0 f10 1"/>
              <a:gd name="f25" fmla="*/ 10800 f11 1"/>
              <a:gd name="f26" fmla="*/ 21600 f11 1"/>
              <a:gd name="f27" fmla="*/ 21600 f10 1"/>
              <a:gd name="f28" fmla="+- 0 0 f19"/>
              <a:gd name="f29" fmla="+- f20 0 f1"/>
              <a:gd name="f30" fmla="+- f21 0 f1"/>
              <a:gd name="f31" fmla="*/ f28 f0 1"/>
              <a:gd name="f32" fmla="+- f30 0 f29"/>
              <a:gd name="f33" fmla="*/ f31 1 f5"/>
              <a:gd name="f34" fmla="+- f33 0 f1"/>
              <a:gd name="f35" fmla="cos 1 f34"/>
              <a:gd name="f36" fmla="sin 1 f34"/>
              <a:gd name="f37" fmla="+- 0 0 f35"/>
              <a:gd name="f38" fmla="+- 0 0 f36"/>
              <a:gd name="f39" fmla="*/ 10800 f37 1"/>
              <a:gd name="f40" fmla="*/ 10800 f38 1"/>
              <a:gd name="f41" fmla="*/ f39 f39 1"/>
              <a:gd name="f42" fmla="*/ f40 f40 1"/>
              <a:gd name="f43" fmla="+- f41 f42 0"/>
              <a:gd name="f44" fmla="sqrt f43"/>
              <a:gd name="f45" fmla="*/ f6 1 f44"/>
              <a:gd name="f46" fmla="*/ f37 f45 1"/>
              <a:gd name="f47" fmla="*/ f38 f45 1"/>
              <a:gd name="f48" fmla="+- 10800 0 f46"/>
              <a:gd name="f49" fmla="+- 10800 0 f47"/>
            </a:gdLst>
            <a:ahLst/>
            <a:cxnLst>
              <a:cxn ang="3cd4">
                <a:pos x="hc" y="t"/>
              </a:cxn>
              <a:cxn ang="0">
                <a:pos x="r" y="vc"/>
              </a:cxn>
              <a:cxn ang="cd4">
                <a:pos x="hc" y="b"/>
              </a:cxn>
              <a:cxn ang="cd2">
                <a:pos x="l" y="vc"/>
              </a:cxn>
              <a:cxn ang="f29">
                <a:pos x="f22" y="f23"/>
              </a:cxn>
              <a:cxn ang="f29">
                <a:pos x="f15" y="f18"/>
              </a:cxn>
              <a:cxn ang="f29">
                <a:pos x="f24" y="f25"/>
              </a:cxn>
              <a:cxn ang="f29">
                <a:pos x="f15" y="f17"/>
              </a:cxn>
              <a:cxn ang="f29">
                <a:pos x="f22" y="f26"/>
              </a:cxn>
              <a:cxn ang="f29">
                <a:pos x="f16" y="f17"/>
              </a:cxn>
              <a:cxn ang="f29">
                <a:pos x="f27" y="f25"/>
              </a:cxn>
              <a:cxn ang="f29">
                <a:pos x="f16" y="f18"/>
              </a:cxn>
            </a:cxnLst>
            <a:rect l="f15" t="f18" r="f16" b="f17"/>
            <a:pathLst>
              <a:path w="21600" h="21600">
                <a:moveTo>
                  <a:pt x="f48" y="f49"/>
                </a:moveTo>
                <a:arcTo wR="f9" hR="f9" stAng="f29" swAng="f32"/>
                <a:close/>
              </a:path>
            </a:pathLst>
          </a:custGeom>
          <a:noFill/>
          <a:ln w="18360">
            <a:solidFill>
              <a:srgbClr val="FF4000"/>
            </a:solidFill>
            <a:prstDash val="solid"/>
          </a:ln>
        </p:spPr>
        <p:txBody>
          <a:bodyPr wrap="square" lIns="81635" tIns="40817" rIns="81635" bIns="40817" anchor="ctr" anchorCtr="0" compatLnSpc="0">
            <a:noAutofit/>
          </a:bodyPr>
          <a:lstStyle/>
          <a:p>
            <a:pPr>
              <a:spcBef>
                <a:spcPts val="0"/>
              </a:spcBef>
              <a:spcAft>
                <a:spcPts val="0"/>
              </a:spcAft>
            </a:pPr>
            <a:endParaRPr lang="en-US" sz="1633">
              <a:latin typeface="Liberation Sans" pitchFamily="18"/>
              <a:ea typeface="Microsoft YaHei" pitchFamily="2"/>
              <a:cs typeface="Lucida Sans" pitchFamily="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9027C-A61E-1ED7-630B-244B904B7425}"/>
              </a:ext>
            </a:extLst>
          </p:cNvPr>
          <p:cNvSpPr txBox="1">
            <a:spLocks noGrp="1"/>
          </p:cNvSpPr>
          <p:nvPr>
            <p:ph type="title" idx="4294967295"/>
          </p:nvPr>
        </p:nvSpPr>
        <p:spPr/>
        <p:txBody>
          <a:bodyPr vert="horz"/>
          <a:lstStyle/>
          <a:p>
            <a:pPr lvl="0" rtl="0"/>
            <a:r>
              <a:rPr lang="en-US"/>
              <a:t>Remove redundant nodes</a:t>
            </a:r>
          </a:p>
        </p:txBody>
      </p:sp>
      <p:pic>
        <p:nvPicPr>
          <p:cNvPr id="3" name="">
            <a:extLst>
              <a:ext uri="{FF2B5EF4-FFF2-40B4-BE49-F238E27FC236}">
                <a16:creationId xmlns:a16="http://schemas.microsoft.com/office/drawing/2014/main" id="{3A5CA106-AA6C-4D2A-20DD-EE4BA8EE62D1}"/>
              </a:ext>
            </a:extLst>
          </p:cNvPr>
          <p:cNvPicPr>
            <a:picLocks noGrp="1" noChangeAspect="1"/>
          </p:cNvPicPr>
          <p:nvPr>
            <p:ph type="pic" idx="4294967295"/>
          </p:nvPr>
        </p:nvPicPr>
        <p:blipFill>
          <a:blip r:embed="rId3">
            <a:lum/>
            <a:alphaModFix/>
          </a:blip>
          <a:srcRect/>
          <a:stretch>
            <a:fillRect/>
          </a:stretch>
        </p:blipFill>
        <p:spPr>
          <a:xfrm>
            <a:off x="2695746" y="1063541"/>
            <a:ext cx="3399605" cy="3850229"/>
          </a:xfr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41EEA-1BAE-0464-70D8-11CFF67724A5}"/>
              </a:ext>
            </a:extLst>
          </p:cNvPr>
          <p:cNvSpPr txBox="1">
            <a:spLocks noGrp="1"/>
          </p:cNvSpPr>
          <p:nvPr>
            <p:ph type="title" idx="4294967295"/>
          </p:nvPr>
        </p:nvSpPr>
        <p:spPr/>
        <p:txBody>
          <a:bodyPr vert="horz"/>
          <a:lstStyle/>
          <a:p>
            <a:pPr lvl="0" rtl="0"/>
            <a:r>
              <a:rPr lang="en-US"/>
              <a:t>Solution: greedy search</a:t>
            </a:r>
          </a:p>
        </p:txBody>
      </p:sp>
      <p:pic>
        <p:nvPicPr>
          <p:cNvPr id="3" name="">
            <a:extLst>
              <a:ext uri="{FF2B5EF4-FFF2-40B4-BE49-F238E27FC236}">
                <a16:creationId xmlns:a16="http://schemas.microsoft.com/office/drawing/2014/main" id="{0E09BEDB-FC62-5F37-7233-C4D8F834F62C}"/>
              </a:ext>
            </a:extLst>
          </p:cNvPr>
          <p:cNvPicPr>
            <a:picLocks noChangeAspect="1"/>
          </p:cNvPicPr>
          <p:nvPr/>
        </p:nvPicPr>
        <p:blipFill>
          <a:blip r:embed="rId3">
            <a:lum/>
            <a:alphaModFix/>
          </a:blip>
          <a:srcRect/>
          <a:stretch>
            <a:fillRect/>
          </a:stretch>
        </p:blipFill>
        <p:spPr>
          <a:xfrm>
            <a:off x="161" y="1036764"/>
            <a:ext cx="1914828" cy="2073527"/>
          </a:xfrm>
          <a:prstGeom prst="rect">
            <a:avLst/>
          </a:prstGeom>
          <a:noFill/>
          <a:ln>
            <a:noFill/>
          </a:ln>
        </p:spPr>
      </p:pic>
      <p:pic>
        <p:nvPicPr>
          <p:cNvPr id="4" name="">
            <a:extLst>
              <a:ext uri="{FF2B5EF4-FFF2-40B4-BE49-F238E27FC236}">
                <a16:creationId xmlns:a16="http://schemas.microsoft.com/office/drawing/2014/main" id="{FA5C5635-F9F5-F725-AFF0-58EB67EC79F6}"/>
              </a:ext>
            </a:extLst>
          </p:cNvPr>
          <p:cNvPicPr>
            <a:picLocks noChangeAspect="1"/>
          </p:cNvPicPr>
          <p:nvPr/>
        </p:nvPicPr>
        <p:blipFill>
          <a:blip r:embed="rId4">
            <a:lum/>
            <a:alphaModFix/>
          </a:blip>
          <a:srcRect/>
          <a:stretch>
            <a:fillRect/>
          </a:stretch>
        </p:blipFill>
        <p:spPr>
          <a:xfrm>
            <a:off x="1561020" y="3110291"/>
            <a:ext cx="1756784" cy="1791724"/>
          </a:xfrm>
          <a:prstGeom prst="rect">
            <a:avLst/>
          </a:prstGeom>
          <a:noFill/>
          <a:ln>
            <a:noFill/>
          </a:ln>
        </p:spPr>
      </p:pic>
      <p:pic>
        <p:nvPicPr>
          <p:cNvPr id="5" name="">
            <a:extLst>
              <a:ext uri="{FF2B5EF4-FFF2-40B4-BE49-F238E27FC236}">
                <a16:creationId xmlns:a16="http://schemas.microsoft.com/office/drawing/2014/main" id="{1CFD71DD-29E2-BB20-16D6-95457079F573}"/>
              </a:ext>
            </a:extLst>
          </p:cNvPr>
          <p:cNvPicPr>
            <a:picLocks noChangeAspect="1"/>
          </p:cNvPicPr>
          <p:nvPr/>
        </p:nvPicPr>
        <p:blipFill>
          <a:blip r:embed="rId5">
            <a:lum/>
            <a:alphaModFix/>
          </a:blip>
          <a:srcRect/>
          <a:stretch>
            <a:fillRect/>
          </a:stretch>
        </p:blipFill>
        <p:spPr>
          <a:xfrm>
            <a:off x="3317804" y="1244116"/>
            <a:ext cx="1719232" cy="1697680"/>
          </a:xfrm>
          <a:prstGeom prst="rect">
            <a:avLst/>
          </a:prstGeom>
          <a:noFill/>
          <a:ln>
            <a:noFill/>
          </a:ln>
        </p:spPr>
      </p:pic>
      <p:sp>
        <p:nvSpPr>
          <p:cNvPr id="6" name="Straight Connector 5">
            <a:extLst>
              <a:ext uri="{FF2B5EF4-FFF2-40B4-BE49-F238E27FC236}">
                <a16:creationId xmlns:a16="http://schemas.microsoft.com/office/drawing/2014/main" id="{E6CEC4FB-095A-B560-3768-C0E5EAF2A668}"/>
              </a:ext>
            </a:extLst>
          </p:cNvPr>
          <p:cNvSpPr/>
          <p:nvPr/>
        </p:nvSpPr>
        <p:spPr>
          <a:xfrm>
            <a:off x="829571" y="3110291"/>
            <a:ext cx="829411" cy="1036764"/>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7" name="Straight Connector 6">
            <a:extLst>
              <a:ext uri="{FF2B5EF4-FFF2-40B4-BE49-F238E27FC236}">
                <a16:creationId xmlns:a16="http://schemas.microsoft.com/office/drawing/2014/main" id="{FC282F86-8DA5-1989-64B8-FB18FB33A8BE}"/>
              </a:ext>
            </a:extLst>
          </p:cNvPr>
          <p:cNvSpPr/>
          <p:nvPr/>
        </p:nvSpPr>
        <p:spPr>
          <a:xfrm flipV="1">
            <a:off x="2903099" y="2695586"/>
            <a:ext cx="622058" cy="829411"/>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8" name="TextBox 7">
            <a:extLst>
              <a:ext uri="{FF2B5EF4-FFF2-40B4-BE49-F238E27FC236}">
                <a16:creationId xmlns:a16="http://schemas.microsoft.com/office/drawing/2014/main" id="{D5B53328-EC43-BF0D-1D4B-DBF5E7F4449D}"/>
              </a:ext>
            </a:extLst>
          </p:cNvPr>
          <p:cNvSpPr txBox="1"/>
          <p:nvPr/>
        </p:nvSpPr>
        <p:spPr>
          <a:xfrm rot="3154200">
            <a:off x="-127165" y="3793627"/>
            <a:ext cx="2073527" cy="403673"/>
          </a:xfrm>
          <a:prstGeom prst="rect">
            <a:avLst/>
          </a:prstGeom>
          <a:noFill/>
          <a:ln>
            <a:noFill/>
          </a:ln>
        </p:spPr>
        <p:txBody>
          <a:bodyPr vert="horz" wrap="square" lIns="81635" tIns="40817" rIns="81635" bIns="40817" anchorCtr="0" compatLnSpc="0">
            <a:spAutoFit/>
          </a:bodyPr>
          <a:lstStyle/>
          <a:p>
            <a:pPr>
              <a:spcBef>
                <a:spcPts val="0"/>
              </a:spcBef>
              <a:spcAft>
                <a:spcPts val="0"/>
              </a:spcAft>
              <a:defRPr sz="1800"/>
            </a:pPr>
            <a:r>
              <a:rPr lang="en-US" sz="1089">
                <a:latin typeface="Liberation Sans" pitchFamily="18"/>
                <a:ea typeface="Microsoft YaHei" pitchFamily="2"/>
                <a:cs typeface="Lucida Sans" pitchFamily="2"/>
              </a:rPr>
              <a:t>Remove redundant nodes, remove non-informative nodes</a:t>
            </a:r>
          </a:p>
        </p:txBody>
      </p:sp>
      <p:sp>
        <p:nvSpPr>
          <p:cNvPr id="9" name="TextBox 8">
            <a:extLst>
              <a:ext uri="{FF2B5EF4-FFF2-40B4-BE49-F238E27FC236}">
                <a16:creationId xmlns:a16="http://schemas.microsoft.com/office/drawing/2014/main" id="{BF456F12-5E0E-7FF6-8176-9EA486F16779}"/>
              </a:ext>
            </a:extLst>
          </p:cNvPr>
          <p:cNvSpPr txBox="1"/>
          <p:nvPr/>
        </p:nvSpPr>
        <p:spPr>
          <a:xfrm rot="18427800">
            <a:off x="3063168" y="3051095"/>
            <a:ext cx="829084" cy="403673"/>
          </a:xfrm>
          <a:prstGeom prst="rect">
            <a:avLst/>
          </a:prstGeom>
          <a:noFill/>
          <a:ln>
            <a:noFill/>
          </a:ln>
        </p:spPr>
        <p:txBody>
          <a:bodyPr vert="horz" wrap="square" lIns="81635" tIns="40817" rIns="81635" bIns="40817" anchorCtr="0" compatLnSpc="0">
            <a:spAutoFit/>
          </a:bodyPr>
          <a:lstStyle/>
          <a:p>
            <a:pPr>
              <a:spcBef>
                <a:spcPts val="0"/>
              </a:spcBef>
              <a:spcAft>
                <a:spcPts val="0"/>
              </a:spcAft>
              <a:defRPr sz="1800"/>
            </a:pPr>
            <a:r>
              <a:rPr lang="en-US" sz="1089">
                <a:latin typeface="Liberation Sans" pitchFamily="18"/>
                <a:ea typeface="Microsoft YaHei" pitchFamily="2"/>
                <a:cs typeface="Lucida Sans" pitchFamily="2"/>
              </a:rPr>
              <a:t>Pull up or</a:t>
            </a:r>
          </a:p>
          <a:p>
            <a:pPr>
              <a:spcBef>
                <a:spcPts val="0"/>
              </a:spcBef>
              <a:spcAft>
                <a:spcPts val="0"/>
              </a:spcAft>
              <a:defRPr sz="1800"/>
            </a:pPr>
            <a:r>
              <a:rPr lang="en-US" sz="1089">
                <a:latin typeface="Liberation Sans" pitchFamily="18"/>
                <a:ea typeface="Microsoft YaHei" pitchFamily="2"/>
                <a:cs typeface="Lucida Sans" pitchFamily="2"/>
              </a:rPr>
              <a:t>Pull down</a:t>
            </a:r>
          </a:p>
        </p:txBody>
      </p:sp>
      <p:sp>
        <p:nvSpPr>
          <p:cNvPr id="10" name="Freeform 9">
            <a:extLst>
              <a:ext uri="{FF2B5EF4-FFF2-40B4-BE49-F238E27FC236}">
                <a16:creationId xmlns:a16="http://schemas.microsoft.com/office/drawing/2014/main" id="{C03995B6-AF4A-9747-6BD8-D061C6C02945}"/>
              </a:ext>
            </a:extLst>
          </p:cNvPr>
          <p:cNvSpPr/>
          <p:nvPr/>
        </p:nvSpPr>
        <p:spPr>
          <a:xfrm>
            <a:off x="4976625" y="3317644"/>
            <a:ext cx="2280880" cy="103676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18360">
            <a:solidFill>
              <a:srgbClr val="FF4000"/>
            </a:solidFill>
            <a:prstDash val="solid"/>
          </a:ln>
        </p:spPr>
        <p:txBody>
          <a:bodyPr vert="horz" wrap="square" lIns="81635" tIns="40817" rIns="81635" bIns="40817" anchor="ctr" anchorCtr="0" compatLnSpc="0">
            <a:noAutofit/>
          </a:bodyPr>
          <a:lstStyle/>
          <a:p>
            <a:pPr algn="ctr">
              <a:spcBef>
                <a:spcPts val="0"/>
              </a:spcBef>
              <a:spcAft>
                <a:spcPts val="0"/>
              </a:spcAft>
              <a:defRPr sz="1800"/>
            </a:pPr>
            <a:r>
              <a:rPr lang="en-US" sz="1633">
                <a:latin typeface="Liberation Sans" pitchFamily="18"/>
                <a:ea typeface="Microsoft YaHei" pitchFamily="2"/>
                <a:cs typeface="Lucida Sans" pitchFamily="2"/>
              </a:rPr>
              <a:t>Is the tree likeness higher and does the BMG stay consistent?</a:t>
            </a:r>
          </a:p>
        </p:txBody>
      </p:sp>
      <p:sp>
        <p:nvSpPr>
          <p:cNvPr id="11" name="Straight Connector 10">
            <a:extLst>
              <a:ext uri="{FF2B5EF4-FFF2-40B4-BE49-F238E27FC236}">
                <a16:creationId xmlns:a16="http://schemas.microsoft.com/office/drawing/2014/main" id="{F3729AE5-3F01-7BE7-1C07-BF9F0779D378}"/>
              </a:ext>
            </a:extLst>
          </p:cNvPr>
          <p:cNvSpPr/>
          <p:nvPr/>
        </p:nvSpPr>
        <p:spPr>
          <a:xfrm>
            <a:off x="4561921" y="2488233"/>
            <a:ext cx="622058" cy="622059"/>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2" name="Straight Connector 11">
            <a:extLst>
              <a:ext uri="{FF2B5EF4-FFF2-40B4-BE49-F238E27FC236}">
                <a16:creationId xmlns:a16="http://schemas.microsoft.com/office/drawing/2014/main" id="{98D5482A-913C-8A17-E5FA-634010173B1E}"/>
              </a:ext>
            </a:extLst>
          </p:cNvPr>
          <p:cNvSpPr/>
          <p:nvPr/>
        </p:nvSpPr>
        <p:spPr>
          <a:xfrm flipH="1">
            <a:off x="3317804" y="4147055"/>
            <a:ext cx="1451469" cy="0"/>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3" name="TextBox 12">
            <a:extLst>
              <a:ext uri="{FF2B5EF4-FFF2-40B4-BE49-F238E27FC236}">
                <a16:creationId xmlns:a16="http://schemas.microsoft.com/office/drawing/2014/main" id="{0920CD62-87B5-1075-491A-C59B0AF65A63}"/>
              </a:ext>
            </a:extLst>
          </p:cNvPr>
          <p:cNvSpPr txBox="1"/>
          <p:nvPr/>
        </p:nvSpPr>
        <p:spPr>
          <a:xfrm rot="21597600">
            <a:off x="3318049" y="3670599"/>
            <a:ext cx="1451469" cy="564294"/>
          </a:xfrm>
          <a:prstGeom prst="rect">
            <a:avLst/>
          </a:prstGeom>
          <a:noFill/>
          <a:ln>
            <a:noFill/>
          </a:ln>
        </p:spPr>
        <p:txBody>
          <a:bodyPr vert="horz" wrap="square" lIns="81635" tIns="40817" rIns="81635" bIns="40817" anchorCtr="0" compatLnSpc="0">
            <a:spAutoFit/>
          </a:bodyPr>
          <a:lstStyle/>
          <a:p>
            <a:pPr>
              <a:spcBef>
                <a:spcPts val="0"/>
              </a:spcBef>
              <a:spcAft>
                <a:spcPts val="0"/>
              </a:spcAft>
              <a:defRPr sz="1800"/>
            </a:pPr>
            <a:r>
              <a:rPr lang="en-US" sz="1089">
                <a:latin typeface="Liberation Sans" pitchFamily="18"/>
                <a:ea typeface="Microsoft YaHei" pitchFamily="2"/>
                <a:cs typeface="Lucida Sans" pitchFamily="2"/>
              </a:rPr>
              <a:t>No: revert operation and try a different operation</a:t>
            </a:r>
          </a:p>
        </p:txBody>
      </p:sp>
      <p:sp>
        <p:nvSpPr>
          <p:cNvPr id="14" name="Freeform 13">
            <a:extLst>
              <a:ext uri="{FF2B5EF4-FFF2-40B4-BE49-F238E27FC236}">
                <a16:creationId xmlns:a16="http://schemas.microsoft.com/office/drawing/2014/main" id="{7CD64961-6073-18A2-72ED-6A38B36C3D4D}"/>
              </a:ext>
            </a:extLst>
          </p:cNvPr>
          <p:cNvSpPr/>
          <p:nvPr/>
        </p:nvSpPr>
        <p:spPr>
          <a:xfrm>
            <a:off x="6428096" y="1451469"/>
            <a:ext cx="2280880" cy="103676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18360">
            <a:solidFill>
              <a:srgbClr val="FF4000"/>
            </a:solidFill>
            <a:prstDash val="solid"/>
          </a:ln>
        </p:spPr>
        <p:txBody>
          <a:bodyPr vert="horz" wrap="square" lIns="81635" tIns="40817" rIns="81635" bIns="40817" anchor="ctr" anchorCtr="0" compatLnSpc="0">
            <a:noAutofit/>
          </a:bodyPr>
          <a:lstStyle/>
          <a:p>
            <a:pPr algn="ctr">
              <a:spcBef>
                <a:spcPts val="0"/>
              </a:spcBef>
              <a:spcAft>
                <a:spcPts val="0"/>
              </a:spcAft>
              <a:defRPr sz="1800"/>
            </a:pPr>
            <a:r>
              <a:rPr lang="en-US" sz="1633">
                <a:latin typeface="Liberation Sans" pitchFamily="18"/>
                <a:ea typeface="Microsoft YaHei" pitchFamily="2"/>
                <a:cs typeface="Lucida Sans" pitchFamily="2"/>
              </a:rPr>
              <a:t>Accept changes and repeat</a:t>
            </a:r>
          </a:p>
        </p:txBody>
      </p:sp>
      <p:sp>
        <p:nvSpPr>
          <p:cNvPr id="15" name="Straight Connector 14">
            <a:extLst>
              <a:ext uri="{FF2B5EF4-FFF2-40B4-BE49-F238E27FC236}">
                <a16:creationId xmlns:a16="http://schemas.microsoft.com/office/drawing/2014/main" id="{BCDCC33F-3028-78A3-159E-CD90BED336DE}"/>
              </a:ext>
            </a:extLst>
          </p:cNvPr>
          <p:cNvSpPr/>
          <p:nvPr/>
        </p:nvSpPr>
        <p:spPr>
          <a:xfrm flipV="1">
            <a:off x="6842800" y="2695586"/>
            <a:ext cx="207354" cy="414705"/>
          </a:xfrm>
          <a:prstGeom prst="line">
            <a:avLst/>
          </a:prstGeom>
          <a:noFill/>
          <a:ln w="18360">
            <a:solidFill>
              <a:srgbClr val="000000"/>
            </a:solidFill>
            <a:prstDash val="solid"/>
            <a:tailEnd type="arrow"/>
          </a:ln>
        </p:spPr>
        <p:txBody>
          <a:bodyPr wrap="square" lIns="81635" tIns="40817" rIns="81635" bIns="40817" anchor="ctr" anchorCtr="0" compatLnSpc="0"/>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16" name="TextBox 15">
            <a:extLst>
              <a:ext uri="{FF2B5EF4-FFF2-40B4-BE49-F238E27FC236}">
                <a16:creationId xmlns:a16="http://schemas.microsoft.com/office/drawing/2014/main" id="{65227CD3-F727-9A35-13FE-1258858FDD34}"/>
              </a:ext>
            </a:extLst>
          </p:cNvPr>
          <p:cNvSpPr txBox="1"/>
          <p:nvPr/>
        </p:nvSpPr>
        <p:spPr>
          <a:xfrm>
            <a:off x="6558711" y="2760894"/>
            <a:ext cx="414705" cy="243053"/>
          </a:xfrm>
          <a:prstGeom prst="rect">
            <a:avLst/>
          </a:prstGeom>
          <a:noFill/>
          <a:ln>
            <a:noFill/>
          </a:ln>
        </p:spPr>
        <p:txBody>
          <a:bodyPr vert="horz" wrap="square" lIns="81635" tIns="40817" rIns="81635" bIns="40817" anchorCtr="0" compatLnSpc="0">
            <a:spAutoFit/>
          </a:bodyPr>
          <a:lstStyle/>
          <a:p>
            <a:pPr>
              <a:spcBef>
                <a:spcPts val="0"/>
              </a:spcBef>
              <a:spcAft>
                <a:spcPts val="0"/>
              </a:spcAft>
              <a:defRPr sz="1200"/>
            </a:pPr>
            <a:r>
              <a:rPr lang="en-US" sz="1089">
                <a:latin typeface="Liberation Sans" pitchFamily="18"/>
                <a:ea typeface="Microsoft YaHei" pitchFamily="2"/>
                <a:cs typeface="Lucida Sans" pitchFamily="2"/>
              </a:rPr>
              <a:t>Yes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D7714-C774-8A9C-69EF-9F85FDB2F53E}"/>
              </a:ext>
            </a:extLst>
          </p:cNvPr>
          <p:cNvSpPr txBox="1">
            <a:spLocks noGrp="1"/>
          </p:cNvSpPr>
          <p:nvPr>
            <p:ph type="title" idx="4294967295"/>
          </p:nvPr>
        </p:nvSpPr>
        <p:spPr/>
        <p:txBody>
          <a:bodyPr vert="horz"/>
          <a:lstStyle/>
          <a:p>
            <a:pPr lvl="0" rtl="0"/>
            <a:r>
              <a:rPr lang="en-US"/>
              <a:t>Heuristic not working</a:t>
            </a:r>
          </a:p>
        </p:txBody>
      </p:sp>
      <p:pic>
        <p:nvPicPr>
          <p:cNvPr id="3" name="">
            <a:extLst>
              <a:ext uri="{FF2B5EF4-FFF2-40B4-BE49-F238E27FC236}">
                <a16:creationId xmlns:a16="http://schemas.microsoft.com/office/drawing/2014/main" id="{10A8F92C-F1D7-63F2-C3CD-FAB333D7D737}"/>
              </a:ext>
            </a:extLst>
          </p:cNvPr>
          <p:cNvPicPr>
            <a:picLocks noGrp="1" noChangeAspect="1"/>
          </p:cNvPicPr>
          <p:nvPr>
            <p:ph type="pic" idx="4294967295"/>
          </p:nvPr>
        </p:nvPicPr>
        <p:blipFill>
          <a:blip r:embed="rId3">
            <a:lum/>
            <a:alphaModFix/>
          </a:blip>
          <a:srcRect/>
          <a:stretch>
            <a:fillRect/>
          </a:stretch>
        </p:blipFill>
        <p:spPr>
          <a:xfrm>
            <a:off x="1198562" y="1007375"/>
            <a:ext cx="6689819" cy="3938069"/>
          </a:xfrm>
        </p:spPr>
      </p:pic>
      <p:sp>
        <p:nvSpPr>
          <p:cNvPr id="4" name="TextBox 3">
            <a:extLst>
              <a:ext uri="{FF2B5EF4-FFF2-40B4-BE49-F238E27FC236}">
                <a16:creationId xmlns:a16="http://schemas.microsoft.com/office/drawing/2014/main" id="{F2F80A35-1C1D-9D9D-A356-CF0AFB6C41D6}"/>
              </a:ext>
            </a:extLst>
          </p:cNvPr>
          <p:cNvSpPr txBox="1"/>
          <p:nvPr/>
        </p:nvSpPr>
        <p:spPr>
          <a:xfrm>
            <a:off x="7257506" y="2629298"/>
            <a:ext cx="1777682" cy="243053"/>
          </a:xfrm>
          <a:prstGeom prst="rect">
            <a:avLst/>
          </a:prstGeom>
          <a:noFill/>
          <a:ln>
            <a:noFill/>
          </a:ln>
        </p:spPr>
        <p:txBody>
          <a:bodyPr vert="horz" wrap="square" lIns="81635" tIns="40817" rIns="81635" bIns="40817" anchorCtr="0" compatLnSpc="0">
            <a:spAutoFit/>
          </a:bodyPr>
          <a:lstStyle/>
          <a:p>
            <a:pPr>
              <a:spcBef>
                <a:spcPts val="0"/>
              </a:spcBef>
              <a:spcAft>
                <a:spcPts val="0"/>
              </a:spcAft>
              <a:defRPr sz="1200"/>
            </a:pPr>
            <a:r>
              <a:rPr lang="en-US" sz="1089">
                <a:latin typeface="Liberation Sans" pitchFamily="18"/>
                <a:ea typeface="Microsoft YaHei" pitchFamily="2"/>
                <a:cs typeface="Lucida Sans" pitchFamily="2"/>
              </a:rPr>
              <a:t>Solution: Remove nodes</a:t>
            </a:r>
          </a:p>
        </p:txBody>
      </p:sp>
      <p:sp>
        <p:nvSpPr>
          <p:cNvPr id="5" name="Freeform 4">
            <a:extLst>
              <a:ext uri="{FF2B5EF4-FFF2-40B4-BE49-F238E27FC236}">
                <a16:creationId xmlns:a16="http://schemas.microsoft.com/office/drawing/2014/main" id="{CCA341D0-D5E3-3684-6F2F-F6E6DB267F59}"/>
              </a:ext>
            </a:extLst>
          </p:cNvPr>
          <p:cNvSpPr/>
          <p:nvPr/>
        </p:nvSpPr>
        <p:spPr>
          <a:xfrm>
            <a:off x="7276445" y="2629298"/>
            <a:ext cx="1758743" cy="27364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18360">
            <a:solidFill>
              <a:srgbClr val="FF4000"/>
            </a:solidFill>
            <a:prstDash val="solid"/>
          </a:ln>
        </p:spPr>
        <p:txBody>
          <a:bodyPr wrap="square" lIns="81635" tIns="40817" rIns="81635" bIns="40817" anchor="ctr" anchorCtr="0" compatLnSpc="0">
            <a:noAutofit/>
          </a:bodyPr>
          <a:lstStyle/>
          <a:p>
            <a:pPr>
              <a:spcBef>
                <a:spcPts val="0"/>
              </a:spcBef>
              <a:spcAft>
                <a:spcPts val="0"/>
              </a:spcAft>
            </a:pPr>
            <a:endParaRPr lang="en-US" sz="1633">
              <a:latin typeface="Liberation Sans" pitchFamily="18"/>
              <a:ea typeface="Microsoft YaHei" pitchFamily="2"/>
              <a:cs typeface="Lucida Sans" pitchFamily="2"/>
            </a:endParaRPr>
          </a:p>
        </p:txBody>
      </p:sp>
      <p:sp>
        <p:nvSpPr>
          <p:cNvPr id="6" name="Freeform 5">
            <a:extLst>
              <a:ext uri="{FF2B5EF4-FFF2-40B4-BE49-F238E27FC236}">
                <a16:creationId xmlns:a16="http://schemas.microsoft.com/office/drawing/2014/main" id="{DC50E1D4-5541-5C1F-AD1A-8770084AC400}"/>
              </a:ext>
            </a:extLst>
          </p:cNvPr>
          <p:cNvSpPr/>
          <p:nvPr/>
        </p:nvSpPr>
        <p:spPr>
          <a:xfrm>
            <a:off x="6594631" y="2075813"/>
            <a:ext cx="207353" cy="180576"/>
          </a:xfrm>
          <a:custGeom>
            <a:avLst/>
            <a:gdLst>
              <a:gd name="f0" fmla="val 10800000"/>
              <a:gd name="f1" fmla="val 5400000"/>
              <a:gd name="f2" fmla="val 180"/>
              <a:gd name="f3" fmla="val w"/>
              <a:gd name="f4" fmla="val h"/>
              <a:gd name="f5" fmla="*/ 5419351 1 1725033"/>
              <a:gd name="f6" fmla="*/ 10800 10800 1"/>
              <a:gd name="f7" fmla="+- 0 0 0"/>
              <a:gd name="f8" fmla="+- 0 0 360"/>
              <a:gd name="f9" fmla="val 10800"/>
              <a:gd name="f10" fmla="*/ f3 1 21600"/>
              <a:gd name="f11" fmla="*/ f4 1 21600"/>
              <a:gd name="f12" fmla="*/ 0 f5 1"/>
              <a:gd name="f13" fmla="*/ f7 f0 1"/>
              <a:gd name="f14" fmla="*/ f8 f0 1"/>
              <a:gd name="f15" fmla="*/ 3163 f10 1"/>
              <a:gd name="f16" fmla="*/ 18437 f10 1"/>
              <a:gd name="f17" fmla="*/ 18437 f11 1"/>
              <a:gd name="f18" fmla="*/ 3163 f11 1"/>
              <a:gd name="f19" fmla="*/ f12 1 f2"/>
              <a:gd name="f20" fmla="*/ f13 1 f2"/>
              <a:gd name="f21" fmla="*/ f14 1 f2"/>
              <a:gd name="f22" fmla="*/ 10800 f10 1"/>
              <a:gd name="f23" fmla="*/ 0 f11 1"/>
              <a:gd name="f24" fmla="*/ 0 f10 1"/>
              <a:gd name="f25" fmla="*/ 10800 f11 1"/>
              <a:gd name="f26" fmla="*/ 21600 f11 1"/>
              <a:gd name="f27" fmla="*/ 21600 f10 1"/>
              <a:gd name="f28" fmla="+- 0 0 f19"/>
              <a:gd name="f29" fmla="+- f20 0 f1"/>
              <a:gd name="f30" fmla="+- f21 0 f1"/>
              <a:gd name="f31" fmla="*/ f28 f0 1"/>
              <a:gd name="f32" fmla="+- f30 0 f29"/>
              <a:gd name="f33" fmla="*/ f31 1 f5"/>
              <a:gd name="f34" fmla="+- f33 0 f1"/>
              <a:gd name="f35" fmla="cos 1 f34"/>
              <a:gd name="f36" fmla="sin 1 f34"/>
              <a:gd name="f37" fmla="+- 0 0 f35"/>
              <a:gd name="f38" fmla="+- 0 0 f36"/>
              <a:gd name="f39" fmla="*/ 10800 f37 1"/>
              <a:gd name="f40" fmla="*/ 10800 f38 1"/>
              <a:gd name="f41" fmla="*/ f39 f39 1"/>
              <a:gd name="f42" fmla="*/ f40 f40 1"/>
              <a:gd name="f43" fmla="+- f41 f42 0"/>
              <a:gd name="f44" fmla="sqrt f43"/>
              <a:gd name="f45" fmla="*/ f6 1 f44"/>
              <a:gd name="f46" fmla="*/ f37 f45 1"/>
              <a:gd name="f47" fmla="*/ f38 f45 1"/>
              <a:gd name="f48" fmla="+- 10800 0 f46"/>
              <a:gd name="f49" fmla="+- 10800 0 f47"/>
            </a:gdLst>
            <a:ahLst/>
            <a:cxnLst>
              <a:cxn ang="3cd4">
                <a:pos x="hc" y="t"/>
              </a:cxn>
              <a:cxn ang="0">
                <a:pos x="r" y="vc"/>
              </a:cxn>
              <a:cxn ang="cd4">
                <a:pos x="hc" y="b"/>
              </a:cxn>
              <a:cxn ang="cd2">
                <a:pos x="l" y="vc"/>
              </a:cxn>
              <a:cxn ang="f29">
                <a:pos x="f22" y="f23"/>
              </a:cxn>
              <a:cxn ang="f29">
                <a:pos x="f15" y="f18"/>
              </a:cxn>
              <a:cxn ang="f29">
                <a:pos x="f24" y="f25"/>
              </a:cxn>
              <a:cxn ang="f29">
                <a:pos x="f15" y="f17"/>
              </a:cxn>
              <a:cxn ang="f29">
                <a:pos x="f22" y="f26"/>
              </a:cxn>
              <a:cxn ang="f29">
                <a:pos x="f16" y="f17"/>
              </a:cxn>
              <a:cxn ang="f29">
                <a:pos x="f27" y="f25"/>
              </a:cxn>
              <a:cxn ang="f29">
                <a:pos x="f16" y="f18"/>
              </a:cxn>
            </a:cxnLst>
            <a:rect l="f15" t="f18" r="f16" b="f17"/>
            <a:pathLst>
              <a:path w="21600" h="21600">
                <a:moveTo>
                  <a:pt x="f48" y="f49"/>
                </a:moveTo>
                <a:arcTo wR="f9" hR="f9" stAng="f29" swAng="f32"/>
                <a:close/>
              </a:path>
            </a:pathLst>
          </a:custGeom>
          <a:noFill/>
          <a:ln w="18360">
            <a:solidFill>
              <a:srgbClr val="FF4000"/>
            </a:solidFill>
            <a:prstDash val="solid"/>
          </a:ln>
        </p:spPr>
        <p:txBody>
          <a:bodyPr wrap="square" lIns="81635" tIns="40817" rIns="81635" bIns="40817" anchor="ctr" anchorCtr="0" compatLnSpc="0">
            <a:noAutofit/>
          </a:bodyPr>
          <a:lstStyle/>
          <a:p>
            <a:pPr>
              <a:spcBef>
                <a:spcPts val="0"/>
              </a:spcBef>
              <a:spcAft>
                <a:spcPts val="0"/>
              </a:spcAft>
            </a:pPr>
            <a:endParaRPr lang="en-US" sz="1633">
              <a:latin typeface="Liberation Sans" pitchFamily="18"/>
              <a:ea typeface="Microsoft YaHei" pitchFamily="2"/>
              <a:cs typeface="Lucida Sans" pitchFamily="2"/>
            </a:endParaRPr>
          </a:p>
        </p:txBody>
      </p:sp>
    </p:spTree>
  </p:cSld>
  <p:clrMapOvr>
    <a:masterClrMapping/>
  </p:clrMapOvr>
</p:sld>
</file>

<file path=ppt/theme/theme1.xml><?xml version="1.0" encoding="utf-8"?>
<a:theme xmlns:a="http://schemas.openxmlformats.org/drawingml/2006/main" name="Master1_UniLeipzig_PPT Vorlage">
  <a:themeElements>
    <a:clrScheme name="Universität Leipzig">
      <a:dk1>
        <a:sysClr val="windowText" lastClr="000000"/>
      </a:dk1>
      <a:lt1>
        <a:sysClr val="window" lastClr="FFFFFF"/>
      </a:lt1>
      <a:dk2>
        <a:srgbClr val="262A31"/>
      </a:dk2>
      <a:lt2>
        <a:srgbClr val="FFFFFF"/>
      </a:lt2>
      <a:accent1>
        <a:srgbClr val="B02F2C"/>
      </a:accent1>
      <a:accent2>
        <a:srgbClr val="D64242"/>
      </a:accent2>
      <a:accent3>
        <a:srgbClr val="8AC2D1"/>
      </a:accent3>
      <a:accent4>
        <a:srgbClr val="262A31"/>
      </a:accent4>
      <a:accent5>
        <a:srgbClr val="EA9E9E"/>
      </a:accent5>
      <a:accent6>
        <a:srgbClr val="C9C9C9"/>
      </a:accent6>
      <a:hlink>
        <a:srgbClr val="B02F2C"/>
      </a:hlink>
      <a:folHlink>
        <a:srgbClr val="E06E6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usterfoliensatz_16zu9_bf-v0.03.potx" id="{7DE57E75-78F7-4AA2-B456-AE273B20140A}" vid="{D3E1DA1E-723E-4DFB-B997-8A2E5E08277C}"/>
    </a:ext>
  </a:extLst>
</a:theme>
</file>

<file path=ppt/theme/theme2.xml><?xml version="1.0" encoding="utf-8"?>
<a:theme xmlns:a="http://schemas.openxmlformats.org/drawingml/2006/main" name="Master2_UniLeipzig_PPT Vorlage">
  <a:themeElements>
    <a:clrScheme name="Universität Leipzig">
      <a:dk1>
        <a:sysClr val="windowText" lastClr="000000"/>
      </a:dk1>
      <a:lt1>
        <a:sysClr val="window" lastClr="FFFFFF"/>
      </a:lt1>
      <a:dk2>
        <a:srgbClr val="262A31"/>
      </a:dk2>
      <a:lt2>
        <a:srgbClr val="FFFFFF"/>
      </a:lt2>
      <a:accent1>
        <a:srgbClr val="B02F2C"/>
      </a:accent1>
      <a:accent2>
        <a:srgbClr val="D64242"/>
      </a:accent2>
      <a:accent3>
        <a:srgbClr val="8AC2D1"/>
      </a:accent3>
      <a:accent4>
        <a:srgbClr val="262A31"/>
      </a:accent4>
      <a:accent5>
        <a:srgbClr val="EA9E9E"/>
      </a:accent5>
      <a:accent6>
        <a:srgbClr val="C9C9C9"/>
      </a:accent6>
      <a:hlink>
        <a:srgbClr val="B02F2C"/>
      </a:hlink>
      <a:folHlink>
        <a:srgbClr val="E06E6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accent1"/>
          </a:solidFill>
        </a:ln>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defRPr i="0" smtClean="0">
            <a:latin typeface="+mn-lt"/>
            <a:cs typeface="Arial" panose="020B0604020202020204" pitchFamily="34" charset="0"/>
          </a:defRPr>
        </a:defPPr>
      </a:lstStyle>
    </a:txDef>
  </a:objectDefaults>
  <a:extraClrSchemeLst/>
  <a:extLst>
    <a:ext uri="{05A4C25C-085E-4340-85A3-A5531E510DB2}">
      <thm15:themeFamily xmlns:thm15="http://schemas.microsoft.com/office/thememl/2012/main" name="Musterfoliensatz_16zu9_bf-v0.03.potx" id="{7DE57E75-78F7-4AA2-B456-AE273B20140A}" vid="{A8819F72-0622-491D-BFC5-592B045F67FB}"/>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Master1_UniLeipzig_PPT Vorlage</Template>
  <TotalTime>411</TotalTime>
  <Words>952</Words>
  <Application>Microsoft Macintosh PowerPoint</Application>
  <PresentationFormat>On-screen Show (16:9)</PresentationFormat>
  <Paragraphs>201</Paragraphs>
  <Slides>44</Slides>
  <Notes>32</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44</vt:i4>
      </vt:variant>
    </vt:vector>
  </HeadingPairs>
  <TitlesOfParts>
    <vt:vector size="54" baseType="lpstr">
      <vt:lpstr>Arial Unicode MS</vt:lpstr>
      <vt:lpstr>Arial</vt:lpstr>
      <vt:lpstr>Calibri</vt:lpstr>
      <vt:lpstr>Cambria Math</vt:lpstr>
      <vt:lpstr>Futura</vt:lpstr>
      <vt:lpstr>Liberation Sans</vt:lpstr>
      <vt:lpstr>Symbol</vt:lpstr>
      <vt:lpstr>Times New Roman</vt:lpstr>
      <vt:lpstr>Master1_UniLeipzig_PPT Vorlage</vt:lpstr>
      <vt:lpstr>Master2_UniLeipzig_PPT Vorlage</vt:lpstr>
      <vt:lpstr>Fortgeschrittene Methoden in der Bierinformatik</vt:lpstr>
      <vt:lpstr>Objectives</vt:lpstr>
      <vt:lpstr>Objective 1a</vt:lpstr>
      <vt:lpstr>Objective 1a</vt:lpstr>
      <vt:lpstr>Objective 1a</vt:lpstr>
      <vt:lpstr>Objective 1B</vt:lpstr>
      <vt:lpstr>(Objective „1C“)</vt:lpstr>
      <vt:lpstr>Objective 1B</vt:lpstr>
      <vt:lpstr>Objective 1B</vt:lpstr>
      <vt:lpstr>Objective 1B</vt:lpstr>
      <vt:lpstr>Objective 1B</vt:lpstr>
      <vt:lpstr>Objective 1B</vt:lpstr>
      <vt:lpstr>PowerPoint Presentation</vt:lpstr>
      <vt:lpstr>Objective 1B</vt:lpstr>
      <vt:lpstr>(Objective „1C“)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Objective 3</vt:lpstr>
      <vt:lpstr>Objective 3</vt:lpstr>
      <vt:lpstr>PowerPoint Presentation</vt:lpstr>
      <vt:lpstr>Objective 3</vt:lpstr>
      <vt:lpstr>Objective 3</vt:lpstr>
      <vt:lpstr>Objective 3</vt:lpstr>
      <vt:lpstr>Objective 3</vt:lpstr>
      <vt:lpstr>PowerPoint Presentation</vt:lpstr>
      <vt:lpstr>Objective 3</vt:lpstr>
      <vt:lpstr>PowerPoint Presentation</vt:lpstr>
      <vt:lpstr>PowerPoint Presentation</vt:lpstr>
      <vt:lpstr>PowerPoint Presentation</vt:lpstr>
      <vt:lpstr>Bieren Dank! (und prost)</vt:lpstr>
      <vt:lpstr>Pulling up</vt:lpstr>
      <vt:lpstr>Pulling down</vt:lpstr>
      <vt:lpstr>Remove redundant nodes</vt:lpstr>
      <vt:lpstr>Solution: greedy search</vt:lpstr>
      <vt:lpstr>Heuristic not working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Alexander Mordhorst</dc:creator>
  <cp:lastModifiedBy>Alexander Mordhorst</cp:lastModifiedBy>
  <cp:revision>13</cp:revision>
  <cp:lastPrinted>2017-09-28T12:33:25Z</cp:lastPrinted>
  <dcterms:created xsi:type="dcterms:W3CDTF">2026-09-29T09:02:15Z</dcterms:created>
  <dcterms:modified xsi:type="dcterms:W3CDTF">2026-09-30T21:44:26Z</dcterms:modified>
</cp:coreProperties>
</file>