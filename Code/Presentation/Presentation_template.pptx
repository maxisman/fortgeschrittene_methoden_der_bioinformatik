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881" r:id="rId2"/>
  </p:sldMasterIdLst>
  <p:notesMasterIdLst>
    <p:notesMasterId r:id="rId30"/>
  </p:notesMasterIdLst>
  <p:handoutMasterIdLst>
    <p:handoutMasterId r:id="rId31"/>
  </p:handoutMasterIdLst>
  <p:sldIdLst>
    <p:sldId id="288" r:id="rId3"/>
    <p:sldId id="289" r:id="rId4"/>
    <p:sldId id="307" r:id="rId5"/>
    <p:sldId id="310" r:id="rId6"/>
    <p:sldId id="317" r:id="rId7"/>
    <p:sldId id="313" r:id="rId8"/>
    <p:sldId id="314" r:id="rId9"/>
    <p:sldId id="315" r:id="rId10"/>
    <p:sldId id="316" r:id="rId11"/>
    <p:sldId id="312" r:id="rId12"/>
    <p:sldId id="309" r:id="rId13"/>
    <p:sldId id="308" r:id="rId14"/>
    <p:sldId id="306" r:id="rId15"/>
    <p:sldId id="279" r:id="rId16"/>
    <p:sldId id="302" r:id="rId17"/>
    <p:sldId id="305" r:id="rId18"/>
    <p:sldId id="304" r:id="rId19"/>
    <p:sldId id="300" r:id="rId20"/>
    <p:sldId id="303" r:id="rId21"/>
    <p:sldId id="280" r:id="rId22"/>
    <p:sldId id="301" r:id="rId23"/>
    <p:sldId id="290" r:id="rId24"/>
    <p:sldId id="297" r:id="rId25"/>
    <p:sldId id="294" r:id="rId26"/>
    <p:sldId id="295" r:id="rId27"/>
    <p:sldId id="298" r:id="rId28"/>
    <p:sldId id="285" r:id="rId29"/>
  </p:sldIdLst>
  <p:sldSz cx="9144000" cy="5143500" type="screen16x9"/>
  <p:notesSz cx="6858000" cy="9144000"/>
  <p:defaultTextStyle>
    <a:defPPr>
      <a:defRPr lang="de-DE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451"/>
    <a:srgbClr val="262A31"/>
    <a:srgbClr val="B2B2B2"/>
    <a:srgbClr val="C9C9C9"/>
    <a:srgbClr val="969696"/>
    <a:srgbClr val="4D4D4D"/>
    <a:srgbClr val="242424"/>
    <a:srgbClr val="79B2D4"/>
    <a:srgbClr val="91B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6" autoAdjust="0"/>
    <p:restoredTop sz="87914" autoAdjust="0"/>
  </p:normalViewPr>
  <p:slideViewPr>
    <p:cSldViewPr snapToGrid="0" snapToObjects="1" showGuides="1">
      <p:cViewPr>
        <p:scale>
          <a:sx n="145" d="100"/>
          <a:sy n="145" d="100"/>
        </p:scale>
        <p:origin x="600" y="20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67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85" d="100"/>
          <a:sy n="85" d="100"/>
        </p:scale>
        <p:origin x="38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02D1D50A-91A0-4313-AF41-8FA8C1A6F672}" type="datetimeFigureOut"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30.09.26</a:t>
            </a:fld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835DF71-E1E2-47C3-B9FA-47C07B346B8B}" type="slidenum"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7005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1E3895C-9893-433E-BD86-ABF19E357674}" type="datetimeFigureOut">
              <a:rPr lang="de-DE" altLang="de-DE" smtClean="0"/>
              <a:pPr>
                <a:defRPr/>
              </a:pPr>
              <a:t>30.09.26</a:t>
            </a:fld>
            <a:endParaRPr lang="de-DE" alt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 dirty="0"/>
              <a:t>Mastertextformat bearbeiten</a:t>
            </a:r>
          </a:p>
          <a:p>
            <a:pPr lvl="1"/>
            <a:r>
              <a:rPr lang="de-DE" altLang="de-DE" noProof="0" dirty="0"/>
              <a:t>Zweite Ebene</a:t>
            </a:r>
          </a:p>
          <a:p>
            <a:pPr lvl="2"/>
            <a:r>
              <a:rPr lang="de-DE" altLang="de-DE" noProof="0" dirty="0"/>
              <a:t>Dritte Ebene</a:t>
            </a:r>
          </a:p>
          <a:p>
            <a:pPr lvl="3"/>
            <a:r>
              <a:rPr lang="de-DE" altLang="de-DE" noProof="0" dirty="0"/>
              <a:t>Vierte Ebene</a:t>
            </a:r>
          </a:p>
          <a:p>
            <a:pPr lvl="4"/>
            <a:r>
              <a:rPr lang="de-DE" alt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‹#›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71754161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1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444306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2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9790139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946415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AE679-0E82-24DC-FDAE-1827AF4CD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02967-06A0-F993-E2D0-0FB95F199B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57188-7577-6981-C200-F4BBDFA6BA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27BB0B-4197-EB07-5395-24B858FD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369951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9002" y="0"/>
            <a:ext cx="3524250" cy="5157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95687" y="2078847"/>
            <a:ext cx="8092705" cy="1487313"/>
          </a:xfrm>
        </p:spPr>
        <p:txBody>
          <a:bodyPr anchor="t"/>
          <a:lstStyle>
            <a:lvl1pPr>
              <a:defRPr sz="2800" b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95687" y="1606876"/>
            <a:ext cx="6400800" cy="471971"/>
          </a:xfrm>
        </p:spPr>
        <p:txBody>
          <a:bodyPr anchor="b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de-DE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1"/>
          </p:nvPr>
        </p:nvSpPr>
        <p:spPr>
          <a:xfrm>
            <a:off x="295687" y="4439286"/>
            <a:ext cx="2098597" cy="517525"/>
          </a:xfrm>
        </p:spPr>
        <p:txBody>
          <a:bodyPr>
            <a:noAutofit/>
          </a:bodyPr>
          <a:lstStyle>
            <a:lvl1pPr marL="0" indent="0" algn="l">
              <a:defRPr/>
            </a:lvl1pPr>
          </a:lstStyle>
          <a:p>
            <a:pPr lvl="0"/>
            <a:r>
              <a:rPr lang="en-GB" noProof="0"/>
              <a:t>Click icon to add picture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2"/>
          </p:nvPr>
        </p:nvSpPr>
        <p:spPr>
          <a:xfrm>
            <a:off x="2453698" y="4444369"/>
            <a:ext cx="2184476" cy="517525"/>
          </a:xfrm>
        </p:spPr>
        <p:txBody>
          <a:bodyPr>
            <a:noAutofit/>
          </a:bodyPr>
          <a:lstStyle>
            <a:lvl1pPr marL="0" indent="0" algn="l">
              <a:defRPr/>
            </a:lvl1pPr>
          </a:lstStyle>
          <a:p>
            <a:pPr lvl="0"/>
            <a:r>
              <a:rPr lang="en-GB" noProof="0"/>
              <a:t>Click icon to add picture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2641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/>
          <p:cNvSpPr>
            <a:spLocks noGrp="1"/>
          </p:cNvSpPr>
          <p:nvPr>
            <p:ph type="body" sz="quarter" idx="13"/>
          </p:nvPr>
        </p:nvSpPr>
        <p:spPr bwMode="auto">
          <a:xfrm>
            <a:off x="3501688" y="-5922"/>
            <a:ext cx="5654316" cy="5152775"/>
          </a:xfrm>
          <a:custGeom>
            <a:avLst/>
            <a:gdLst>
              <a:gd name="connsiteX0" fmla="*/ 0 w 2419350"/>
              <a:gd name="connsiteY0" fmla="*/ 5172957 h 5172957"/>
              <a:gd name="connsiteX1" fmla="*/ 604838 w 2419350"/>
              <a:gd name="connsiteY1" fmla="*/ 0 h 5172957"/>
              <a:gd name="connsiteX2" fmla="*/ 1814513 w 2419350"/>
              <a:gd name="connsiteY2" fmla="*/ 0 h 5172957"/>
              <a:gd name="connsiteX3" fmla="*/ 2419350 w 2419350"/>
              <a:gd name="connsiteY3" fmla="*/ 5172957 h 5172957"/>
              <a:gd name="connsiteX4" fmla="*/ 0 w 2419350"/>
              <a:gd name="connsiteY4" fmla="*/ 5172957 h 5172957"/>
              <a:gd name="connsiteX0" fmla="*/ 0 w 2439138"/>
              <a:gd name="connsiteY0" fmla="*/ 5172957 h 5172957"/>
              <a:gd name="connsiteX1" fmla="*/ 604838 w 2439138"/>
              <a:gd name="connsiteY1" fmla="*/ 0 h 5172957"/>
              <a:gd name="connsiteX2" fmla="*/ 2439138 w 2439138"/>
              <a:gd name="connsiteY2" fmla="*/ 6439 h 5172957"/>
              <a:gd name="connsiteX3" fmla="*/ 2419350 w 2439138"/>
              <a:gd name="connsiteY3" fmla="*/ 5172957 h 5172957"/>
              <a:gd name="connsiteX4" fmla="*/ 0 w 2439138"/>
              <a:gd name="connsiteY4" fmla="*/ 5172957 h 5172957"/>
              <a:gd name="connsiteX0" fmla="*/ 3226626 w 5665764"/>
              <a:gd name="connsiteY0" fmla="*/ 5166518 h 5166518"/>
              <a:gd name="connsiteX1" fmla="*/ 0 w 5665764"/>
              <a:gd name="connsiteY1" fmla="*/ 6440 h 5166518"/>
              <a:gd name="connsiteX2" fmla="*/ 5665764 w 5665764"/>
              <a:gd name="connsiteY2" fmla="*/ 0 h 5166518"/>
              <a:gd name="connsiteX3" fmla="*/ 5645976 w 5665764"/>
              <a:gd name="connsiteY3" fmla="*/ 5166518 h 5166518"/>
              <a:gd name="connsiteX4" fmla="*/ 3226626 w 5665764"/>
              <a:gd name="connsiteY4" fmla="*/ 5166518 h 5166518"/>
              <a:gd name="connsiteX0" fmla="*/ 2421696 w 5665764"/>
              <a:gd name="connsiteY0" fmla="*/ 5192275 h 5192275"/>
              <a:gd name="connsiteX1" fmla="*/ 0 w 5665764"/>
              <a:gd name="connsiteY1" fmla="*/ 6440 h 5192275"/>
              <a:gd name="connsiteX2" fmla="*/ 5665764 w 5665764"/>
              <a:gd name="connsiteY2" fmla="*/ 0 h 5192275"/>
              <a:gd name="connsiteX3" fmla="*/ 5645976 w 5665764"/>
              <a:gd name="connsiteY3" fmla="*/ 5166518 h 5192275"/>
              <a:gd name="connsiteX4" fmla="*/ 2421696 w 5665764"/>
              <a:gd name="connsiteY4" fmla="*/ 5192275 h 5192275"/>
              <a:gd name="connsiteX0" fmla="*/ 2421696 w 5665764"/>
              <a:gd name="connsiteY0" fmla="*/ 5183177 h 5183177"/>
              <a:gd name="connsiteX1" fmla="*/ 0 w 5665764"/>
              <a:gd name="connsiteY1" fmla="*/ 6440 h 5183177"/>
              <a:gd name="connsiteX2" fmla="*/ 5665764 w 5665764"/>
              <a:gd name="connsiteY2" fmla="*/ 0 h 5183177"/>
              <a:gd name="connsiteX3" fmla="*/ 5645976 w 5665764"/>
              <a:gd name="connsiteY3" fmla="*/ 5166518 h 5183177"/>
              <a:gd name="connsiteX4" fmla="*/ 2421696 w 5665764"/>
              <a:gd name="connsiteY4" fmla="*/ 5183177 h 5183177"/>
              <a:gd name="connsiteX0" fmla="*/ 2421696 w 5665764"/>
              <a:gd name="connsiteY0" fmla="*/ 5174079 h 5174079"/>
              <a:gd name="connsiteX1" fmla="*/ 0 w 5665764"/>
              <a:gd name="connsiteY1" fmla="*/ 6440 h 5174079"/>
              <a:gd name="connsiteX2" fmla="*/ 5665764 w 5665764"/>
              <a:gd name="connsiteY2" fmla="*/ 0 h 5174079"/>
              <a:gd name="connsiteX3" fmla="*/ 5645976 w 5665764"/>
              <a:gd name="connsiteY3" fmla="*/ 5166518 h 5174079"/>
              <a:gd name="connsiteX4" fmla="*/ 2421696 w 5665764"/>
              <a:gd name="connsiteY4" fmla="*/ 5174079 h 5174079"/>
              <a:gd name="connsiteX0" fmla="*/ 2417147 w 5665764"/>
              <a:gd name="connsiteY0" fmla="*/ 5169530 h 5169530"/>
              <a:gd name="connsiteX1" fmla="*/ 0 w 5665764"/>
              <a:gd name="connsiteY1" fmla="*/ 6440 h 5169530"/>
              <a:gd name="connsiteX2" fmla="*/ 5665764 w 5665764"/>
              <a:gd name="connsiteY2" fmla="*/ 0 h 5169530"/>
              <a:gd name="connsiteX3" fmla="*/ 5645976 w 5665764"/>
              <a:gd name="connsiteY3" fmla="*/ 5166518 h 5169530"/>
              <a:gd name="connsiteX4" fmla="*/ 2417147 w 5665764"/>
              <a:gd name="connsiteY4" fmla="*/ 5169530 h 5169530"/>
              <a:gd name="connsiteX0" fmla="*/ 2417147 w 5652116"/>
              <a:gd name="connsiteY0" fmla="*/ 5164981 h 5164981"/>
              <a:gd name="connsiteX1" fmla="*/ 0 w 5652116"/>
              <a:gd name="connsiteY1" fmla="*/ 1891 h 5164981"/>
              <a:gd name="connsiteX2" fmla="*/ 5652116 w 5652116"/>
              <a:gd name="connsiteY2" fmla="*/ 0 h 5164981"/>
              <a:gd name="connsiteX3" fmla="*/ 5645976 w 5652116"/>
              <a:gd name="connsiteY3" fmla="*/ 5161969 h 5164981"/>
              <a:gd name="connsiteX4" fmla="*/ 2417147 w 5652116"/>
              <a:gd name="connsiteY4" fmla="*/ 5164981 h 5164981"/>
              <a:gd name="connsiteX0" fmla="*/ 2417147 w 5646219"/>
              <a:gd name="connsiteY0" fmla="*/ 5163090 h 5163090"/>
              <a:gd name="connsiteX1" fmla="*/ 0 w 5646219"/>
              <a:gd name="connsiteY1" fmla="*/ 0 h 5163090"/>
              <a:gd name="connsiteX2" fmla="*/ 5638468 w 5646219"/>
              <a:gd name="connsiteY2" fmla="*/ 11757 h 5163090"/>
              <a:gd name="connsiteX3" fmla="*/ 5645976 w 5646219"/>
              <a:gd name="connsiteY3" fmla="*/ 5160078 h 5163090"/>
              <a:gd name="connsiteX4" fmla="*/ 2417147 w 5646219"/>
              <a:gd name="connsiteY4" fmla="*/ 5163090 h 5163090"/>
              <a:gd name="connsiteX0" fmla="*/ 2417147 w 5646219"/>
              <a:gd name="connsiteY0" fmla="*/ 5164981 h 5164981"/>
              <a:gd name="connsiteX1" fmla="*/ 0 w 5646219"/>
              <a:gd name="connsiteY1" fmla="*/ 1891 h 5164981"/>
              <a:gd name="connsiteX2" fmla="*/ 5638468 w 5646219"/>
              <a:gd name="connsiteY2" fmla="*/ 0 h 5164981"/>
              <a:gd name="connsiteX3" fmla="*/ 5645976 w 5646219"/>
              <a:gd name="connsiteY3" fmla="*/ 5161969 h 5164981"/>
              <a:gd name="connsiteX4" fmla="*/ 2417147 w 5646219"/>
              <a:gd name="connsiteY4" fmla="*/ 5164981 h 5164981"/>
              <a:gd name="connsiteX0" fmla="*/ 2417147 w 5641803"/>
              <a:gd name="connsiteY0" fmla="*/ 5164981 h 5164981"/>
              <a:gd name="connsiteX1" fmla="*/ 0 w 5641803"/>
              <a:gd name="connsiteY1" fmla="*/ 1891 h 5164981"/>
              <a:gd name="connsiteX2" fmla="*/ 5638468 w 5641803"/>
              <a:gd name="connsiteY2" fmla="*/ 0 h 5164981"/>
              <a:gd name="connsiteX3" fmla="*/ 5641426 w 5641803"/>
              <a:gd name="connsiteY3" fmla="*/ 5161969 h 5164981"/>
              <a:gd name="connsiteX4" fmla="*/ 2417147 w 5641803"/>
              <a:gd name="connsiteY4" fmla="*/ 5164981 h 5164981"/>
              <a:gd name="connsiteX0" fmla="*/ 2417147 w 5643017"/>
              <a:gd name="connsiteY0" fmla="*/ 5174079 h 5174079"/>
              <a:gd name="connsiteX1" fmla="*/ 0 w 5643017"/>
              <a:gd name="connsiteY1" fmla="*/ 1098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43017"/>
              <a:gd name="connsiteY0" fmla="*/ 5174079 h 5174079"/>
              <a:gd name="connsiteX1" fmla="*/ 0 w 5643017"/>
              <a:gd name="connsiteY1" fmla="*/ 460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54316"/>
              <a:gd name="connsiteY0" fmla="*/ 5174079 h 5177448"/>
              <a:gd name="connsiteX1" fmla="*/ 0 w 5654316"/>
              <a:gd name="connsiteY1" fmla="*/ 4609 h 5177448"/>
              <a:gd name="connsiteX2" fmla="*/ 5643017 w 5654316"/>
              <a:gd name="connsiteY2" fmla="*/ 0 h 5177448"/>
              <a:gd name="connsiteX3" fmla="*/ 5654126 w 5654316"/>
              <a:gd name="connsiteY3" fmla="*/ 5177448 h 5177448"/>
              <a:gd name="connsiteX4" fmla="*/ 2417147 w 5654316"/>
              <a:gd name="connsiteY4" fmla="*/ 5174079 h 517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4316" h="5177448">
                <a:moveTo>
                  <a:pt x="2417147" y="5174079"/>
                </a:moveTo>
                <a:lnTo>
                  <a:pt x="0" y="4609"/>
                </a:lnTo>
                <a:lnTo>
                  <a:pt x="5643017" y="0"/>
                </a:lnTo>
                <a:cubicBezTo>
                  <a:pt x="5640970" y="1720656"/>
                  <a:pt x="5656173" y="3456792"/>
                  <a:pt x="5654126" y="5177448"/>
                </a:cubicBezTo>
                <a:lnTo>
                  <a:pt x="2417147" y="51740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solidFill>
                    <a:schemeClr val="accent1"/>
                  </a:solidFill>
                </a:ln>
                <a:solidFill>
                  <a:schemeClr val="accent1"/>
                </a:solidFill>
              </a:defRPr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 bwMode="auto">
          <a:xfrm>
            <a:off x="4429719" y="-4153"/>
            <a:ext cx="4711557" cy="5154092"/>
          </a:xfrm>
          <a:custGeom>
            <a:avLst/>
            <a:gdLst>
              <a:gd name="connsiteX0" fmla="*/ 0 w 1466850"/>
              <a:gd name="connsiteY0" fmla="*/ 1608226 h 1608226"/>
              <a:gd name="connsiteX1" fmla="*/ 366713 w 1466850"/>
              <a:gd name="connsiteY1" fmla="*/ 0 h 1608226"/>
              <a:gd name="connsiteX2" fmla="*/ 1466850 w 1466850"/>
              <a:gd name="connsiteY2" fmla="*/ 0 h 1608226"/>
              <a:gd name="connsiteX3" fmla="*/ 1100138 w 1466850"/>
              <a:gd name="connsiteY3" fmla="*/ 1608226 h 1608226"/>
              <a:gd name="connsiteX4" fmla="*/ 0 w 1466850"/>
              <a:gd name="connsiteY4" fmla="*/ 1608226 h 1608226"/>
              <a:gd name="connsiteX0" fmla="*/ 0 w 2304312"/>
              <a:gd name="connsiteY0" fmla="*/ 1608226 h 1614665"/>
              <a:gd name="connsiteX1" fmla="*/ 366713 w 2304312"/>
              <a:gd name="connsiteY1" fmla="*/ 0 h 1614665"/>
              <a:gd name="connsiteX2" fmla="*/ 1466850 w 2304312"/>
              <a:gd name="connsiteY2" fmla="*/ 0 h 1614665"/>
              <a:gd name="connsiteX3" fmla="*/ 2304312 w 2304312"/>
              <a:gd name="connsiteY3" fmla="*/ 1614665 h 1614665"/>
              <a:gd name="connsiteX4" fmla="*/ 0 w 2304312"/>
              <a:gd name="connsiteY4" fmla="*/ 1608226 h 1614665"/>
              <a:gd name="connsiteX0" fmla="*/ 0 w 4725205"/>
              <a:gd name="connsiteY0" fmla="*/ 5162795 h 5169234"/>
              <a:gd name="connsiteX1" fmla="*/ 366713 w 4725205"/>
              <a:gd name="connsiteY1" fmla="*/ 355456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69378 w 4725205"/>
              <a:gd name="connsiteY1" fmla="*/ 1931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82257 w 4725205"/>
              <a:gd name="connsiteY1" fmla="*/ 1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11557"/>
              <a:gd name="connsiteY0" fmla="*/ 5167345 h 5169234"/>
              <a:gd name="connsiteX1" fmla="*/ 2368609 w 4711557"/>
              <a:gd name="connsiteY1" fmla="*/ 1 h 5169234"/>
              <a:gd name="connsiteX2" fmla="*/ 4711557 w 4711557"/>
              <a:gd name="connsiteY2" fmla="*/ 0 h 5169234"/>
              <a:gd name="connsiteX3" fmla="*/ 2290664 w 4711557"/>
              <a:gd name="connsiteY3" fmla="*/ 5169234 h 5169234"/>
              <a:gd name="connsiteX4" fmla="*/ 0 w 4711557"/>
              <a:gd name="connsiteY4" fmla="*/ 5167345 h 516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557" h="5169234">
                <a:moveTo>
                  <a:pt x="0" y="5167345"/>
                </a:moveTo>
                <a:lnTo>
                  <a:pt x="2368609" y="1"/>
                </a:lnTo>
                <a:lnTo>
                  <a:pt x="4711557" y="0"/>
                </a:lnTo>
                <a:lnTo>
                  <a:pt x="2290664" y="5169234"/>
                </a:lnTo>
                <a:lnTo>
                  <a:pt x="0" y="5167345"/>
                </a:lnTo>
                <a:close/>
              </a:path>
            </a:pathLst>
          </a:custGeom>
          <a:solidFill>
            <a:srgbClr val="FF5451">
              <a:alpha val="5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solidFill>
                    <a:srgbClr val="FF5451"/>
                  </a:solidFill>
                </a:ln>
                <a:solidFill>
                  <a:srgbClr val="FF5451"/>
                </a:solidFill>
              </a:defRPr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113728" y="1066801"/>
            <a:ext cx="3562911" cy="350998"/>
          </a:xfrm>
        </p:spPr>
        <p:txBody>
          <a:bodyPr anchor="b">
            <a:noAutofit/>
          </a:bodyPr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Bildplatzhalter"/>
          <p:cNvSpPr>
            <a:spLocks noGrp="1"/>
          </p:cNvSpPr>
          <p:nvPr>
            <p:ph type="pic" sz="quarter" idx="10"/>
          </p:nvPr>
        </p:nvSpPr>
        <p:spPr bwMode="auto">
          <a:xfrm>
            <a:off x="-1" y="0"/>
            <a:ext cx="6115051" cy="5149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1800" baseline="0"/>
            </a:lvl1pPr>
          </a:lstStyle>
          <a:p>
            <a:pPr lvl="0"/>
            <a:r>
              <a:rPr lang="en-GB" noProof="0"/>
              <a:t>Click icon to add picture</a:t>
            </a:r>
            <a:endParaRPr lang="de-DE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113728" y="1447164"/>
            <a:ext cx="3562911" cy="2201545"/>
          </a:xfrm>
        </p:spPr>
        <p:txBody>
          <a:bodyPr anchor="t"/>
          <a:lstStyle>
            <a:lvl1pPr algn="r">
              <a:defRPr sz="2800" b="1" cap="all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419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/>
          <p:cNvSpPr>
            <a:spLocks noGrp="1"/>
          </p:cNvSpPr>
          <p:nvPr>
            <p:ph type="body" sz="quarter" idx="13"/>
          </p:nvPr>
        </p:nvSpPr>
        <p:spPr bwMode="auto">
          <a:xfrm flipH="1">
            <a:off x="-14439" y="-5922"/>
            <a:ext cx="5654316" cy="5152775"/>
          </a:xfrm>
          <a:custGeom>
            <a:avLst/>
            <a:gdLst>
              <a:gd name="connsiteX0" fmla="*/ 0 w 2419350"/>
              <a:gd name="connsiteY0" fmla="*/ 5172957 h 5172957"/>
              <a:gd name="connsiteX1" fmla="*/ 604838 w 2419350"/>
              <a:gd name="connsiteY1" fmla="*/ 0 h 5172957"/>
              <a:gd name="connsiteX2" fmla="*/ 1814513 w 2419350"/>
              <a:gd name="connsiteY2" fmla="*/ 0 h 5172957"/>
              <a:gd name="connsiteX3" fmla="*/ 2419350 w 2419350"/>
              <a:gd name="connsiteY3" fmla="*/ 5172957 h 5172957"/>
              <a:gd name="connsiteX4" fmla="*/ 0 w 2419350"/>
              <a:gd name="connsiteY4" fmla="*/ 5172957 h 5172957"/>
              <a:gd name="connsiteX0" fmla="*/ 0 w 2439138"/>
              <a:gd name="connsiteY0" fmla="*/ 5172957 h 5172957"/>
              <a:gd name="connsiteX1" fmla="*/ 604838 w 2439138"/>
              <a:gd name="connsiteY1" fmla="*/ 0 h 5172957"/>
              <a:gd name="connsiteX2" fmla="*/ 2439138 w 2439138"/>
              <a:gd name="connsiteY2" fmla="*/ 6439 h 5172957"/>
              <a:gd name="connsiteX3" fmla="*/ 2419350 w 2439138"/>
              <a:gd name="connsiteY3" fmla="*/ 5172957 h 5172957"/>
              <a:gd name="connsiteX4" fmla="*/ 0 w 2439138"/>
              <a:gd name="connsiteY4" fmla="*/ 5172957 h 5172957"/>
              <a:gd name="connsiteX0" fmla="*/ 3226626 w 5665764"/>
              <a:gd name="connsiteY0" fmla="*/ 5166518 h 5166518"/>
              <a:gd name="connsiteX1" fmla="*/ 0 w 5665764"/>
              <a:gd name="connsiteY1" fmla="*/ 6440 h 5166518"/>
              <a:gd name="connsiteX2" fmla="*/ 5665764 w 5665764"/>
              <a:gd name="connsiteY2" fmla="*/ 0 h 5166518"/>
              <a:gd name="connsiteX3" fmla="*/ 5645976 w 5665764"/>
              <a:gd name="connsiteY3" fmla="*/ 5166518 h 5166518"/>
              <a:gd name="connsiteX4" fmla="*/ 3226626 w 5665764"/>
              <a:gd name="connsiteY4" fmla="*/ 5166518 h 5166518"/>
              <a:gd name="connsiteX0" fmla="*/ 2421696 w 5665764"/>
              <a:gd name="connsiteY0" fmla="*/ 5192275 h 5192275"/>
              <a:gd name="connsiteX1" fmla="*/ 0 w 5665764"/>
              <a:gd name="connsiteY1" fmla="*/ 6440 h 5192275"/>
              <a:gd name="connsiteX2" fmla="*/ 5665764 w 5665764"/>
              <a:gd name="connsiteY2" fmla="*/ 0 h 5192275"/>
              <a:gd name="connsiteX3" fmla="*/ 5645976 w 5665764"/>
              <a:gd name="connsiteY3" fmla="*/ 5166518 h 5192275"/>
              <a:gd name="connsiteX4" fmla="*/ 2421696 w 5665764"/>
              <a:gd name="connsiteY4" fmla="*/ 5192275 h 5192275"/>
              <a:gd name="connsiteX0" fmla="*/ 2421696 w 5665764"/>
              <a:gd name="connsiteY0" fmla="*/ 5183177 h 5183177"/>
              <a:gd name="connsiteX1" fmla="*/ 0 w 5665764"/>
              <a:gd name="connsiteY1" fmla="*/ 6440 h 5183177"/>
              <a:gd name="connsiteX2" fmla="*/ 5665764 w 5665764"/>
              <a:gd name="connsiteY2" fmla="*/ 0 h 5183177"/>
              <a:gd name="connsiteX3" fmla="*/ 5645976 w 5665764"/>
              <a:gd name="connsiteY3" fmla="*/ 5166518 h 5183177"/>
              <a:gd name="connsiteX4" fmla="*/ 2421696 w 5665764"/>
              <a:gd name="connsiteY4" fmla="*/ 5183177 h 5183177"/>
              <a:gd name="connsiteX0" fmla="*/ 2421696 w 5665764"/>
              <a:gd name="connsiteY0" fmla="*/ 5174079 h 5174079"/>
              <a:gd name="connsiteX1" fmla="*/ 0 w 5665764"/>
              <a:gd name="connsiteY1" fmla="*/ 6440 h 5174079"/>
              <a:gd name="connsiteX2" fmla="*/ 5665764 w 5665764"/>
              <a:gd name="connsiteY2" fmla="*/ 0 h 5174079"/>
              <a:gd name="connsiteX3" fmla="*/ 5645976 w 5665764"/>
              <a:gd name="connsiteY3" fmla="*/ 5166518 h 5174079"/>
              <a:gd name="connsiteX4" fmla="*/ 2421696 w 5665764"/>
              <a:gd name="connsiteY4" fmla="*/ 5174079 h 5174079"/>
              <a:gd name="connsiteX0" fmla="*/ 2417147 w 5665764"/>
              <a:gd name="connsiteY0" fmla="*/ 5169530 h 5169530"/>
              <a:gd name="connsiteX1" fmla="*/ 0 w 5665764"/>
              <a:gd name="connsiteY1" fmla="*/ 6440 h 5169530"/>
              <a:gd name="connsiteX2" fmla="*/ 5665764 w 5665764"/>
              <a:gd name="connsiteY2" fmla="*/ 0 h 5169530"/>
              <a:gd name="connsiteX3" fmla="*/ 5645976 w 5665764"/>
              <a:gd name="connsiteY3" fmla="*/ 5166518 h 5169530"/>
              <a:gd name="connsiteX4" fmla="*/ 2417147 w 5665764"/>
              <a:gd name="connsiteY4" fmla="*/ 5169530 h 5169530"/>
              <a:gd name="connsiteX0" fmla="*/ 2417147 w 5652116"/>
              <a:gd name="connsiteY0" fmla="*/ 5164981 h 5164981"/>
              <a:gd name="connsiteX1" fmla="*/ 0 w 5652116"/>
              <a:gd name="connsiteY1" fmla="*/ 1891 h 5164981"/>
              <a:gd name="connsiteX2" fmla="*/ 5652116 w 5652116"/>
              <a:gd name="connsiteY2" fmla="*/ 0 h 5164981"/>
              <a:gd name="connsiteX3" fmla="*/ 5645976 w 5652116"/>
              <a:gd name="connsiteY3" fmla="*/ 5161969 h 5164981"/>
              <a:gd name="connsiteX4" fmla="*/ 2417147 w 5652116"/>
              <a:gd name="connsiteY4" fmla="*/ 5164981 h 5164981"/>
              <a:gd name="connsiteX0" fmla="*/ 2417147 w 5646219"/>
              <a:gd name="connsiteY0" fmla="*/ 5163090 h 5163090"/>
              <a:gd name="connsiteX1" fmla="*/ 0 w 5646219"/>
              <a:gd name="connsiteY1" fmla="*/ 0 h 5163090"/>
              <a:gd name="connsiteX2" fmla="*/ 5638468 w 5646219"/>
              <a:gd name="connsiteY2" fmla="*/ 11757 h 5163090"/>
              <a:gd name="connsiteX3" fmla="*/ 5645976 w 5646219"/>
              <a:gd name="connsiteY3" fmla="*/ 5160078 h 5163090"/>
              <a:gd name="connsiteX4" fmla="*/ 2417147 w 5646219"/>
              <a:gd name="connsiteY4" fmla="*/ 5163090 h 5163090"/>
              <a:gd name="connsiteX0" fmla="*/ 2417147 w 5646219"/>
              <a:gd name="connsiteY0" fmla="*/ 5164981 h 5164981"/>
              <a:gd name="connsiteX1" fmla="*/ 0 w 5646219"/>
              <a:gd name="connsiteY1" fmla="*/ 1891 h 5164981"/>
              <a:gd name="connsiteX2" fmla="*/ 5638468 w 5646219"/>
              <a:gd name="connsiteY2" fmla="*/ 0 h 5164981"/>
              <a:gd name="connsiteX3" fmla="*/ 5645976 w 5646219"/>
              <a:gd name="connsiteY3" fmla="*/ 5161969 h 5164981"/>
              <a:gd name="connsiteX4" fmla="*/ 2417147 w 5646219"/>
              <a:gd name="connsiteY4" fmla="*/ 5164981 h 5164981"/>
              <a:gd name="connsiteX0" fmla="*/ 2417147 w 5641803"/>
              <a:gd name="connsiteY0" fmla="*/ 5164981 h 5164981"/>
              <a:gd name="connsiteX1" fmla="*/ 0 w 5641803"/>
              <a:gd name="connsiteY1" fmla="*/ 1891 h 5164981"/>
              <a:gd name="connsiteX2" fmla="*/ 5638468 w 5641803"/>
              <a:gd name="connsiteY2" fmla="*/ 0 h 5164981"/>
              <a:gd name="connsiteX3" fmla="*/ 5641426 w 5641803"/>
              <a:gd name="connsiteY3" fmla="*/ 5161969 h 5164981"/>
              <a:gd name="connsiteX4" fmla="*/ 2417147 w 5641803"/>
              <a:gd name="connsiteY4" fmla="*/ 5164981 h 5164981"/>
              <a:gd name="connsiteX0" fmla="*/ 2417147 w 5643017"/>
              <a:gd name="connsiteY0" fmla="*/ 5174079 h 5174079"/>
              <a:gd name="connsiteX1" fmla="*/ 0 w 5643017"/>
              <a:gd name="connsiteY1" fmla="*/ 1098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43017"/>
              <a:gd name="connsiteY0" fmla="*/ 5174079 h 5174079"/>
              <a:gd name="connsiteX1" fmla="*/ 0 w 5643017"/>
              <a:gd name="connsiteY1" fmla="*/ 460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54316"/>
              <a:gd name="connsiteY0" fmla="*/ 5174079 h 5177448"/>
              <a:gd name="connsiteX1" fmla="*/ 0 w 5654316"/>
              <a:gd name="connsiteY1" fmla="*/ 4609 h 5177448"/>
              <a:gd name="connsiteX2" fmla="*/ 5643017 w 5654316"/>
              <a:gd name="connsiteY2" fmla="*/ 0 h 5177448"/>
              <a:gd name="connsiteX3" fmla="*/ 5654126 w 5654316"/>
              <a:gd name="connsiteY3" fmla="*/ 5177448 h 5177448"/>
              <a:gd name="connsiteX4" fmla="*/ 2417147 w 5654316"/>
              <a:gd name="connsiteY4" fmla="*/ 5174079 h 517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4316" h="5177448">
                <a:moveTo>
                  <a:pt x="2417147" y="5174079"/>
                </a:moveTo>
                <a:lnTo>
                  <a:pt x="0" y="4609"/>
                </a:lnTo>
                <a:lnTo>
                  <a:pt x="5643017" y="0"/>
                </a:lnTo>
                <a:cubicBezTo>
                  <a:pt x="5640970" y="1720656"/>
                  <a:pt x="5656173" y="3456792"/>
                  <a:pt x="5654126" y="5177448"/>
                </a:cubicBezTo>
                <a:lnTo>
                  <a:pt x="2417147" y="51740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noFill/>
                </a:ln>
                <a:noFill/>
              </a:defRPr>
            </a:lvl4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 bwMode="auto">
          <a:xfrm flipH="1">
            <a:off x="-14439" y="-4153"/>
            <a:ext cx="4711557" cy="5154092"/>
          </a:xfrm>
          <a:custGeom>
            <a:avLst/>
            <a:gdLst>
              <a:gd name="connsiteX0" fmla="*/ 0 w 1466850"/>
              <a:gd name="connsiteY0" fmla="*/ 1608226 h 1608226"/>
              <a:gd name="connsiteX1" fmla="*/ 366713 w 1466850"/>
              <a:gd name="connsiteY1" fmla="*/ 0 h 1608226"/>
              <a:gd name="connsiteX2" fmla="*/ 1466850 w 1466850"/>
              <a:gd name="connsiteY2" fmla="*/ 0 h 1608226"/>
              <a:gd name="connsiteX3" fmla="*/ 1100138 w 1466850"/>
              <a:gd name="connsiteY3" fmla="*/ 1608226 h 1608226"/>
              <a:gd name="connsiteX4" fmla="*/ 0 w 1466850"/>
              <a:gd name="connsiteY4" fmla="*/ 1608226 h 1608226"/>
              <a:gd name="connsiteX0" fmla="*/ 0 w 2304312"/>
              <a:gd name="connsiteY0" fmla="*/ 1608226 h 1614665"/>
              <a:gd name="connsiteX1" fmla="*/ 366713 w 2304312"/>
              <a:gd name="connsiteY1" fmla="*/ 0 h 1614665"/>
              <a:gd name="connsiteX2" fmla="*/ 1466850 w 2304312"/>
              <a:gd name="connsiteY2" fmla="*/ 0 h 1614665"/>
              <a:gd name="connsiteX3" fmla="*/ 2304312 w 2304312"/>
              <a:gd name="connsiteY3" fmla="*/ 1614665 h 1614665"/>
              <a:gd name="connsiteX4" fmla="*/ 0 w 2304312"/>
              <a:gd name="connsiteY4" fmla="*/ 1608226 h 1614665"/>
              <a:gd name="connsiteX0" fmla="*/ 0 w 4725205"/>
              <a:gd name="connsiteY0" fmla="*/ 5162795 h 5169234"/>
              <a:gd name="connsiteX1" fmla="*/ 366713 w 4725205"/>
              <a:gd name="connsiteY1" fmla="*/ 355456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69378 w 4725205"/>
              <a:gd name="connsiteY1" fmla="*/ 1931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82257 w 4725205"/>
              <a:gd name="connsiteY1" fmla="*/ 1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11557"/>
              <a:gd name="connsiteY0" fmla="*/ 5167345 h 5169234"/>
              <a:gd name="connsiteX1" fmla="*/ 2368609 w 4711557"/>
              <a:gd name="connsiteY1" fmla="*/ 1 h 5169234"/>
              <a:gd name="connsiteX2" fmla="*/ 4711557 w 4711557"/>
              <a:gd name="connsiteY2" fmla="*/ 0 h 5169234"/>
              <a:gd name="connsiteX3" fmla="*/ 2290664 w 4711557"/>
              <a:gd name="connsiteY3" fmla="*/ 5169234 h 5169234"/>
              <a:gd name="connsiteX4" fmla="*/ 0 w 4711557"/>
              <a:gd name="connsiteY4" fmla="*/ 5167345 h 516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557" h="5169234">
                <a:moveTo>
                  <a:pt x="0" y="5167345"/>
                </a:moveTo>
                <a:lnTo>
                  <a:pt x="2368609" y="1"/>
                </a:lnTo>
                <a:lnTo>
                  <a:pt x="4711557" y="0"/>
                </a:lnTo>
                <a:lnTo>
                  <a:pt x="2290664" y="5169234"/>
                </a:lnTo>
                <a:lnTo>
                  <a:pt x="0" y="5167345"/>
                </a:lnTo>
                <a:close/>
              </a:path>
            </a:pathLst>
          </a:custGeom>
          <a:solidFill>
            <a:srgbClr val="FF5451">
              <a:alpha val="5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noFill/>
                </a:ln>
                <a:noFill/>
              </a:defRPr>
            </a:lvl4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71878" y="1066801"/>
            <a:ext cx="3562911" cy="350998"/>
          </a:xfrm>
        </p:spPr>
        <p:txBody>
          <a:bodyPr anchor="b">
            <a:no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Bildplatzhalter"/>
          <p:cNvSpPr>
            <a:spLocks noGrp="1"/>
          </p:cNvSpPr>
          <p:nvPr>
            <p:ph type="pic" sz="quarter" idx="10"/>
          </p:nvPr>
        </p:nvSpPr>
        <p:spPr bwMode="auto">
          <a:xfrm>
            <a:off x="2711450" y="0"/>
            <a:ext cx="6432551" cy="5149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1800" baseline="0"/>
            </a:lvl1pPr>
          </a:lstStyle>
          <a:p>
            <a:pPr lvl="0"/>
            <a:r>
              <a:rPr lang="en-GB" noProof="0"/>
              <a:t>Click icon to add picture</a:t>
            </a:r>
            <a:endParaRPr lang="de-DE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1878" y="1447164"/>
            <a:ext cx="3562911" cy="2201545"/>
          </a:xfrm>
        </p:spPr>
        <p:txBody>
          <a:bodyPr anchor="t"/>
          <a:lstStyle>
            <a:lvl1pPr algn="l">
              <a:defRPr sz="2800" b="1" cap="all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871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9300" y="0"/>
            <a:ext cx="3314700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57588" y="2078847"/>
            <a:ext cx="6400800" cy="1487313"/>
          </a:xfrm>
          <a:prstGeom prst="rect">
            <a:avLst/>
          </a:prstGeom>
        </p:spPr>
        <p:txBody>
          <a:bodyPr anchor="t"/>
          <a:lstStyle>
            <a:lvl1pPr>
              <a:defRPr sz="2800">
                <a:solidFill>
                  <a:srgbClr val="262A3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57587" y="1740092"/>
            <a:ext cx="6400800" cy="338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800">
                <a:solidFill>
                  <a:srgbClr val="262A3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de-DE" dirty="0"/>
          </a:p>
        </p:txBody>
      </p:sp>
      <p:cxnSp>
        <p:nvCxnSpPr>
          <p:cNvPr id="9" name="Gerade Verbindung 10"/>
          <p:cNvCxnSpPr/>
          <p:nvPr userDrawn="1"/>
        </p:nvCxnSpPr>
        <p:spPr>
          <a:xfrm>
            <a:off x="457200" y="4713670"/>
            <a:ext cx="5731459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769366"/>
            <a:ext cx="547323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0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(formatfü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/>
          <p:cNvSpPr>
            <a:spLocks noGrp="1"/>
          </p:cNvSpPr>
          <p:nvPr>
            <p:ph type="pic" sz="quarter" idx="15"/>
          </p:nvPr>
        </p:nvSpPr>
        <p:spPr>
          <a:xfrm>
            <a:off x="8468" y="8468"/>
            <a:ext cx="9135532" cy="5135032"/>
          </a:xfrm>
        </p:spPr>
        <p:txBody>
          <a:bodyPr rtlCol="0">
            <a:normAutofit/>
          </a:bodyPr>
          <a:lstStyle/>
          <a:p>
            <a:pPr lvl="0"/>
            <a:r>
              <a:rPr lang="en-GB" noProof="0"/>
              <a:t>Click icon to add picture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10379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628" y="0"/>
            <a:ext cx="3524250" cy="5157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65495" y="2078847"/>
            <a:ext cx="7984797" cy="562753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18" name="Inhaltsplatzhalter 3"/>
          <p:cNvSpPr>
            <a:spLocks noGrp="1"/>
          </p:cNvSpPr>
          <p:nvPr>
            <p:ph sz="half" idx="2"/>
          </p:nvPr>
        </p:nvSpPr>
        <p:spPr>
          <a:xfrm>
            <a:off x="365495" y="2834640"/>
            <a:ext cx="4672172" cy="1847427"/>
          </a:xfrm>
        </p:spPr>
        <p:txBody>
          <a:bodyPr>
            <a:noAutofit/>
          </a:bodyPr>
          <a:lstStyle>
            <a:lvl1pPr marL="0" indent="0">
              <a:buNone/>
              <a:defRPr sz="1100" baseline="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457200" indent="0">
              <a:buNone/>
              <a:defRPr sz="11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6464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9"/>
            <a:ext cx="8234363" cy="7588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57200" y="1617134"/>
            <a:ext cx="8234363" cy="2985558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63750" indent="-2349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1125940"/>
            <a:ext cx="8234363" cy="37774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dirty="0"/>
              <a:t>Formatvorlagen des Textmasters bearbeiten</a:t>
            </a:r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248790C2-FB8D-4AD1-BFB1-8D82BB9A4283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043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316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ohne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9"/>
            <a:ext cx="8234363" cy="7588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57200" y="1223492"/>
            <a:ext cx="8234363" cy="3379199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63750" indent="-2349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2329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- 2 Blöc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57200" y="1617133"/>
            <a:ext cx="3952240" cy="2977092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1139588"/>
            <a:ext cx="8229600" cy="364092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dirty="0"/>
              <a:t>Formatvorlagen des Textmasters bearbeiten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idx="14" hasCustomPrompt="1"/>
          </p:nvPr>
        </p:nvSpPr>
        <p:spPr>
          <a:xfrm>
            <a:off x="4724400" y="1617133"/>
            <a:ext cx="3962400" cy="2977092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E6F2A070-8A77-484A-BFE7-6B1E5C215647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953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2" name="Bildplatzhalter 11"/>
          <p:cNvSpPr>
            <a:spLocks noGrp="1"/>
          </p:cNvSpPr>
          <p:nvPr>
            <p:ph type="pic" sz="quarter" idx="16"/>
          </p:nvPr>
        </p:nvSpPr>
        <p:spPr>
          <a:xfrm>
            <a:off x="457200" y="1243691"/>
            <a:ext cx="8229600" cy="3057375"/>
          </a:xfrm>
          <a:prstGeom prst="rect">
            <a:avLst/>
          </a:prstGeom>
        </p:spPr>
        <p:txBody>
          <a:bodyPr rtlCol="0">
            <a:noAutofit/>
          </a:bodyPr>
          <a:lstStyle>
            <a:lvl1pPr>
              <a:defRPr>
                <a:solidFill>
                  <a:srgbClr val="262A3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14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43582BE0-97CE-412F-80F1-16DC6BED178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2544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abellenplatzhalter 10"/>
          <p:cNvSpPr>
            <a:spLocks noGrp="1"/>
          </p:cNvSpPr>
          <p:nvPr>
            <p:ph type="tbl" sz="quarter" idx="16"/>
          </p:nvPr>
        </p:nvSpPr>
        <p:spPr>
          <a:xfrm>
            <a:off x="457200" y="1597677"/>
            <a:ext cx="8234363" cy="269293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noProof="0" dirty="0"/>
              <a:t>Tabelle durch Klicken auf Symbol hinzufügen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1141828"/>
            <a:ext cx="8229600" cy="361852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dirty="0"/>
              <a:t>Formatvorlagen des Textmasters bearbeiten</a:t>
            </a:r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A0321171-B06E-4659-9CF5-7D6E520FDC1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18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6"/>
          </p:nvPr>
        </p:nvSpPr>
        <p:spPr>
          <a:xfrm>
            <a:off x="457200" y="1229028"/>
            <a:ext cx="8229600" cy="3061228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noProof="0" dirty="0"/>
              <a:t>Diagramm durch Klicken auf Symbol hinzufügen</a:t>
            </a:r>
          </a:p>
        </p:txBody>
      </p:sp>
      <p:cxnSp>
        <p:nvCxnSpPr>
          <p:cNvPr id="16" name="Gerade Verbindung 10"/>
          <p:cNvCxnSpPr/>
          <p:nvPr userDrawn="1"/>
        </p:nvCxnSpPr>
        <p:spPr>
          <a:xfrm>
            <a:off x="457200" y="4713670"/>
            <a:ext cx="8229600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D98C2DD5-50CB-445D-B765-8AD2D4C5531F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5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39624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6"/>
          </p:nvPr>
        </p:nvSpPr>
        <p:spPr>
          <a:xfrm>
            <a:off x="457200" y="1181092"/>
            <a:ext cx="3962400" cy="3086108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noProof="0" dirty="0"/>
              <a:t>Diagramm durch Klicken auf Symbol hinzufügen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20"/>
          </p:nvPr>
        </p:nvSpPr>
        <p:spPr>
          <a:xfrm>
            <a:off x="4714875" y="4368811"/>
            <a:ext cx="39624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4" name="Diagrammplatzhalter 7"/>
          <p:cNvSpPr>
            <a:spLocks noGrp="1"/>
          </p:cNvSpPr>
          <p:nvPr>
            <p:ph type="chart" sz="quarter" idx="21"/>
          </p:nvPr>
        </p:nvSpPr>
        <p:spPr>
          <a:xfrm>
            <a:off x="4714875" y="1181092"/>
            <a:ext cx="3962400" cy="3086108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sz="120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noProof="0" dirty="0"/>
              <a:t>Diagramm durch Klicken auf Symbol hinzufügen</a:t>
            </a:r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64035955-D4DF-4360-912A-517416A0AD74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1593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457200" y="372533"/>
            <a:ext cx="2692400" cy="999067"/>
          </a:xfrm>
          <a:prstGeom prst="rect">
            <a:avLst/>
          </a:prstGeom>
        </p:spPr>
        <p:txBody>
          <a:bodyPr anchor="b"/>
          <a:lstStyle>
            <a:lvl1pPr algn="l">
              <a:defRPr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4" name="Inhaltsplatzhalter 2"/>
          <p:cNvSpPr>
            <a:spLocks noGrp="1"/>
          </p:cNvSpPr>
          <p:nvPr>
            <p:ph idx="1" hasCustomPrompt="1"/>
          </p:nvPr>
        </p:nvSpPr>
        <p:spPr>
          <a:xfrm>
            <a:off x="457200" y="1503680"/>
            <a:ext cx="2692400" cy="3195327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9" name="Bildplatzhalter 18"/>
          <p:cNvSpPr>
            <a:spLocks noGrp="1"/>
          </p:cNvSpPr>
          <p:nvPr>
            <p:ph type="pic" sz="quarter" idx="16"/>
          </p:nvPr>
        </p:nvSpPr>
        <p:spPr>
          <a:xfrm>
            <a:off x="3352800" y="762000"/>
            <a:ext cx="5791200" cy="3489344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10" name="Inhaltsplatzhalter 2"/>
          <p:cNvSpPr>
            <a:spLocks noGrp="1"/>
          </p:cNvSpPr>
          <p:nvPr>
            <p:ph idx="19"/>
          </p:nvPr>
        </p:nvSpPr>
        <p:spPr>
          <a:xfrm>
            <a:off x="3352800" y="4368811"/>
            <a:ext cx="5334000" cy="330196"/>
          </a:xfrm>
          <a:prstGeom prst="rect">
            <a:avLst/>
          </a:prstGeom>
        </p:spPr>
        <p:txBody>
          <a:bodyPr lIns="0" rIns="0"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01A9B2D6-5EFE-4937-AE57-083B7F8CA155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180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0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063625"/>
            <a:ext cx="8229600" cy="353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SUBHEADLINE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7" r:id="rId1"/>
    <p:sldLayoutId id="2147483884" r:id="rId2"/>
    <p:sldLayoutId id="2147483885" r:id="rId3"/>
    <p:sldLayoutId id="2147483870" r:id="rId4"/>
    <p:sldLayoutId id="2147483877" r:id="rId5"/>
    <p:sldLayoutId id="2147483879" r:id="rId6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2000" b="1" kern="1200" cap="all">
          <a:solidFill>
            <a:srgbClr val="262A31"/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Symbol" panose="05050102010706020507" pitchFamily="18" charset="2"/>
        <a:defRPr sz="1200" kern="1200">
          <a:solidFill>
            <a:srgbClr val="262A31"/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1pPr>
      <a:lvl2pPr marL="4572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2pPr>
      <a:lvl3pPr marL="9144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3pPr>
      <a:lvl4pPr marL="13716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4pPr>
      <a:lvl5pPr marL="18288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/>
          <p:cNvCxnSpPr/>
          <p:nvPr userDrawn="1"/>
        </p:nvCxnSpPr>
        <p:spPr>
          <a:xfrm>
            <a:off x="0" y="155575"/>
            <a:ext cx="457200" cy="0"/>
          </a:xfrm>
          <a:prstGeom prst="line">
            <a:avLst/>
          </a:prstGeom>
          <a:ln w="3175" cmpd="sng">
            <a:solidFill>
              <a:srgbClr val="262A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769366"/>
            <a:ext cx="547323" cy="324000"/>
          </a:xfrm>
          <a:prstGeom prst="rect">
            <a:avLst/>
          </a:prstGeom>
        </p:spPr>
      </p:pic>
      <p:sp>
        <p:nvSpPr>
          <p:cNvPr id="8" name="Textfeld 7"/>
          <p:cNvSpPr txBox="1"/>
          <p:nvPr userDrawn="1"/>
        </p:nvSpPr>
        <p:spPr>
          <a:xfrm>
            <a:off x="457200" y="22671"/>
            <a:ext cx="7001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Titel der Präsentation</a:t>
            </a:r>
            <a:r>
              <a:rPr lang="de-DE" sz="1200" b="1" baseline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de-DE" sz="12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| Untertitel</a:t>
            </a:r>
          </a:p>
        </p:txBody>
      </p:sp>
      <p:cxnSp>
        <p:nvCxnSpPr>
          <p:cNvPr id="9" name="Gerade Verbindung 10"/>
          <p:cNvCxnSpPr/>
          <p:nvPr userDrawn="1"/>
        </p:nvCxnSpPr>
        <p:spPr>
          <a:xfrm>
            <a:off x="457200" y="4713670"/>
            <a:ext cx="8229600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/>
          <p:cNvSpPr txBox="1"/>
          <p:nvPr userDrawn="1"/>
        </p:nvSpPr>
        <p:spPr>
          <a:xfrm>
            <a:off x="1154545" y="4837382"/>
            <a:ext cx="67854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Einrichtungsname</a:t>
            </a:r>
          </a:p>
        </p:txBody>
      </p:sp>
    </p:spTree>
    <p:extLst>
      <p:ext uri="{BB962C8B-B14F-4D97-AF65-F5344CB8AC3E}">
        <p14:creationId xmlns:p14="http://schemas.microsoft.com/office/powerpoint/2010/main" val="3392803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82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8" r:id="rId8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2000" b="1" kern="1200" cap="all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Symbol" panose="05050102010706020507" pitchFamily="18" charset="2"/>
        <a:defRPr sz="1200" kern="1200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marL="4572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2pPr>
      <a:lvl3pPr marL="9144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3pPr>
      <a:lvl4pPr marL="13716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4pPr>
      <a:lvl5pPr marL="18288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emf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emf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://www.uni-leipzig.de/service/kommunikation/medienredaktion/fotoservice.html" TargetMode="Externa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oleObject" Target="../embeddings/oleObject2.bin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0" descr="Logo Universität Leipzig">
            <a:extLst>
              <a:ext uri="{FF2B5EF4-FFF2-40B4-BE49-F238E27FC236}">
                <a16:creationId xmlns:a16="http://schemas.microsoft.com/office/drawing/2014/main" id="{1727DE0D-6C6D-D0B8-E27C-48F66B20B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5093"/>
            <a:ext cx="3429000" cy="1442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0" name="Titel 1"/>
          <p:cNvSpPr>
            <a:spLocks noGrp="1"/>
          </p:cNvSpPr>
          <p:nvPr>
            <p:ph type="ctrTitle"/>
          </p:nvPr>
        </p:nvSpPr>
        <p:spPr bwMode="auto">
          <a:xfrm>
            <a:off x="295275" y="2257425"/>
            <a:ext cx="8093075" cy="1485900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de-DE" altLang="de-DE" sz="2800" cap="none" dirty="0">
                <a:latin typeface="Arial" panose="020B0604020202020204" pitchFamily="34" charset="0"/>
                <a:cs typeface="Arial" panose="020B0604020202020204" pitchFamily="34" charset="0"/>
              </a:rPr>
              <a:t>Fortgeschrittene Methoden in d</a:t>
            </a:r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lang="de-DE" altLang="de-DE" sz="2800" cap="none" dirty="0">
                <a:latin typeface="Arial" panose="020B0604020202020204" pitchFamily="34" charset="0"/>
                <a:cs typeface="Arial" panose="020B0604020202020204" pitchFamily="34" charset="0"/>
              </a:rPr>
              <a:t> Bioinformatik</a:t>
            </a:r>
          </a:p>
        </p:txBody>
      </p:sp>
      <p:sp>
        <p:nvSpPr>
          <p:cNvPr id="17411" name="Untertitel 2"/>
          <p:cNvSpPr>
            <a:spLocks noGrp="1"/>
          </p:cNvSpPr>
          <p:nvPr>
            <p:ph type="subTitle" idx="1"/>
          </p:nvPr>
        </p:nvSpPr>
        <p:spPr>
          <a:xfrm>
            <a:off x="295275" y="1769509"/>
            <a:ext cx="6400800" cy="473075"/>
          </a:xfrm>
        </p:spPr>
        <p:txBody>
          <a:bodyPr/>
          <a:lstStyle/>
          <a:p>
            <a:pPr eaLnBrk="1" hangingPunct="1"/>
            <a:r>
              <a:rPr lang="de-DE" altLang="de-DE" i="1" dirty="0">
                <a:latin typeface="Arial" panose="020B0604020202020204" pitchFamily="34" charset="0"/>
                <a:cs typeface="Arial" panose="020B0604020202020204" pitchFamily="34" charset="0"/>
              </a:rPr>
              <a:t>„Breaking BMGs“</a:t>
            </a:r>
          </a:p>
        </p:txBody>
      </p:sp>
      <p:sp>
        <p:nvSpPr>
          <p:cNvPr id="17414" name="Inhaltsplatzhalter 3"/>
          <p:cNvSpPr>
            <a:spLocks noGrp="1"/>
          </p:cNvSpPr>
          <p:nvPr>
            <p:ph sz="half" idx="4294967295"/>
          </p:nvPr>
        </p:nvSpPr>
        <p:spPr>
          <a:xfrm>
            <a:off x="295275" y="3225800"/>
            <a:ext cx="3744913" cy="517525"/>
          </a:xfrm>
        </p:spPr>
        <p:txBody>
          <a:bodyPr/>
          <a:lstStyle/>
          <a:p>
            <a:pPr marL="0" indent="0" eaLnBrk="1" hangingPunct="1"/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SS 2026</a:t>
            </a:r>
          </a:p>
          <a:p>
            <a:pPr marL="0" indent="0"/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Dr. Julia van </a:t>
            </a:r>
            <a:r>
              <a:rPr lang="de-DE" alt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Beesel</a:t>
            </a:r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, Max Kleineberg, Tony </a:t>
            </a:r>
            <a:r>
              <a:rPr lang="de-DE" alt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Iberler</a:t>
            </a:r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, Dr. Alexander Mordhorst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Inhaltsplatzhalter 2"/>
          <p:cNvSpPr>
            <a:spLocks noGrp="1"/>
          </p:cNvSpPr>
          <p:nvPr>
            <p:ph idx="1"/>
          </p:nvPr>
        </p:nvSpPr>
        <p:spPr>
          <a:xfrm>
            <a:off x="391443" y="850434"/>
            <a:ext cx="8234363" cy="3442632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Compare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the </a:t>
            </a: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definition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of </a:t>
            </a: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best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matches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and </a:t>
            </a: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weak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best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de-DE" altLang="de-DE" sz="2000" dirty="0" err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matches</a:t>
            </a:r>
            <a:r>
              <a:rPr lang="de-DE" altLang="de-DE" sz="20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:</a:t>
            </a:r>
          </a:p>
          <a:p>
            <a:pPr marL="787400" lvl="1" indent="-342900">
              <a:buFont typeface="+mj-lt"/>
              <a:buAutoNum type="alphaLcParenR"/>
              <a:defRPr/>
            </a:pPr>
            <a:r>
              <a:rPr lang="en-DE" sz="1800" dirty="0"/>
              <a:t>Check whether every best match in (N, σ) is also a weak best match. Test this computationally, but also try to give a formal argument. </a:t>
            </a:r>
          </a:p>
          <a:p>
            <a:pPr marL="787400" lvl="1" indent="-342900">
              <a:buFont typeface="+mj-lt"/>
              <a:buAutoNum type="alphaLcParenR"/>
              <a:defRPr/>
            </a:pPr>
            <a:r>
              <a:rPr lang="en-DE" sz="1800" dirty="0"/>
              <a:t>Check if a modified version of the BIC-cherry + expansion procedure yields networks that explain weak best match graphs. 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en-DE" sz="2000" dirty="0"/>
              <a:t>Find a way to edit the explaining networks for (weak) best matches to become more tree like. </a:t>
            </a:r>
          </a:p>
          <a:p>
            <a:pPr marL="342900" indent="-342900">
              <a:buFont typeface="+mj-lt"/>
              <a:buAutoNum type="arabicPeriod"/>
              <a:defRPr/>
            </a:pPr>
            <a:endParaRPr lang="de-DE" altLang="de-DE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oliennummernplatzhalter 1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65E0B5-832F-9B0E-1BCB-37B8EAA8E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1BCECF-4983-6487-CF89-CB8CD683C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/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0EE2D39-2D5D-1AA3-A57B-AD925C88B479}"/>
              </a:ext>
            </a:extLst>
          </p:cNvPr>
          <p:cNvSpPr txBox="1">
            <a:spLocks/>
          </p:cNvSpPr>
          <p:nvPr/>
        </p:nvSpPr>
        <p:spPr bwMode="auto">
          <a:xfrm>
            <a:off x="391444" y="124852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defRPr/>
            </a:pPr>
            <a:endParaRPr lang="de-DE" altLang="de-DE" sz="1400" b="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262F9-A611-DD1C-9D10-EC890B288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Inhaltsplatzhalter 2">
            <a:extLst>
              <a:ext uri="{FF2B5EF4-FFF2-40B4-BE49-F238E27FC236}">
                <a16:creationId xmlns:a16="http://schemas.microsoft.com/office/drawing/2014/main" id="{17164DE2-19BD-51CE-9766-3E30114DF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0060"/>
            <a:ext cx="8234363" cy="344263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de-DE" dirty="0">
              <a:ea typeface="ＭＳ Ｐゴシック" charset="0"/>
            </a:endParaRPr>
          </a:p>
        </p:txBody>
      </p:sp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26F77173-D7A7-5D13-9DAE-3278C704C4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FA9727-E83C-F365-07B2-80E44AF20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13798B-33B9-BE43-59A7-B17010255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1D1E5C1F-D928-2CB5-2510-F25ADEA8E5B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1a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35A0F0-D4B7-2762-35AE-F58567B76B5D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DE" sz="1400" b="0" dirty="0"/>
              <a:t>Check whether every best match is also a weak best match: </a:t>
            </a:r>
            <a:r>
              <a:rPr lang="en-DE" sz="1400" u="sng" dirty="0"/>
              <a:t>Formal Argument</a:t>
            </a:r>
            <a:endParaRPr lang="de-DE" altLang="de-DE" sz="1400" u="sng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Clr>
                <a:srgbClr val="D8413E"/>
              </a:buClr>
              <a:defRPr/>
            </a:pPr>
            <a:endParaRPr lang="de-DE" altLang="de-DE" sz="1400" u="sng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51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A3CDA-5AF5-A6D3-98C6-07340EF76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0AA3DCBE-5894-4B19-B110-D35CD866C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EB7D94-A509-0617-3162-0E4BEB90C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532E4-F4C8-8267-9DA4-82669292E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411400D7-08D6-8B49-DD20-2F549B8C10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1a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60DD4A5-3164-255A-FCD2-B3B8E2718B35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DE" sz="1400" b="0" dirty="0"/>
              <a:t>Check whether every best match is also a weak best match: </a:t>
            </a:r>
            <a:r>
              <a:rPr lang="en-DE" sz="1400" u="sng" dirty="0"/>
              <a:t>Computational Evaluation</a:t>
            </a:r>
            <a:endParaRPr lang="de-DE" altLang="de-DE" sz="1400" u="sng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132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59C4A-DE69-BAD0-04D8-265FBE48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Inhaltsplatzhalter 2">
            <a:extLst>
              <a:ext uri="{FF2B5EF4-FFF2-40B4-BE49-F238E27FC236}">
                <a16:creationId xmlns:a16="http://schemas.microsoft.com/office/drawing/2014/main" id="{C40FEADC-5275-30EB-E29C-CB320BE37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0060"/>
            <a:ext cx="8234363" cy="344263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844ACC59-11B7-2A9D-6113-59BD66283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C1859E-4466-37EA-8FBB-46EAAF5A2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C5FF98-FCBF-FE95-270C-8F0C8E2D4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1520F1E8-4473-8A5E-8EF2-8F783005402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1a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6F502B67-6709-ED21-5FC9-8992B2888F9A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DE" sz="1400" b="0" dirty="0"/>
              <a:t>Check whether every best match is also a weak best match: </a:t>
            </a:r>
            <a:r>
              <a:rPr lang="en-DE" sz="1400" u="sng" dirty="0"/>
              <a:t>Computational Evaluation</a:t>
            </a:r>
            <a:endParaRPr lang="de-DE" altLang="de-DE" sz="1400" u="sng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749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2B785-F3EE-189C-37CC-1AC560CCF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59F6CF85-35C3-9C1E-13CE-C3D222A706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AA75D1-266E-0C01-80F7-DEB994D8C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115965-6151-A01F-804C-E352F9789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251F66D3-75B9-F8C1-B6A0-BFCD0E23377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1B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7E2E1D8-0F7D-E5A4-995E-08E120E35BBE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GB" sz="1400" b="0" dirty="0"/>
              <a:t>Check if a modified version of the BIC-cherry + expansion procedure yields networks that explain weak best match graphs.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0F1866-D642-EA7F-3829-04F18397C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38" y="1337820"/>
            <a:ext cx="4419600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049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87B2-7692-CE72-4B74-FBBF49FB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5017B052-B045-7E7E-766F-E4A331ED8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A10577-6307-2211-9B59-2053AA579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55A405-A10E-B300-6A4A-030B4243A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0FE30FEA-DB33-8380-AEF4-97609F4E42D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1B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7E50A403-C995-DCBC-5763-203D594BEB18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GB" sz="1400" b="0" dirty="0"/>
              <a:t>Check if a modified version of the BIC-cherry + expansion procedure yields networks that explain weak best match graphs.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696FC-72C3-9322-9E71-A92B8BB37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38" y="1337820"/>
            <a:ext cx="4419600" cy="2933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9A1B6A-808A-796E-542B-0B0D722345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3024"/>
          <a:stretch>
            <a:fillRect/>
          </a:stretch>
        </p:blipFill>
        <p:spPr>
          <a:xfrm>
            <a:off x="5338526" y="1669477"/>
            <a:ext cx="3496236" cy="2540756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CA1A467-6F4A-DAC5-94F0-C920790A8052}"/>
              </a:ext>
            </a:extLst>
          </p:cNvPr>
          <p:cNvSpPr>
            <a:spLocks noChangeAspect="1"/>
          </p:cNvSpPr>
          <p:nvPr/>
        </p:nvSpPr>
        <p:spPr>
          <a:xfrm>
            <a:off x="7726663" y="2415308"/>
            <a:ext cx="154308" cy="15840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37873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2C852-19E7-7D0E-530E-6B323BF3C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607E0267-5E32-53C0-807F-5F56D3A4B0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AD6989-7D3D-C125-09B0-C30592FEF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223F6F-8BA9-5742-1063-FB9AC8E22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9A72A3C4-36A6-53B3-F52C-50ADCA11193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1B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8A54A04-21E1-588A-13A3-64EA9F2C9BA8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GB" sz="1400" b="0" dirty="0"/>
              <a:t>Check if a modified version of the BIC-cherry + expansion procedure yields networks that explain weak best match graphs.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42EB83-537B-813E-33DF-55F489A65E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3024"/>
          <a:stretch>
            <a:fillRect/>
          </a:stretch>
        </p:blipFill>
        <p:spPr>
          <a:xfrm>
            <a:off x="5338526" y="1669477"/>
            <a:ext cx="3496236" cy="25407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E1B835-F5D2-DF65-5E91-6BD0F70DBD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976" r="7"/>
          <a:stretch>
            <a:fillRect/>
          </a:stretch>
        </p:blipFill>
        <p:spPr>
          <a:xfrm>
            <a:off x="7086644" y="1669477"/>
            <a:ext cx="1723510" cy="25407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8FA376-32DD-07A3-A06F-14BB327A54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238" y="1276533"/>
            <a:ext cx="4419600" cy="29337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B4E1971-B611-F7A0-E65B-145A01A24837}"/>
              </a:ext>
            </a:extLst>
          </p:cNvPr>
          <p:cNvSpPr/>
          <p:nvPr/>
        </p:nvSpPr>
        <p:spPr>
          <a:xfrm>
            <a:off x="7352591" y="2406517"/>
            <a:ext cx="152400" cy="156441"/>
          </a:xfrm>
          <a:prstGeom prst="ellipse">
            <a:avLst/>
          </a:prstGeom>
          <a:noFill/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750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841A7-3B89-7902-3787-631CB401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D8FCDED5-9367-DC7E-7A53-330F36DDD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BCA4EA-421E-4C4F-B38A-6BF2FD629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67FEC2-F584-FD57-702B-29E09103C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20859949-C5EE-150F-4EE4-667324DE708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1B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9A090B4A-62CB-E59B-6DEE-7BE4C451BBC8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GB" sz="1400" b="0" dirty="0"/>
              <a:t>Check if a modified version of the BIC-cherry + expansion procedure yields networks that explain weak best match graphs.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33A7EA-F23F-2457-8838-5F42516D96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3024"/>
          <a:stretch>
            <a:fillRect/>
          </a:stretch>
        </p:blipFill>
        <p:spPr>
          <a:xfrm>
            <a:off x="5338526" y="1669477"/>
            <a:ext cx="3496236" cy="25407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9FF4953-812B-E8FE-7B69-5BE45B0ACF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976" r="7"/>
          <a:stretch>
            <a:fillRect/>
          </a:stretch>
        </p:blipFill>
        <p:spPr>
          <a:xfrm>
            <a:off x="7086644" y="1669477"/>
            <a:ext cx="1723510" cy="25407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F3BD51-D597-8D1A-059A-DA0B1330E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238" y="1276533"/>
            <a:ext cx="4419600" cy="29337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5F04B80A-77CD-F347-69C7-1E553A3071B2}"/>
              </a:ext>
            </a:extLst>
          </p:cNvPr>
          <p:cNvSpPr/>
          <p:nvPr/>
        </p:nvSpPr>
        <p:spPr>
          <a:xfrm>
            <a:off x="8243888" y="356218"/>
            <a:ext cx="152400" cy="156441"/>
          </a:xfrm>
          <a:prstGeom prst="ellipse">
            <a:avLst/>
          </a:prstGeom>
          <a:noFill/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B094305-39B6-05C2-F16A-FDED25ABF0E8}"/>
              </a:ext>
            </a:extLst>
          </p:cNvPr>
          <p:cNvSpPr/>
          <p:nvPr/>
        </p:nvSpPr>
        <p:spPr>
          <a:xfrm>
            <a:off x="8474054" y="356218"/>
            <a:ext cx="152400" cy="156441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21401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51E9F-ACAB-E736-8959-F3B8B5DD5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23CFE4DF-FDED-DCF6-303D-275E3725B8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C5E406-0E47-3554-7D02-4CA017FEE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6E11EA-F9DE-03C3-14DE-AE38EF08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A08B8C56-DEFC-936D-916B-3A6301A9E91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 err="1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1B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5EE5495-37C6-3081-9220-24BEF38C1082}"/>
              </a:ext>
            </a:extLst>
          </p:cNvPr>
          <p:cNvSpPr txBox="1">
            <a:spLocks/>
          </p:cNvSpPr>
          <p:nvPr/>
        </p:nvSpPr>
        <p:spPr bwMode="auto">
          <a:xfrm>
            <a:off x="382390" y="356218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buClr>
                <a:srgbClr val="D8413E"/>
              </a:buClr>
              <a:defRPr/>
            </a:pPr>
            <a:r>
              <a:rPr lang="en-GB" sz="1400" b="0" dirty="0"/>
              <a:t>Check if a modified version of the BIC-cherry + expansion procedure yields networks that explain weak best match graphs. </a:t>
            </a:r>
          </a:p>
        </p:txBody>
      </p:sp>
    </p:spTree>
    <p:extLst>
      <p:ext uri="{BB962C8B-B14F-4D97-AF65-F5344CB8AC3E}">
        <p14:creationId xmlns:p14="http://schemas.microsoft.com/office/powerpoint/2010/main" val="2494683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932C4-090B-F07C-F6DA-1EF74D8D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Inhaltsplatzhalter 2">
            <a:extLst>
              <a:ext uri="{FF2B5EF4-FFF2-40B4-BE49-F238E27FC236}">
                <a16:creationId xmlns:a16="http://schemas.microsoft.com/office/drawing/2014/main" id="{3CD9A241-6BDD-665E-BA09-B4F56AD45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0060"/>
            <a:ext cx="8234363" cy="344263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de-DE" dirty="0">
                <a:ea typeface="ＭＳ Ｐゴシック" charset="0"/>
              </a:rPr>
              <a:t>Überschriften, Zwischenüberschriften und Fließtext werden beim Eintippen der ersten Textzeile automatisch formatiert. </a:t>
            </a:r>
          </a:p>
          <a:p>
            <a:pPr marL="271463" indent="-271463">
              <a:defRPr/>
            </a:pPr>
            <a:r>
              <a:rPr lang="de-DE" dirty="0">
                <a:ea typeface="ＭＳ Ｐゴシック" charset="0"/>
              </a:rPr>
              <a:t>Aufzählungen können über die Schaltfläche „Aufzählungszeichen“ eingestellt werden.</a:t>
            </a:r>
          </a:p>
          <a:p>
            <a:pPr marL="271463" indent="-271463">
              <a:defRPr/>
            </a:pPr>
            <a:r>
              <a:rPr lang="de-DE" dirty="0">
                <a:ea typeface="ＭＳ Ｐゴシック" charset="0"/>
              </a:rPr>
              <a:t>Nach einem Umbruch (Enter) erscheint ein weiteres Aufzählungszeichen. </a:t>
            </a:r>
          </a:p>
          <a:p>
            <a:pPr marL="719138" lvl="1" indent="-261938">
              <a:defRPr/>
            </a:pPr>
            <a:r>
              <a:rPr lang="de-DE" dirty="0">
                <a:ea typeface="ＭＳ Ｐゴシック" charset="0"/>
              </a:rPr>
              <a:t>Durch Drücken der Tabulatortaste wird der Text im Format der nächsten Gliederungseben dargestellt. </a:t>
            </a:r>
          </a:p>
          <a:p>
            <a:pPr marL="0" indent="0" eaLnBrk="1" hangingPunct="1">
              <a:buNone/>
              <a:defRPr/>
            </a:pPr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buNone/>
              <a:defRPr/>
            </a:pP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Titel und Fußzeile 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der Präsentation können automatisch für alle Folien geändert werden unter Ansicht/Folienmaster. Dort auf der Masterfolie 2 den Text bearbeiten.</a:t>
            </a:r>
          </a:p>
        </p:txBody>
      </p:sp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FE1FBC8E-8025-3201-834A-554A2E6E4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88835E-D876-FE1A-0002-FD6733997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05EB06-E357-0B76-E390-0D95696D1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289C3FEC-8A51-31CF-D356-59059C87D24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Formatierungsanmerkung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EC2407AF-D362-8E8C-0719-552F438F319F}"/>
              </a:ext>
            </a:extLst>
          </p:cNvPr>
          <p:cNvSpPr txBox="1">
            <a:spLocks/>
          </p:cNvSpPr>
          <p:nvPr/>
        </p:nvSpPr>
        <p:spPr bwMode="auto">
          <a:xfrm>
            <a:off x="391444" y="124852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de-DE" altLang="de-DE" sz="1400" b="0" dirty="0">
                <a:latin typeface="Arial" panose="020B0604020202020204" pitchFamily="34" charset="0"/>
                <a:cs typeface="Arial" panose="020B0604020202020204" pitchFamily="34" charset="0"/>
              </a:rPr>
              <a:t>Formatierungsanmerkung</a:t>
            </a:r>
            <a:endParaRPr lang="de-DE" altLang="de-DE" sz="1400" b="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37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757BE-0BE7-2454-B3D8-FAA38DBF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Inhaltsplatzhalter 2">
            <a:extLst>
              <a:ext uri="{FF2B5EF4-FFF2-40B4-BE49-F238E27FC236}">
                <a16:creationId xmlns:a16="http://schemas.microsoft.com/office/drawing/2014/main" id="{B24C6DAB-7886-86A3-EB39-1CDBE87006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0060"/>
            <a:ext cx="8234363" cy="344263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de-DE" dirty="0">
                <a:ea typeface="ＭＳ Ｐゴシック" charset="0"/>
              </a:rPr>
              <a:t>Überschriften, Zwischenüberschriften und Fließtext werden beim Eintippen der ersten Textzeile automatisch formatiert. </a:t>
            </a:r>
          </a:p>
          <a:p>
            <a:pPr marL="271463" indent="-271463">
              <a:defRPr/>
            </a:pPr>
            <a:r>
              <a:rPr lang="de-DE" dirty="0">
                <a:ea typeface="ＭＳ Ｐゴシック" charset="0"/>
              </a:rPr>
              <a:t>Aufzählungen können über die Schaltfläche „Aufzählungszeichen“ eingestellt werden.</a:t>
            </a:r>
          </a:p>
          <a:p>
            <a:pPr marL="271463" indent="-271463">
              <a:defRPr/>
            </a:pPr>
            <a:r>
              <a:rPr lang="de-DE" dirty="0">
                <a:ea typeface="ＭＳ Ｐゴシック" charset="0"/>
              </a:rPr>
              <a:t>Nach einem Umbruch (Enter) erscheint ein weiteres Aufzählungszeichen. </a:t>
            </a:r>
          </a:p>
          <a:p>
            <a:pPr marL="719138" lvl="1" indent="-261938">
              <a:defRPr/>
            </a:pPr>
            <a:r>
              <a:rPr lang="de-DE" dirty="0">
                <a:ea typeface="ＭＳ Ｐゴシック" charset="0"/>
              </a:rPr>
              <a:t>Durch Drücken der Tabulatortaste wird der Text im Format der nächsten Gliederungseben dargestellt. </a:t>
            </a:r>
          </a:p>
          <a:p>
            <a:pPr marL="0" indent="0" eaLnBrk="1" hangingPunct="1">
              <a:buNone/>
              <a:defRPr/>
            </a:pPr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buNone/>
              <a:defRPr/>
            </a:pP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Titel und Fußzeile 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der Präsentation können automatisch für alle Folien geändert werden unter Ansicht/Folienmaster. Dort auf der Masterfolie 2 den Text bearbeiten.</a:t>
            </a:r>
          </a:p>
        </p:txBody>
      </p:sp>
      <p:sp>
        <p:nvSpPr>
          <p:cNvPr id="6" name="Foliennummernplatzhalter 1">
            <a:extLst>
              <a:ext uri="{FF2B5EF4-FFF2-40B4-BE49-F238E27FC236}">
                <a16:creationId xmlns:a16="http://schemas.microsoft.com/office/drawing/2014/main" id="{EE88D397-AD97-B3C9-A5AF-53C256B189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ABC642DC-4027-4785-8EC1-7265DE27C53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CFC9C7-1E00-4787-D58D-B05D24026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46D2EA-6F03-CB7C-F0D5-5EBCA550D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  <p:sp>
        <p:nvSpPr>
          <p:cNvPr id="21506" name="Titel 1">
            <a:extLst>
              <a:ext uri="{FF2B5EF4-FFF2-40B4-BE49-F238E27FC236}">
                <a16:creationId xmlns:a16="http://schemas.microsoft.com/office/drawing/2014/main" id="{854544AF-A59B-0D13-7C54-B545B7FC9B3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64569" y="-136930"/>
            <a:ext cx="8234363" cy="758825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Formatierungsanmerkung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1766A34-8870-186F-3783-AB4DCC7DE073}"/>
              </a:ext>
            </a:extLst>
          </p:cNvPr>
          <p:cNvSpPr txBox="1">
            <a:spLocks/>
          </p:cNvSpPr>
          <p:nvPr/>
        </p:nvSpPr>
        <p:spPr bwMode="auto">
          <a:xfrm>
            <a:off x="391444" y="124852"/>
            <a:ext cx="8234363" cy="758825"/>
          </a:xfrm>
          <a:prstGeom prst="rect">
            <a:avLst/>
          </a:prstGeom>
        </p:spPr>
        <p:txBody>
          <a:bodyPr wrap="square" numCol="1" anchor="b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 kern="1200" cap="all">
                <a:solidFill>
                  <a:schemeClr val="tx1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62A31"/>
                </a:solidFill>
                <a:latin typeface="Arial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Futura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de-DE" altLang="de-DE" sz="1400" b="0" dirty="0">
                <a:latin typeface="Arial" panose="020B0604020202020204" pitchFamily="34" charset="0"/>
                <a:cs typeface="Arial" panose="020B0604020202020204" pitchFamily="34" charset="0"/>
              </a:rPr>
              <a:t>Formatierungsanmerkung</a:t>
            </a:r>
            <a:endParaRPr lang="de-DE" altLang="de-DE" sz="1400" b="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810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platzhalter 14" descr="Foto mehrere Büsten"/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3" r="4273"/>
          <a:stretch>
            <a:fillRect/>
          </a:stretch>
        </p:blipFill>
        <p:spPr/>
      </p:pic>
      <p:sp>
        <p:nvSpPr>
          <p:cNvPr id="10" name="Textplatzhalt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 dirty="0">
              <a:noFill/>
            </a:endParaRPr>
          </a:p>
        </p:txBody>
      </p:sp>
      <p:sp>
        <p:nvSpPr>
          <p:cNvPr id="8" name="Textplatzhalte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>
              <a:noFill/>
            </a:endParaRPr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DE" sz="2800" dirty="0"/>
              <a:t>Anwendungs-beispiele</a:t>
            </a:r>
          </a:p>
        </p:txBody>
      </p:sp>
      <p:sp>
        <p:nvSpPr>
          <p:cNvPr id="23555" name="Textplatzhalt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altLang="de-DE" sz="1800" dirty="0">
                <a:latin typeface="Arial" panose="020B0604020202020204" pitchFamily="34" charset="0"/>
                <a:cs typeface="Arial" panose="020B0604020202020204" pitchFamily="34" charset="0"/>
              </a:rPr>
              <a:t>Beispiel für eine Zwischenfolie</a:t>
            </a:r>
          </a:p>
        </p:txBody>
      </p:sp>
    </p:spTree>
    <p:extLst>
      <p:ext uri="{BB962C8B-B14F-4D97-AF65-F5344CB8AC3E}">
        <p14:creationId xmlns:p14="http://schemas.microsoft.com/office/powerpoint/2010/main" val="37542797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 descr="Foto mehrere Büsten"/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96" r="2896"/>
          <a:stretch>
            <a:fillRect/>
          </a:stretch>
        </p:blipFill>
        <p:spPr/>
      </p:pic>
      <p:sp>
        <p:nvSpPr>
          <p:cNvPr id="13" name="Textplatzhalt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 dirty="0">
              <a:noFill/>
            </a:endParaRPr>
          </a:p>
        </p:txBody>
      </p:sp>
      <p:sp>
        <p:nvSpPr>
          <p:cNvPr id="12" name="Textplatzhalte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>
              <a:noFill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de-DE" sz="2800" dirty="0">
                <a:ea typeface="+mj-ea"/>
              </a:rPr>
              <a:t>Noch Eine Zwischenfolie mit Bild</a:t>
            </a:r>
          </a:p>
        </p:txBody>
      </p:sp>
      <p:sp>
        <p:nvSpPr>
          <p:cNvPr id="19461" name="Text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de-DE" altLang="de-DE" sz="1800" dirty="0">
                <a:latin typeface="Arial" panose="020B0604020202020204" pitchFamily="34" charset="0"/>
                <a:cs typeface="Arial" panose="020B0604020202020204" pitchFamily="34" charset="0"/>
              </a:rPr>
              <a:t>Untertitel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Textformate 1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60" name="Textplatzhalter 2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ALLGEMEIN</a:t>
            </a:r>
          </a:p>
        </p:txBody>
      </p:sp>
      <p:sp>
        <p:nvSpPr>
          <p:cNvPr id="19459" name="Inhaltsplatzhalter 4"/>
          <p:cNvSpPr>
            <a:spLocks noGrp="1"/>
          </p:cNvSpPr>
          <p:nvPr>
            <p:ph idx="1"/>
          </p:nvPr>
        </p:nvSpPr>
        <p:spPr>
          <a:xfrm>
            <a:off x="457200" y="1617134"/>
            <a:ext cx="8174736" cy="2985558"/>
          </a:xfrm>
        </p:spPr>
        <p:txBody>
          <a:bodyPr/>
          <a:lstStyle/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  <a:tabLst>
                <a:tab pos="1347788" algn="l"/>
              </a:tabLst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Schriftart:	Arial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  <a:tabLst>
                <a:tab pos="1347788" algn="l"/>
              </a:tabLst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Haupttitel:	Schriftgröße 28pt, Großbuchstaben, Zeilenabstand einfach, fett, 	Schwarz (auf Zwischenfolien Weiß)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  <a:tabLst>
                <a:tab pos="1347788" algn="l"/>
              </a:tabLst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Untertitel:	Schriftgröße 18pt, Zeilenabstand einfach, </a:t>
            </a:r>
            <a:b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	Schwarz (auf Zwischenfolien Weiß)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  <a:tabLst>
                <a:tab pos="1347788" algn="l"/>
              </a:tabLst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Folienüberschriften: Schriftgröße 20pt, Großbuchstaben, Zeilenabstand</a:t>
            </a:r>
            <a:b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	einfach, fett, Schwarz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  <a:tabLst>
                <a:tab pos="1347788" algn="l"/>
              </a:tabLst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Unter-Überschriften (Subheadlines): Schriftgröße 14pt, Großbuchstaben, 	Zeilenabstand einfach, Schwarz</a:t>
            </a:r>
          </a:p>
        </p:txBody>
      </p:sp>
      <p:sp>
        <p:nvSpPr>
          <p:cNvPr id="7" name="Foliennummernplatzhalter 1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0A943AF0-EF9B-4966-9A63-A2F3957E838D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E998FA-52B8-E6D7-C301-C32EC9E1F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0" y="25718"/>
            <a:ext cx="4381751" cy="4335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FDEC01B-E11A-9848-8BAB-84A0DAE22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184495" y="4764668"/>
            <a:ext cx="4381751" cy="3191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Textformate 2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484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ALLGEMEIN</a:t>
            </a:r>
          </a:p>
        </p:txBody>
      </p:sp>
      <p:sp>
        <p:nvSpPr>
          <p:cNvPr id="20483" name="Inhaltsplatzhalt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Fließtext: Schriftgröße 18pt, Zeilenabstand einfach, Schwarz</a:t>
            </a:r>
          </a:p>
          <a:p>
            <a:pPr marL="719138" lvl="1" indent="-261938" eaLnBrk="1" hangingPunct="1">
              <a:spcBef>
                <a:spcPts val="400"/>
              </a:spcBef>
              <a:buFont typeface="Symbol" panose="05050102010706020507" pitchFamily="18" charset="2"/>
              <a:buChar char="-"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Aufzählung ab 2. Ebene: Schriftgröße 16pt, Zeilenabstand einfach, Schwarz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Kopf- und Fußzeile: Schriftgröße 12pt, Zeilenabstand einfach, Schwarz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Seitenzahl: Schriftgröße 9pt, Zeilenabstand einfach, Rot</a:t>
            </a:r>
          </a:p>
          <a:p>
            <a:pPr marL="271463" indent="-271463" eaLnBrk="1" hangingPunct="1">
              <a:spcBef>
                <a:spcPts val="400"/>
              </a:spcBef>
              <a:buFont typeface="Symbol" panose="05050102010706020507" pitchFamily="18" charset="2"/>
              <a:buChar char="-"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Datumsangabe: Schriftgröße 16pt, Zeilenabstand einfach, Schwarz</a:t>
            </a:r>
          </a:p>
        </p:txBody>
      </p:sp>
      <p:sp>
        <p:nvSpPr>
          <p:cNvPr id="7" name="Foliennummernplatzhalter 1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51B99AE4-140C-4B50-96BA-634E5861AC5D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Textformate 3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08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TABELLEN</a:t>
            </a:r>
          </a:p>
        </p:txBody>
      </p:sp>
      <p:sp>
        <p:nvSpPr>
          <p:cNvPr id="21509" name="Inhaltsplatzhalter 4"/>
          <p:cNvSpPr>
            <a:spLocks noGrp="1"/>
          </p:cNvSpPr>
          <p:nvPr>
            <p:ph idx="1"/>
          </p:nvPr>
        </p:nvSpPr>
        <p:spPr>
          <a:xfrm>
            <a:off x="457200" y="1617134"/>
            <a:ext cx="8401507" cy="2985558"/>
          </a:xfrm>
        </p:spPr>
        <p:txBody>
          <a:bodyPr/>
          <a:lstStyle/>
          <a:p>
            <a:pPr marL="271463" indent="-271463" defTabSz="1254125" eaLnBrk="1" hangingPunct="1">
              <a:lnSpc>
                <a:spcPct val="120000"/>
              </a:lnSpc>
              <a:spcBef>
                <a:spcPts val="400"/>
              </a:spcBef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Tabellenkopf: Schriftgröße 14pt, Zeilenabstand einfach, Grau (50 % Schwarz)</a:t>
            </a:r>
          </a:p>
          <a:p>
            <a:pPr marL="271463" indent="-271463">
              <a:defRPr/>
            </a:pPr>
            <a:r>
              <a:rPr lang="de-DE" dirty="0"/>
              <a:t>Erste Spalte: Schriftgröße 14pt, Zeilenabstand einfach, Schwarz</a:t>
            </a:r>
          </a:p>
          <a:p>
            <a:pPr marL="271463" indent="-271463">
              <a:defRPr/>
            </a:pPr>
            <a:r>
              <a:rPr lang="de-DE" dirty="0"/>
              <a:t>Tabellenangaben: Schriftgröße 12pt, Zeilenabstand einfach, Schwarz</a:t>
            </a:r>
          </a:p>
          <a:p>
            <a:pPr marL="271463" indent="-271463">
              <a:defRPr/>
            </a:pPr>
            <a:r>
              <a:rPr lang="de-DE" dirty="0"/>
              <a:t>Rahmenlinien: 1pt Grau (50 % Schwarz) und 0,5pt Grau (50 % Schwarz)</a:t>
            </a:r>
          </a:p>
          <a:p>
            <a:pPr>
              <a:defRPr/>
            </a:pPr>
            <a:endParaRPr lang="de-DE" dirty="0"/>
          </a:p>
        </p:txBody>
      </p:sp>
      <p:graphicFrame>
        <p:nvGraphicFramePr>
          <p:cNvPr id="7" name="Tabellenplatzhalter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211033"/>
              </p:ext>
            </p:extLst>
          </p:nvPr>
        </p:nvGraphicFramePr>
        <p:xfrm>
          <a:off x="457200" y="3211513"/>
          <a:ext cx="8147050" cy="1322420"/>
        </p:xfrm>
        <a:graphic>
          <a:graphicData uri="http://schemas.openxmlformats.org/drawingml/2006/table">
            <a:tbl>
              <a:tblPr firstRow="1"/>
              <a:tblGrid>
                <a:gridCol w="2876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60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de-DE" altLang="de-DE" sz="1400" b="1" i="0" u="none" strike="noStrike" cap="none" normalizeH="0" baseline="0" dirty="0">
                        <a:ln>
                          <a:noFill/>
                        </a:ln>
                        <a:solidFill>
                          <a:srgbClr val="B2B2B2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37" marB="45637" horzOverflow="overflow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69696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Tabellenkopf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69696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Tabellenkopf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69696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Tabellenkopf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262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	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262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Hervorhebung</a:t>
                      </a:r>
                      <a:endParaRPr kumimoji="0" lang="de-DE" altLang="de-DE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de-DE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  <a:endParaRPr kumimoji="0" lang="de-DE" altLang="de-DE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de-DE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  <a:endParaRPr kumimoji="0" lang="de-DE" altLang="de-DE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de-DE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  <a:endParaRPr kumimoji="0" lang="de-DE" altLang="de-DE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262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	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37" marB="45637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Foliennummernplatzhalter 1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035D073A-125A-4B78-844D-CA560DCE7EEE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Anwendungsbeispiel</a:t>
            </a:r>
          </a:p>
        </p:txBody>
      </p:sp>
      <p:sp>
        <p:nvSpPr>
          <p:cNvPr id="32816" name="Textplatzhalt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TABELLEN</a:t>
            </a:r>
          </a:p>
        </p:txBody>
      </p:sp>
      <p:graphicFrame>
        <p:nvGraphicFramePr>
          <p:cNvPr id="10" name="Tabellenplatzhalter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1570588"/>
              </p:ext>
            </p:extLst>
          </p:nvPr>
        </p:nvGraphicFramePr>
        <p:xfrm>
          <a:off x="539750" y="1719263"/>
          <a:ext cx="8147050" cy="2343148"/>
        </p:xfrm>
        <a:graphic>
          <a:graphicData uri="http://schemas.openxmlformats.org/drawingml/2006/table">
            <a:tbl>
              <a:tblPr firstRow="1"/>
              <a:tblGrid>
                <a:gridCol w="2876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1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de-DE" altLang="de-DE" sz="1400" b="1" i="0" u="none" strike="noStrike" cap="none" normalizeH="0" baseline="0" dirty="0">
                        <a:ln>
                          <a:noFill/>
                        </a:ln>
                        <a:solidFill>
                          <a:srgbClr val="B2B2B2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99" marB="45699" horzOverflow="overflow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69696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Tabellenkopf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69696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Tabellenkopf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69696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Tabellenkopf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2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	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2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	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2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72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Hervorhebung</a:t>
                      </a:r>
                      <a:endParaRPr kumimoji="0" lang="de-DE" altLang="de-DE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de-DE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  <a:endParaRPr kumimoji="0" lang="de-DE" altLang="de-DE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de-DE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  <a:endParaRPr kumimoji="0" lang="de-DE" altLang="de-DE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de-DE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  <a:endParaRPr kumimoji="0" lang="de-DE" altLang="de-DE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72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72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Font typeface="Symbol" panose="05050102010706020507" pitchFamily="18" charset="2"/>
                        <a:defRPr sz="1000">
                          <a:solidFill>
                            <a:srgbClr val="262A3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MS PGothic" panose="020B0600070205080204" pitchFamily="34" charset="-128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DE" altLang="de-DE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Wert</a:t>
                      </a:r>
                    </a:p>
                  </a:txBody>
                  <a:tcPr marL="91443" marR="91443" marT="45699" marB="45699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771" name="Inhaltsplatzhalter 6"/>
          <p:cNvSpPr>
            <a:spLocks noGrp="1"/>
          </p:cNvSpPr>
          <p:nvPr>
            <p:ph idx="1"/>
          </p:nvPr>
        </p:nvSpPr>
        <p:spPr>
          <a:xfrm>
            <a:off x="457200" y="4147718"/>
            <a:ext cx="8229600" cy="551289"/>
          </a:xfrm>
        </p:spPr>
        <p:txBody>
          <a:bodyPr/>
          <a:lstStyle/>
          <a:p>
            <a:pPr eaLnBrk="1" hangingPunct="1">
              <a:buFont typeface="Symbol" panose="05050102010706020507" pitchFamily="18" charset="2"/>
              <a:buNone/>
            </a:pPr>
            <a:r>
              <a:rPr lang="de-DE" altLang="de-DE" sz="1200" dirty="0">
                <a:solidFill>
                  <a:srgbClr val="7F7F7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Tabellenunterschrift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160C9AF-448A-4DA4-9688-85DDBAF3634B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18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Farben</a:t>
            </a:r>
          </a:p>
        </p:txBody>
      </p:sp>
      <p:sp>
        <p:nvSpPr>
          <p:cNvPr id="9" name="Inhaltsplatzhalt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  <a:defRPr/>
            </a:pPr>
            <a:r>
              <a:rPr lang="de-DE" dirty="0"/>
              <a:t>Folgende Farben können für </a:t>
            </a:r>
            <a:r>
              <a:rPr lang="de-DE" dirty="0" err="1"/>
              <a:t>SmartArts</a:t>
            </a:r>
            <a:r>
              <a:rPr lang="de-DE" dirty="0"/>
              <a:t>, </a:t>
            </a:r>
            <a:r>
              <a:rPr lang="de-DE" dirty="0" err="1"/>
              <a:t>Diagramme,Tabellen</a:t>
            </a:r>
            <a:r>
              <a:rPr lang="de-DE" dirty="0"/>
              <a:t> und Hervorhebungen verwendet werden (RGB):</a:t>
            </a:r>
          </a:p>
          <a:p>
            <a:pPr marL="271463" indent="-271463">
              <a:defRPr/>
            </a:pPr>
            <a:r>
              <a:rPr lang="de-DE" dirty="0"/>
              <a:t>Granat: 176 / 47 / 44</a:t>
            </a:r>
          </a:p>
          <a:p>
            <a:pPr marL="271463" indent="-271463">
              <a:defRPr/>
            </a:pPr>
            <a:r>
              <a:rPr lang="de-DE" dirty="0"/>
              <a:t>Karneol: 214 / 66 / 66</a:t>
            </a:r>
          </a:p>
          <a:p>
            <a:pPr marL="271463" indent="-271463">
              <a:defRPr/>
            </a:pPr>
            <a:r>
              <a:rPr lang="de-DE" dirty="0"/>
              <a:t>Aquamarin: 138 / 194 / 209</a:t>
            </a:r>
          </a:p>
          <a:p>
            <a:pPr marL="271463" indent="-271463">
              <a:defRPr/>
            </a:pPr>
            <a:r>
              <a:rPr lang="de-DE" dirty="0"/>
              <a:t>Hellgrau: 201 / 201 / 201</a:t>
            </a:r>
          </a:p>
          <a:p>
            <a:pPr marL="271463" indent="-271463">
              <a:defRPr/>
            </a:pPr>
            <a:r>
              <a:rPr lang="de-DE" dirty="0"/>
              <a:t>Basalt:  38 / 42 / 49</a:t>
            </a:r>
          </a:p>
          <a:p>
            <a:pPr marL="271463" indent="-271463">
              <a:defRPr/>
            </a:pPr>
            <a:endParaRPr lang="de-DE" dirty="0"/>
          </a:p>
          <a:p>
            <a:pPr marL="0" indent="0">
              <a:buNone/>
              <a:defRPr/>
            </a:pPr>
            <a:r>
              <a:rPr lang="de-DE" dirty="0"/>
              <a:t>Es können außerdem Abstufungen der Farbwerte in 20%-Schritten z. B. für Diagramme genutzt werden.</a:t>
            </a:r>
          </a:p>
        </p:txBody>
      </p:sp>
      <p:sp>
        <p:nvSpPr>
          <p:cNvPr id="12" name="Rechteck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29038" y="1911821"/>
            <a:ext cx="360362" cy="2127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/>
          </a:p>
        </p:txBody>
      </p:sp>
      <p:sp>
        <p:nvSpPr>
          <p:cNvPr id="14" name="Rechteck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29038" y="2233975"/>
            <a:ext cx="360362" cy="21272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/>
          </a:p>
        </p:txBody>
      </p:sp>
      <p:sp>
        <p:nvSpPr>
          <p:cNvPr id="15" name="Rechteck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29038" y="2571693"/>
            <a:ext cx="360362" cy="212725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>
              <a:solidFill>
                <a:srgbClr val="FF0000"/>
              </a:solidFill>
            </a:endParaRPr>
          </a:p>
        </p:txBody>
      </p:sp>
      <p:sp>
        <p:nvSpPr>
          <p:cNvPr id="16" name="Rechteck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29038" y="2906844"/>
            <a:ext cx="360362" cy="212725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/>
          </a:p>
        </p:txBody>
      </p:sp>
      <p:sp>
        <p:nvSpPr>
          <p:cNvPr id="22" name="Rechteck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29038" y="3231231"/>
            <a:ext cx="360362" cy="2127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160C9AF-448A-4DA4-9688-85DDBAF3634B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19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10" descr="Logo Universität Leipzig">
            <a:extLst>
              <a:ext uri="{FF2B5EF4-FFF2-40B4-BE49-F238E27FC236}">
                <a16:creationId xmlns:a16="http://schemas.microsoft.com/office/drawing/2014/main" id="{4381F662-7853-B999-04C0-0A7870E9C1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5093"/>
            <a:ext cx="3429000" cy="1442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57175" y="2079625"/>
            <a:ext cx="6400800" cy="14859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de-DE" sz="2800" dirty="0">
                <a:ea typeface="+mj-ea"/>
              </a:rPr>
              <a:t>Zwischenfolie </a:t>
            </a:r>
            <a:br>
              <a:rPr lang="de-DE" sz="2800" dirty="0">
                <a:ea typeface="+mj-ea"/>
              </a:rPr>
            </a:br>
            <a:r>
              <a:rPr lang="de-DE" sz="2800" dirty="0">
                <a:ea typeface="+mj-ea"/>
              </a:rPr>
              <a:t>ohne Bild</a:t>
            </a:r>
            <a:br>
              <a:rPr lang="de-DE" sz="2800" dirty="0">
                <a:ea typeface="+mj-ea"/>
              </a:rPr>
            </a:br>
            <a:endParaRPr lang="de-DE" sz="2800" dirty="0">
              <a:ea typeface="+mj-ea"/>
            </a:endParaRPr>
          </a:p>
        </p:txBody>
      </p:sp>
      <p:sp>
        <p:nvSpPr>
          <p:cNvPr id="20483" name="Untertitel 2"/>
          <p:cNvSpPr>
            <a:spLocks noGrp="1"/>
          </p:cNvSpPr>
          <p:nvPr>
            <p:ph type="subTitle" idx="1"/>
          </p:nvPr>
        </p:nvSpPr>
        <p:spPr>
          <a:xfrm>
            <a:off x="257175" y="1739900"/>
            <a:ext cx="6400800" cy="339725"/>
          </a:xfrm>
        </p:spPr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de-DE" altLang="de-DE" sz="1800" dirty="0">
                <a:latin typeface="Arial" panose="020B0604020202020204" pitchFamily="34" charset="0"/>
                <a:cs typeface="Arial" panose="020B0604020202020204" pitchFamily="34" charset="0"/>
              </a:rPr>
              <a:t>Untertitel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Anwendungsbeispiel 1</a:t>
            </a:r>
            <a:endParaRPr lang="de-DE" altLang="de-DE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628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eaLnBrk="1" hangingPunct="1"/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AUFZÄHLUNG</a:t>
            </a:r>
            <a:endParaRPr lang="de-DE" altLang="de-DE" sz="180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07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lnSpc>
                <a:spcPct val="110000"/>
              </a:lnSpc>
              <a:buFont typeface="Symbol" panose="05050102010706020507" pitchFamily="18" charset="2"/>
              <a:buNone/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Hier könnte sich Ihr Fließtext befinden. Fließtexte sind natürlich nicht schlecht – aber in einer Präsentation auch nicht optimal. Haben Sie ein Herz für Ihre Zuhörer und bedenken Sie folgende Tipps:</a:t>
            </a:r>
          </a:p>
          <a:p>
            <a:pPr marL="271463" indent="-271463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Lange Texte vermeiden,</a:t>
            </a:r>
          </a:p>
          <a:p>
            <a:pPr marL="271463" indent="-271463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Schlagwörter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oder kurze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Wortgruppen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hervorheben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271463" indent="-271463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Aufzählungen verwenden.</a:t>
            </a:r>
          </a:p>
          <a:p>
            <a:pPr marL="0" indent="0" eaLnBrk="1" hangingPunct="1">
              <a:lnSpc>
                <a:spcPct val="110000"/>
              </a:lnSpc>
              <a:buFont typeface="Symbol" panose="05050102010706020507" pitchFamily="18" charset="2"/>
              <a:buNone/>
              <a:defRPr/>
            </a:pPr>
            <a:endParaRPr lang="de-DE" alt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buFont typeface="Symbol" panose="05050102010706020507" pitchFamily="18" charset="2"/>
              <a:buChar char="-"/>
              <a:defRPr/>
            </a:pPr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oliennummernplatzhalter 1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/>
          <a:lstStyle/>
          <a:p>
            <a:pPr>
              <a:defRPr/>
            </a:pPr>
            <a:fld id="{8891B9D0-2CFA-43F0-8764-C596E8A33FE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Anwendungsbeispiel 2</a:t>
            </a:r>
            <a:endParaRPr lang="de-DE" altLang="de-DE" sz="220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52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eaLnBrk="1" hangingPunct="1"/>
            <a:r>
              <a:rPr lang="de-DE" alt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ZWEI SPALTEN</a:t>
            </a:r>
          </a:p>
        </p:txBody>
      </p:sp>
      <p:sp>
        <p:nvSpPr>
          <p:cNvPr id="2253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lnSpc>
                <a:spcPct val="110000"/>
              </a:lnSpc>
              <a:buFont typeface="Symbol" panose="05050102010706020507" pitchFamily="18" charset="2"/>
              <a:buNone/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Wenn es doch mal ein längerer Text sein soll, dann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markieren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Sie die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wichtigsten Inhalte fett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71463" indent="-271463" eaLnBrk="1" hangingPunct="1">
              <a:lnSpc>
                <a:spcPct val="110000"/>
              </a:lnSpc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Nutzen Sie Schlagwörter</a:t>
            </a:r>
          </a:p>
          <a:p>
            <a:pPr marL="271463" indent="-271463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oder Aufzählungen </a:t>
            </a:r>
          </a:p>
          <a:p>
            <a:pPr marL="719138" lvl="1" indent="-261938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Auch Aufzählungen mit mehreren Ebenen sind möglich.</a:t>
            </a:r>
          </a:p>
          <a:p>
            <a:pPr marL="0" indent="0" eaLnBrk="1" hangingPunct="1">
              <a:buFont typeface="Symbol" panose="05050102010706020507" pitchFamily="18" charset="2"/>
              <a:buChar char="-"/>
              <a:defRPr/>
            </a:pPr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marL="0" indent="0" eaLnBrk="1" hangingPunct="1">
              <a:lnSpc>
                <a:spcPct val="110000"/>
              </a:lnSpc>
              <a:buFont typeface="Symbol" charset="2"/>
              <a:buNone/>
              <a:defRPr/>
            </a:pPr>
            <a:r>
              <a:rPr lang="de-DE" altLang="de-DE" dirty="0">
                <a:latin typeface="Arial" panose="020B0604020202020204" pitchFamily="34" charset="0"/>
              </a:rPr>
              <a:t>Eine zweite Spalte wird dann hier angeordnet: </a:t>
            </a:r>
          </a:p>
          <a:p>
            <a:pPr marL="271463" indent="-271463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</a:rPr>
              <a:t>Mit Schlagwörtern</a:t>
            </a:r>
          </a:p>
          <a:p>
            <a:pPr marL="271463" indent="-271463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</a:rPr>
              <a:t>und Aufzählungen</a:t>
            </a:r>
          </a:p>
          <a:p>
            <a:pPr marL="719138" lvl="1" indent="-261938" eaLnBrk="1" hangingPunct="1">
              <a:lnSpc>
                <a:spcPct val="110000"/>
              </a:lnSpc>
              <a:buFont typeface="Symbol" panose="05050102010706020507" pitchFamily="18" charset="2"/>
              <a:buChar char="-"/>
              <a:defRPr/>
            </a:pPr>
            <a:r>
              <a:rPr lang="de-DE" altLang="de-DE" dirty="0">
                <a:latin typeface="Arial" panose="020B0604020202020204" pitchFamily="34" charset="0"/>
              </a:rPr>
              <a:t>Auch hier stehen mehrere Ebenen zur Verfügung.</a:t>
            </a:r>
          </a:p>
          <a:p>
            <a:pPr marL="0" indent="0" eaLnBrk="1" hangingPunct="1">
              <a:buFont typeface="Symbol" panose="05050102010706020507" pitchFamily="18" charset="2"/>
              <a:buChar char="-"/>
              <a:defRPr/>
            </a:pPr>
            <a:endParaRPr lang="de-DE" altLang="de-DE" dirty="0">
              <a:latin typeface="Arial" panose="020B0604020202020204" pitchFamily="34" charset="0"/>
            </a:endParaRPr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160C9AF-448A-4DA4-9688-85DDBAF3634B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22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Anwendungsbeispiel 3</a:t>
            </a:r>
          </a:p>
        </p:txBody>
      </p:sp>
      <p:pic>
        <p:nvPicPr>
          <p:cNvPr id="9" name="Bildplatzhalter 8" descr="Foto Lesesaal Universitätsbibliothek"/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86" b="21186"/>
          <a:stretch>
            <a:fillRect/>
          </a:stretch>
        </p:blipFill>
        <p:spPr/>
      </p:pic>
      <p:sp>
        <p:nvSpPr>
          <p:cNvPr id="28677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Symbol" panose="05050102010706020507" pitchFamily="18" charset="2"/>
              <a:buNone/>
            </a:pPr>
            <a:r>
              <a:rPr lang="de-DE" altLang="de-DE" sz="1200" dirty="0">
                <a:solidFill>
                  <a:srgbClr val="7F7F7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 könnte sich Ihre Bildunterschrift befinden </a:t>
            </a:r>
            <a:r>
              <a:rPr lang="mr-IN" altLang="de-DE" sz="1200" dirty="0">
                <a:solidFill>
                  <a:srgbClr val="7F7F7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de-DE" altLang="de-DE" sz="1200" dirty="0">
                <a:solidFill>
                  <a:srgbClr val="7F7F7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Arial, 12pt, 50 % Schwarz</a:t>
            </a:r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160C9AF-448A-4DA4-9688-85DDBAF3634B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23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D1455-892F-1339-246D-7E1C4DAA0AC6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Anwendungsbeispiel 3-2</a:t>
            </a:r>
            <a:endParaRPr lang="de-DE" dirty="0"/>
          </a:p>
        </p:txBody>
      </p:sp>
      <p:pic>
        <p:nvPicPr>
          <p:cNvPr id="29698" name="Bildplatzhalter 3" descr="Foto Eingangsbereich Universitätsbibliothek"/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61" b="7861"/>
          <a:stretch>
            <a:fillRect/>
          </a:stretch>
        </p:blipFill>
        <p:spPr>
          <a:xfrm>
            <a:off x="7938" y="0"/>
            <a:ext cx="9136062" cy="5135562"/>
          </a:xfr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Anwendungs-beispiel 4</a:t>
            </a:r>
          </a:p>
        </p:txBody>
      </p:sp>
      <p:sp>
        <p:nvSpPr>
          <p:cNvPr id="3072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buFont typeface="Symbol" panose="05050102010706020507" pitchFamily="18" charset="2"/>
              <a:buNone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Vergessen Sie bei der Verwendung von Bildmaterial bitte nicht die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Angabe der Quelle 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und vergewissern Sie sich, dass Sie über die nötigen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</a:rPr>
              <a:t>Bildrechte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 verfügen.</a:t>
            </a:r>
          </a:p>
          <a:p>
            <a:pPr marL="0" indent="0" eaLnBrk="1" hangingPunct="1">
              <a:buFont typeface="Symbol" panose="05050102010706020507" pitchFamily="18" charset="2"/>
              <a:buNone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Kennen Sie schon unseren </a:t>
            </a:r>
            <a:r>
              <a:rPr lang="de-DE" altLang="de-DE" b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Fotoservice</a:t>
            </a: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pic>
        <p:nvPicPr>
          <p:cNvPr id="11" name="Bildplatzhalter 8" descr="Foto Innenbereich Universitätsbibliothek"/>
          <p:cNvPicPr>
            <a:picLocks noGrp="1" noChangeAspect="1"/>
          </p:cNvPicPr>
          <p:nvPr>
            <p:ph type="pic" sz="quarter" idx="16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33" b="4833"/>
          <a:stretch>
            <a:fillRect/>
          </a:stretch>
        </p:blipFill>
        <p:spPr/>
      </p:pic>
      <p:sp>
        <p:nvSpPr>
          <p:cNvPr id="30728" name="Inhaltsplatzhalter 7"/>
          <p:cNvSpPr txBox="1">
            <a:spLocks/>
          </p:cNvSpPr>
          <p:nvPr/>
        </p:nvSpPr>
        <p:spPr bwMode="auto">
          <a:xfrm>
            <a:off x="3352800" y="4368800"/>
            <a:ext cx="4993843" cy="33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rIns="0"/>
          <a:lstStyle>
            <a:lvl1pPr>
              <a:spcBef>
                <a:spcPct val="20000"/>
              </a:spcBef>
              <a:buFont typeface="Symbol" panose="05050102010706020507" pitchFamily="18" charset="2"/>
              <a:defRPr sz="1200">
                <a:solidFill>
                  <a:srgbClr val="262A3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628650" indent="-171450">
              <a:spcBef>
                <a:spcPct val="20000"/>
              </a:spcBef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marL="1085850" indent="-17145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marL="1543050" indent="-17145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marL="2000250" indent="-17145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2457450" indent="-17145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6pPr>
            <a:lvl7pPr marL="2914650" indent="-17145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7pPr>
            <a:lvl8pPr marL="3371850" indent="-17145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8pPr>
            <a:lvl9pPr marL="3829050" indent="-17145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9pPr>
          </a:lstStyle>
          <a:p>
            <a:pPr eaLnBrk="1" hangingPunct="1">
              <a:buClr>
                <a:srgbClr val="D8413E"/>
              </a:buClr>
            </a:pPr>
            <a:r>
              <a:rPr lang="de-DE" altLang="de-DE">
                <a:solidFill>
                  <a:srgbClr val="7F7F7F"/>
                </a:solidFill>
              </a:rPr>
              <a:t>Quelle: Universität Leipzig / Name des Fotografen</a:t>
            </a:r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160C9AF-448A-4DA4-9688-85DDBAF3634B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25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el 1"/>
          <p:cNvSpPr>
            <a:spLocks noGrp="1"/>
          </p:cNvSpPr>
          <p:nvPr>
            <p:ph type="title"/>
          </p:nvPr>
        </p:nvSpPr>
        <p:spPr bwMode="auto"/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>
              <a:defRPr/>
            </a:pPr>
            <a:r>
              <a:rPr lang="de-DE" altLang="de-DE" dirty="0">
                <a:latin typeface="Arial" panose="020B0604020202020204" pitchFamily="34" charset="0"/>
                <a:cs typeface="Arial" panose="020B0604020202020204" pitchFamily="34" charset="0"/>
              </a:rPr>
              <a:t>Anwendungsbeispiel 5</a:t>
            </a:r>
          </a:p>
        </p:txBody>
      </p:sp>
      <p:sp>
        <p:nvSpPr>
          <p:cNvPr id="31755" name="Textplatzhalter 3"/>
          <p:cNvSpPr txBox="1">
            <a:spLocks/>
          </p:cNvSpPr>
          <p:nvPr/>
        </p:nvSpPr>
        <p:spPr bwMode="auto">
          <a:xfrm>
            <a:off x="457200" y="1063625"/>
            <a:ext cx="7002463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spcBef>
                <a:spcPct val="20000"/>
              </a:spcBef>
              <a:buFont typeface="Symbol" panose="05050102010706020507" pitchFamily="18" charset="2"/>
              <a:defRPr sz="1200">
                <a:solidFill>
                  <a:srgbClr val="262A3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de-DE" sz="1400" dirty="0"/>
              <a:t>DIAGRAMME</a:t>
            </a:r>
            <a:endParaRPr lang="de-DE" altLang="de-DE" sz="1800" dirty="0"/>
          </a:p>
        </p:txBody>
      </p:sp>
      <p:graphicFrame>
        <p:nvGraphicFramePr>
          <p:cNvPr id="31749" name="Diagrammplatzhalter 8" descr="Diagrammtyp 1"/>
          <p:cNvGraphicFramePr>
            <a:graphicFrameLocks noGrp="1"/>
          </p:cNvGraphicFramePr>
          <p:nvPr>
            <p:ph type="chart" sz="quarter" idx="16"/>
            <p:extLst>
              <p:ext uri="{D42A27DB-BD31-4B8C-83A1-F6EECF244321}">
                <p14:modId xmlns:p14="http://schemas.microsoft.com/office/powerpoint/2010/main" val="3946301415"/>
              </p:ext>
            </p:extLst>
          </p:nvPr>
        </p:nvGraphicFramePr>
        <p:xfrm>
          <a:off x="416719" y="1561580"/>
          <a:ext cx="3840727" cy="2897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m" r:id="rId2" imgW="3950550" imgH="3078747" progId="Excel.Chart.8">
                  <p:embed/>
                </p:oleObj>
              </mc:Choice>
              <mc:Fallback>
                <p:oleObj name="Diagramm" r:id="rId2" imgW="3950550" imgH="3078747" progId="Excel.Chart.8">
                  <p:embed/>
                  <p:pic>
                    <p:nvPicPr>
                      <p:cNvPr id="0" name="Diagrammplatzhalter 8"/>
                      <p:cNvPicPr>
                        <a:picLocks noGrp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719" y="1561580"/>
                        <a:ext cx="3840727" cy="2897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3" name="Textfeld 10"/>
          <p:cNvSpPr txBox="1">
            <a:spLocks noChangeArrowheads="1"/>
          </p:cNvSpPr>
          <p:nvPr/>
        </p:nvSpPr>
        <p:spPr bwMode="auto">
          <a:xfrm>
            <a:off x="1813142" y="2959964"/>
            <a:ext cx="1041400" cy="595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Symbol" panose="05050102010706020507" pitchFamily="18" charset="2"/>
              <a:defRPr sz="1200">
                <a:solidFill>
                  <a:srgbClr val="262A3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de-DE" altLang="de-DE" sz="1800" b="1" dirty="0">
                <a:solidFill>
                  <a:schemeClr val="tx1"/>
                </a:solidFill>
              </a:rPr>
              <a:t>Gesamt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de-DE" altLang="de-DE" sz="1800" b="1" dirty="0">
                <a:solidFill>
                  <a:schemeClr val="tx1"/>
                </a:solidFill>
              </a:rPr>
              <a:t>14,8</a:t>
            </a:r>
          </a:p>
        </p:txBody>
      </p:sp>
      <p:sp>
        <p:nvSpPr>
          <p:cNvPr id="31747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3840727" cy="330196"/>
          </a:xfrm>
        </p:spPr>
        <p:txBody>
          <a:bodyPr/>
          <a:lstStyle/>
          <a:p>
            <a:pPr eaLnBrk="1" hangingPunct="1">
              <a:buFont typeface="Symbol" panose="05050102010706020507" pitchFamily="18" charset="2"/>
              <a:buNone/>
            </a:pPr>
            <a:r>
              <a:rPr lang="de-DE" altLang="de-DE" sz="1200" dirty="0">
                <a:solidFill>
                  <a:srgbClr val="7F7F7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Abbildungsunterschrift</a:t>
            </a:r>
            <a:endParaRPr lang="de-DE" altLang="de-DE" dirty="0">
              <a:solidFill>
                <a:srgbClr val="7F7F7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1752" name="Diagrammplatzhalter 8" descr="Diagrammtyp 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7244452"/>
              </p:ext>
            </p:extLst>
          </p:nvPr>
        </p:nvGraphicFramePr>
        <p:xfrm>
          <a:off x="4648200" y="1471613"/>
          <a:ext cx="4030663" cy="3071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m" r:id="rId4" imgW="4035902" imgH="3078747" progId="Excel.Chart.8">
                  <p:embed/>
                </p:oleObj>
              </mc:Choice>
              <mc:Fallback>
                <p:oleObj name="Diagramm" r:id="rId4" imgW="4035902" imgH="3078747" progId="Excel.Chart.8">
                  <p:embed/>
                  <p:pic>
                    <p:nvPicPr>
                      <p:cNvPr id="0" name="Diagrammplatzhalter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8200" y="1471613"/>
                        <a:ext cx="4030663" cy="3071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4" name="Inhaltsplatzhalter 2"/>
          <p:cNvSpPr txBox="1">
            <a:spLocks/>
          </p:cNvSpPr>
          <p:nvPr/>
        </p:nvSpPr>
        <p:spPr bwMode="auto">
          <a:xfrm>
            <a:off x="4783138" y="4432300"/>
            <a:ext cx="3844925" cy="33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Symbol" panose="05050102010706020507" pitchFamily="18" charset="2"/>
              <a:defRPr sz="1200">
                <a:solidFill>
                  <a:srgbClr val="262A3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9pPr>
          </a:lstStyle>
          <a:p>
            <a:pPr eaLnBrk="1" hangingPunct="1">
              <a:buClr>
                <a:srgbClr val="D8413E"/>
              </a:buClr>
            </a:pPr>
            <a:r>
              <a:rPr lang="de-DE" altLang="de-DE" dirty="0">
                <a:solidFill>
                  <a:srgbClr val="7F7F7F"/>
                </a:solidFill>
              </a:rPr>
              <a:t>Abbildungsunterschrift</a:t>
            </a:r>
          </a:p>
          <a:p>
            <a:pPr eaLnBrk="1" hangingPunct="1">
              <a:buClr>
                <a:srgbClr val="D8413E"/>
              </a:buClr>
            </a:pPr>
            <a:endParaRPr lang="de-DE" altLang="de-DE" sz="1000" dirty="0">
              <a:solidFill>
                <a:srgbClr val="7F7F7F"/>
              </a:solidFill>
            </a:endParaRPr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E160C9AF-448A-4DA4-9688-85DDBAF3634B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26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65125" y="1584325"/>
            <a:ext cx="7985125" cy="561975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de-DE" dirty="0">
                <a:ea typeface="+mj-ea"/>
              </a:rPr>
              <a:t>Vielen Dank!</a:t>
            </a:r>
          </a:p>
        </p:txBody>
      </p:sp>
      <p:sp>
        <p:nvSpPr>
          <p:cNvPr id="33795" name="Inhaltsplatzhalter 2"/>
          <p:cNvSpPr>
            <a:spLocks noGrp="1"/>
          </p:cNvSpPr>
          <p:nvPr>
            <p:ph sz="half" idx="2"/>
          </p:nvPr>
        </p:nvSpPr>
        <p:spPr>
          <a:xfrm>
            <a:off x="365125" y="2449513"/>
            <a:ext cx="6924675" cy="2457450"/>
          </a:xfrm>
        </p:spPr>
        <p:txBody>
          <a:bodyPr/>
          <a:lstStyle/>
          <a:p>
            <a:pPr eaLnBrk="1" hangingPunct="1"/>
            <a:r>
              <a:rPr lang="de-DE" altLang="de-DE" sz="1600" b="1" dirty="0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</a:p>
          <a:p>
            <a:pPr eaLnBrk="1" hangingPunct="1"/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  <a:p>
            <a:pPr eaLnBrk="1" hangingPunct="1"/>
            <a:endParaRPr lang="de-DE" alt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Adresse einzeilig</a:t>
            </a:r>
          </a:p>
          <a:p>
            <a:pPr eaLnBrk="1" hangingPunct="1"/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T +49 341 97-xxxxx   F +49 341 97-xxxxx</a:t>
            </a:r>
          </a:p>
          <a:p>
            <a:pPr eaLnBrk="1" hangingPunct="1"/>
            <a:endParaRPr lang="de-DE" alt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xxx@uni-leipzig.de</a:t>
            </a:r>
          </a:p>
          <a:p>
            <a:pPr eaLnBrk="1" hangingPunct="1">
              <a:lnSpc>
                <a:spcPct val="110000"/>
              </a:lnSpc>
            </a:pPr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www.uni-leipzig.de</a:t>
            </a:r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1_UniLeipzig_PPT Vorlage">
  <a:themeElements>
    <a:clrScheme name="Universität Leipzig">
      <a:dk1>
        <a:sysClr val="windowText" lastClr="000000"/>
      </a:dk1>
      <a:lt1>
        <a:sysClr val="window" lastClr="FFFFFF"/>
      </a:lt1>
      <a:dk2>
        <a:srgbClr val="262A31"/>
      </a:dk2>
      <a:lt2>
        <a:srgbClr val="FFFFFF"/>
      </a:lt2>
      <a:accent1>
        <a:srgbClr val="B02F2C"/>
      </a:accent1>
      <a:accent2>
        <a:srgbClr val="D64242"/>
      </a:accent2>
      <a:accent3>
        <a:srgbClr val="8AC2D1"/>
      </a:accent3>
      <a:accent4>
        <a:srgbClr val="262A31"/>
      </a:accent4>
      <a:accent5>
        <a:srgbClr val="EA9E9E"/>
      </a:accent5>
      <a:accent6>
        <a:srgbClr val="C9C9C9"/>
      </a:accent6>
      <a:hlink>
        <a:srgbClr val="B02F2C"/>
      </a:hlink>
      <a:folHlink>
        <a:srgbClr val="E06E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usterfoliensatz_16zu9_bf-v0.03.potx" id="{7DE57E75-78F7-4AA2-B456-AE273B20140A}" vid="{D3E1DA1E-723E-4DFB-B997-8A2E5E08277C}"/>
    </a:ext>
  </a:extLst>
</a:theme>
</file>

<file path=ppt/theme/theme2.xml><?xml version="1.0" encoding="utf-8"?>
<a:theme xmlns:a="http://schemas.openxmlformats.org/drawingml/2006/main" name="Master2_UniLeipzig_PPT Vorlage">
  <a:themeElements>
    <a:clrScheme name="Universität Leipzig">
      <a:dk1>
        <a:sysClr val="windowText" lastClr="000000"/>
      </a:dk1>
      <a:lt1>
        <a:sysClr val="window" lastClr="FFFFFF"/>
      </a:lt1>
      <a:dk2>
        <a:srgbClr val="262A31"/>
      </a:dk2>
      <a:lt2>
        <a:srgbClr val="FFFFFF"/>
      </a:lt2>
      <a:accent1>
        <a:srgbClr val="B02F2C"/>
      </a:accent1>
      <a:accent2>
        <a:srgbClr val="D64242"/>
      </a:accent2>
      <a:accent3>
        <a:srgbClr val="8AC2D1"/>
      </a:accent3>
      <a:accent4>
        <a:srgbClr val="262A31"/>
      </a:accent4>
      <a:accent5>
        <a:srgbClr val="EA9E9E"/>
      </a:accent5>
      <a:accent6>
        <a:srgbClr val="C9C9C9"/>
      </a:accent6>
      <a:hlink>
        <a:srgbClr val="B02F2C"/>
      </a:hlink>
      <a:folHlink>
        <a:srgbClr val="E06E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i="0" smtClean="0">
            <a:latin typeface="+mn-lt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usterfoliensatz_16zu9_bf-v0.03.potx" id="{7DE57E75-78F7-4AA2-B456-AE273B20140A}" vid="{A8819F72-0622-491D-BFC5-592B045F67FB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Master1_UniLeipzig_PPT Vorlage</Template>
  <TotalTime>62</TotalTime>
  <Words>965</Words>
  <Application>Microsoft Macintosh PowerPoint</Application>
  <PresentationFormat>On-screen Show (16:9)</PresentationFormat>
  <Paragraphs>184</Paragraphs>
  <Slides>27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Arial Unicode MS</vt:lpstr>
      <vt:lpstr>ＭＳ Ｐゴシック</vt:lpstr>
      <vt:lpstr>Arial</vt:lpstr>
      <vt:lpstr>Calibri</vt:lpstr>
      <vt:lpstr>Futura</vt:lpstr>
      <vt:lpstr>Symbol</vt:lpstr>
      <vt:lpstr>Master1_UniLeipzig_PPT Vorlage</vt:lpstr>
      <vt:lpstr>Master2_UniLeipzig_PPT Vorlage</vt:lpstr>
      <vt:lpstr>Diagramm</vt:lpstr>
      <vt:lpstr>Fortgeschrittene Methoden in der Bioinformatik</vt:lpstr>
      <vt:lpstr>Objectives</vt:lpstr>
      <vt:lpstr>Objective 1a</vt:lpstr>
      <vt:lpstr>Objective 1a</vt:lpstr>
      <vt:lpstr>Objective 1a</vt:lpstr>
      <vt:lpstr>Objective 1B</vt:lpstr>
      <vt:lpstr>Objective 1B</vt:lpstr>
      <vt:lpstr>Objective 1B</vt:lpstr>
      <vt:lpstr>Objective 1B</vt:lpstr>
      <vt:lpstr>Objective 1B</vt:lpstr>
      <vt:lpstr>Formatierungsanmerkung</vt:lpstr>
      <vt:lpstr>Formatierungsanmerkung</vt:lpstr>
      <vt:lpstr>Anwendungs-beispiele</vt:lpstr>
      <vt:lpstr>Noch Eine Zwischenfolie mit Bild</vt:lpstr>
      <vt:lpstr>Textformate 1</vt:lpstr>
      <vt:lpstr>Textformate 2</vt:lpstr>
      <vt:lpstr>Textformate 3</vt:lpstr>
      <vt:lpstr>Anwendungsbeispiel</vt:lpstr>
      <vt:lpstr>Farben</vt:lpstr>
      <vt:lpstr>Zwischenfolie  ohne Bild </vt:lpstr>
      <vt:lpstr>Anwendungsbeispiel 1</vt:lpstr>
      <vt:lpstr>Anwendungsbeispiel 2</vt:lpstr>
      <vt:lpstr>Anwendungsbeispiel 3</vt:lpstr>
      <vt:lpstr>Anwendungsbeispiel 3-2</vt:lpstr>
      <vt:lpstr>Anwendungs-beispiel 4</vt:lpstr>
      <vt:lpstr>Anwendungsbeispiel 5</vt:lpstr>
      <vt:lpstr>Vielen Dank!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Mordhorst</dc:creator>
  <cp:lastModifiedBy>Alexander Mordhorst</cp:lastModifiedBy>
  <cp:revision>3</cp:revision>
  <cp:lastPrinted>2017-09-28T12:33:25Z</cp:lastPrinted>
  <dcterms:created xsi:type="dcterms:W3CDTF">2026-09-29T09:02:15Z</dcterms:created>
  <dcterms:modified xsi:type="dcterms:W3CDTF">2026-09-30T15:55:40Z</dcterms:modified>
</cp:coreProperties>
</file>