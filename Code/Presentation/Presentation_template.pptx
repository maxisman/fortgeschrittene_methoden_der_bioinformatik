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881" r:id="rId2"/>
  </p:sldMasterIdLst>
  <p:notesMasterIdLst>
    <p:notesMasterId r:id="rId20"/>
  </p:notesMasterIdLst>
  <p:handoutMasterIdLst>
    <p:handoutMasterId r:id="rId21"/>
  </p:handoutMasterIdLst>
  <p:sldIdLst>
    <p:sldId id="288" r:id="rId3"/>
    <p:sldId id="289" r:id="rId4"/>
    <p:sldId id="302" r:id="rId5"/>
    <p:sldId id="305" r:id="rId6"/>
    <p:sldId id="304" r:id="rId7"/>
    <p:sldId id="300" r:id="rId8"/>
    <p:sldId id="303" r:id="rId9"/>
    <p:sldId id="306" r:id="rId10"/>
    <p:sldId id="279" r:id="rId11"/>
    <p:sldId id="280" r:id="rId12"/>
    <p:sldId id="301" r:id="rId13"/>
    <p:sldId id="290" r:id="rId14"/>
    <p:sldId id="297" r:id="rId15"/>
    <p:sldId id="294" r:id="rId16"/>
    <p:sldId id="295" r:id="rId17"/>
    <p:sldId id="298" r:id="rId18"/>
    <p:sldId id="285" r:id="rId19"/>
  </p:sldIdLst>
  <p:sldSz cx="9144000" cy="5143500" type="screen16x9"/>
  <p:notesSz cx="6858000" cy="9144000"/>
  <p:defaultTextStyle>
    <a:defPPr>
      <a:defRPr lang="de-DE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451"/>
    <a:srgbClr val="262A31"/>
    <a:srgbClr val="B2B2B2"/>
    <a:srgbClr val="C9C9C9"/>
    <a:srgbClr val="969696"/>
    <a:srgbClr val="4D4D4D"/>
    <a:srgbClr val="242424"/>
    <a:srgbClr val="79B2D4"/>
    <a:srgbClr val="91B7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24" autoAdjust="0"/>
    <p:restoredTop sz="87915" autoAdjust="0"/>
  </p:normalViewPr>
  <p:slideViewPr>
    <p:cSldViewPr snapToGrid="0" snapToObjects="1" showGuides="1">
      <p:cViewPr varScale="1">
        <p:scale>
          <a:sx n="121" d="100"/>
          <a:sy n="121" d="100"/>
        </p:scale>
        <p:origin x="1280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67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85" d="100"/>
          <a:sy n="85" d="100"/>
        </p:scale>
        <p:origin x="38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2D1D50A-91A0-4313-AF41-8FA8C1A6F672}" type="datetimeFigureOut">
              <a:rPr lang="de-DE" altLang="de-DE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29.09.26</a:t>
            </a:fld>
            <a:endParaRPr lang="de-DE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835DF71-E1E2-47C3-B9FA-47C07B346B8B}" type="slidenum">
              <a:rPr lang="de-DE" altLang="de-DE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de-DE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7005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1E3895C-9893-433E-BD86-ABF19E357674}" type="datetimeFigureOut">
              <a:rPr lang="de-DE" altLang="de-DE" smtClean="0"/>
              <a:pPr>
                <a:defRPr/>
              </a:pPr>
              <a:t>29.09.26</a:t>
            </a:fld>
            <a:endParaRPr lang="de-DE" alt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Mastertextformat bearbeiten</a:t>
            </a:r>
          </a:p>
          <a:p>
            <a:pPr lvl="1"/>
            <a:r>
              <a:rPr lang="de-DE" altLang="de-DE" noProof="0" dirty="0"/>
              <a:t>Zweite Ebene</a:t>
            </a:r>
          </a:p>
          <a:p>
            <a:pPr lvl="2"/>
            <a:r>
              <a:rPr lang="de-DE" altLang="de-DE" noProof="0" dirty="0"/>
              <a:t>Dritte Ebene</a:t>
            </a:r>
          </a:p>
          <a:p>
            <a:pPr lvl="3"/>
            <a:r>
              <a:rPr lang="de-DE" altLang="de-DE" noProof="0" dirty="0"/>
              <a:t>Vierte Ebene</a:t>
            </a:r>
          </a:p>
          <a:p>
            <a:pPr lvl="4"/>
            <a:r>
              <a:rPr lang="de-DE" alt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‹#›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7175416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1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444306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002" y="0"/>
            <a:ext cx="3524250" cy="515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95687" y="2078847"/>
            <a:ext cx="8092705" cy="1487313"/>
          </a:xfrm>
        </p:spPr>
        <p:txBody>
          <a:bodyPr anchor="t"/>
          <a:lstStyle>
            <a:lvl1pPr>
              <a:defRPr sz="2800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95687" y="1606876"/>
            <a:ext cx="6400800" cy="471971"/>
          </a:xfrm>
        </p:spPr>
        <p:txBody>
          <a:bodyPr anchor="b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de-DE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1"/>
          </p:nvPr>
        </p:nvSpPr>
        <p:spPr>
          <a:xfrm>
            <a:off x="295687" y="4439286"/>
            <a:ext cx="2098597" cy="517525"/>
          </a:xfrm>
        </p:spPr>
        <p:txBody>
          <a:bodyPr>
            <a:noAutofit/>
          </a:bodyPr>
          <a:lstStyle>
            <a:lvl1pPr marL="0" indent="0" algn="l">
              <a:defRPr/>
            </a:lvl1pPr>
          </a:lstStyle>
          <a:p>
            <a:pPr lvl="0"/>
            <a:r>
              <a:rPr lang="en-GB" noProof="0"/>
              <a:t>Click icon to add picture</a:t>
            </a:r>
            <a:endParaRPr lang="de-DE" noProof="0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2"/>
          </p:nvPr>
        </p:nvSpPr>
        <p:spPr>
          <a:xfrm>
            <a:off x="2453698" y="4444369"/>
            <a:ext cx="2184476" cy="517525"/>
          </a:xfrm>
        </p:spPr>
        <p:txBody>
          <a:bodyPr>
            <a:noAutofit/>
          </a:bodyPr>
          <a:lstStyle>
            <a:lvl1pPr marL="0" indent="0" algn="l">
              <a:defRPr/>
            </a:lvl1pPr>
          </a:lstStyle>
          <a:p>
            <a:pPr lvl="0"/>
            <a:r>
              <a:rPr lang="en-GB" noProof="0"/>
              <a:t>Click icon to add picture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641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4"/>
          <p:cNvSpPr>
            <a:spLocks noGrp="1"/>
          </p:cNvSpPr>
          <p:nvPr>
            <p:ph type="body" sz="quarter" idx="13"/>
          </p:nvPr>
        </p:nvSpPr>
        <p:spPr bwMode="auto">
          <a:xfrm>
            <a:off x="3501688" y="-5922"/>
            <a:ext cx="5654316" cy="5152775"/>
          </a:xfrm>
          <a:custGeom>
            <a:avLst/>
            <a:gdLst>
              <a:gd name="connsiteX0" fmla="*/ 0 w 2419350"/>
              <a:gd name="connsiteY0" fmla="*/ 5172957 h 5172957"/>
              <a:gd name="connsiteX1" fmla="*/ 604838 w 2419350"/>
              <a:gd name="connsiteY1" fmla="*/ 0 h 5172957"/>
              <a:gd name="connsiteX2" fmla="*/ 1814513 w 2419350"/>
              <a:gd name="connsiteY2" fmla="*/ 0 h 5172957"/>
              <a:gd name="connsiteX3" fmla="*/ 2419350 w 2419350"/>
              <a:gd name="connsiteY3" fmla="*/ 5172957 h 5172957"/>
              <a:gd name="connsiteX4" fmla="*/ 0 w 2419350"/>
              <a:gd name="connsiteY4" fmla="*/ 5172957 h 5172957"/>
              <a:gd name="connsiteX0" fmla="*/ 0 w 2439138"/>
              <a:gd name="connsiteY0" fmla="*/ 5172957 h 5172957"/>
              <a:gd name="connsiteX1" fmla="*/ 604838 w 2439138"/>
              <a:gd name="connsiteY1" fmla="*/ 0 h 5172957"/>
              <a:gd name="connsiteX2" fmla="*/ 2439138 w 2439138"/>
              <a:gd name="connsiteY2" fmla="*/ 6439 h 5172957"/>
              <a:gd name="connsiteX3" fmla="*/ 2419350 w 2439138"/>
              <a:gd name="connsiteY3" fmla="*/ 5172957 h 5172957"/>
              <a:gd name="connsiteX4" fmla="*/ 0 w 2439138"/>
              <a:gd name="connsiteY4" fmla="*/ 5172957 h 5172957"/>
              <a:gd name="connsiteX0" fmla="*/ 3226626 w 5665764"/>
              <a:gd name="connsiteY0" fmla="*/ 5166518 h 5166518"/>
              <a:gd name="connsiteX1" fmla="*/ 0 w 5665764"/>
              <a:gd name="connsiteY1" fmla="*/ 6440 h 5166518"/>
              <a:gd name="connsiteX2" fmla="*/ 5665764 w 5665764"/>
              <a:gd name="connsiteY2" fmla="*/ 0 h 5166518"/>
              <a:gd name="connsiteX3" fmla="*/ 5645976 w 5665764"/>
              <a:gd name="connsiteY3" fmla="*/ 5166518 h 5166518"/>
              <a:gd name="connsiteX4" fmla="*/ 3226626 w 5665764"/>
              <a:gd name="connsiteY4" fmla="*/ 5166518 h 5166518"/>
              <a:gd name="connsiteX0" fmla="*/ 2421696 w 5665764"/>
              <a:gd name="connsiteY0" fmla="*/ 5192275 h 5192275"/>
              <a:gd name="connsiteX1" fmla="*/ 0 w 5665764"/>
              <a:gd name="connsiteY1" fmla="*/ 6440 h 5192275"/>
              <a:gd name="connsiteX2" fmla="*/ 5665764 w 5665764"/>
              <a:gd name="connsiteY2" fmla="*/ 0 h 5192275"/>
              <a:gd name="connsiteX3" fmla="*/ 5645976 w 5665764"/>
              <a:gd name="connsiteY3" fmla="*/ 5166518 h 5192275"/>
              <a:gd name="connsiteX4" fmla="*/ 2421696 w 5665764"/>
              <a:gd name="connsiteY4" fmla="*/ 5192275 h 5192275"/>
              <a:gd name="connsiteX0" fmla="*/ 2421696 w 5665764"/>
              <a:gd name="connsiteY0" fmla="*/ 5183177 h 5183177"/>
              <a:gd name="connsiteX1" fmla="*/ 0 w 5665764"/>
              <a:gd name="connsiteY1" fmla="*/ 6440 h 5183177"/>
              <a:gd name="connsiteX2" fmla="*/ 5665764 w 5665764"/>
              <a:gd name="connsiteY2" fmla="*/ 0 h 5183177"/>
              <a:gd name="connsiteX3" fmla="*/ 5645976 w 5665764"/>
              <a:gd name="connsiteY3" fmla="*/ 5166518 h 5183177"/>
              <a:gd name="connsiteX4" fmla="*/ 2421696 w 5665764"/>
              <a:gd name="connsiteY4" fmla="*/ 5183177 h 5183177"/>
              <a:gd name="connsiteX0" fmla="*/ 2421696 w 5665764"/>
              <a:gd name="connsiteY0" fmla="*/ 5174079 h 5174079"/>
              <a:gd name="connsiteX1" fmla="*/ 0 w 5665764"/>
              <a:gd name="connsiteY1" fmla="*/ 6440 h 5174079"/>
              <a:gd name="connsiteX2" fmla="*/ 5665764 w 5665764"/>
              <a:gd name="connsiteY2" fmla="*/ 0 h 5174079"/>
              <a:gd name="connsiteX3" fmla="*/ 5645976 w 5665764"/>
              <a:gd name="connsiteY3" fmla="*/ 5166518 h 5174079"/>
              <a:gd name="connsiteX4" fmla="*/ 2421696 w 5665764"/>
              <a:gd name="connsiteY4" fmla="*/ 5174079 h 5174079"/>
              <a:gd name="connsiteX0" fmla="*/ 2417147 w 5665764"/>
              <a:gd name="connsiteY0" fmla="*/ 5169530 h 5169530"/>
              <a:gd name="connsiteX1" fmla="*/ 0 w 5665764"/>
              <a:gd name="connsiteY1" fmla="*/ 6440 h 5169530"/>
              <a:gd name="connsiteX2" fmla="*/ 5665764 w 5665764"/>
              <a:gd name="connsiteY2" fmla="*/ 0 h 5169530"/>
              <a:gd name="connsiteX3" fmla="*/ 5645976 w 5665764"/>
              <a:gd name="connsiteY3" fmla="*/ 5166518 h 5169530"/>
              <a:gd name="connsiteX4" fmla="*/ 2417147 w 5665764"/>
              <a:gd name="connsiteY4" fmla="*/ 5169530 h 5169530"/>
              <a:gd name="connsiteX0" fmla="*/ 2417147 w 5652116"/>
              <a:gd name="connsiteY0" fmla="*/ 5164981 h 5164981"/>
              <a:gd name="connsiteX1" fmla="*/ 0 w 5652116"/>
              <a:gd name="connsiteY1" fmla="*/ 1891 h 5164981"/>
              <a:gd name="connsiteX2" fmla="*/ 5652116 w 5652116"/>
              <a:gd name="connsiteY2" fmla="*/ 0 h 5164981"/>
              <a:gd name="connsiteX3" fmla="*/ 5645976 w 5652116"/>
              <a:gd name="connsiteY3" fmla="*/ 5161969 h 5164981"/>
              <a:gd name="connsiteX4" fmla="*/ 2417147 w 5652116"/>
              <a:gd name="connsiteY4" fmla="*/ 5164981 h 5164981"/>
              <a:gd name="connsiteX0" fmla="*/ 2417147 w 5646219"/>
              <a:gd name="connsiteY0" fmla="*/ 5163090 h 5163090"/>
              <a:gd name="connsiteX1" fmla="*/ 0 w 5646219"/>
              <a:gd name="connsiteY1" fmla="*/ 0 h 5163090"/>
              <a:gd name="connsiteX2" fmla="*/ 5638468 w 5646219"/>
              <a:gd name="connsiteY2" fmla="*/ 11757 h 5163090"/>
              <a:gd name="connsiteX3" fmla="*/ 5645976 w 5646219"/>
              <a:gd name="connsiteY3" fmla="*/ 5160078 h 5163090"/>
              <a:gd name="connsiteX4" fmla="*/ 2417147 w 5646219"/>
              <a:gd name="connsiteY4" fmla="*/ 5163090 h 5163090"/>
              <a:gd name="connsiteX0" fmla="*/ 2417147 w 5646219"/>
              <a:gd name="connsiteY0" fmla="*/ 5164981 h 5164981"/>
              <a:gd name="connsiteX1" fmla="*/ 0 w 5646219"/>
              <a:gd name="connsiteY1" fmla="*/ 1891 h 5164981"/>
              <a:gd name="connsiteX2" fmla="*/ 5638468 w 5646219"/>
              <a:gd name="connsiteY2" fmla="*/ 0 h 5164981"/>
              <a:gd name="connsiteX3" fmla="*/ 5645976 w 5646219"/>
              <a:gd name="connsiteY3" fmla="*/ 5161969 h 5164981"/>
              <a:gd name="connsiteX4" fmla="*/ 2417147 w 5646219"/>
              <a:gd name="connsiteY4" fmla="*/ 5164981 h 5164981"/>
              <a:gd name="connsiteX0" fmla="*/ 2417147 w 5641803"/>
              <a:gd name="connsiteY0" fmla="*/ 5164981 h 5164981"/>
              <a:gd name="connsiteX1" fmla="*/ 0 w 5641803"/>
              <a:gd name="connsiteY1" fmla="*/ 1891 h 5164981"/>
              <a:gd name="connsiteX2" fmla="*/ 5638468 w 5641803"/>
              <a:gd name="connsiteY2" fmla="*/ 0 h 5164981"/>
              <a:gd name="connsiteX3" fmla="*/ 5641426 w 5641803"/>
              <a:gd name="connsiteY3" fmla="*/ 5161969 h 5164981"/>
              <a:gd name="connsiteX4" fmla="*/ 2417147 w 5641803"/>
              <a:gd name="connsiteY4" fmla="*/ 5164981 h 5164981"/>
              <a:gd name="connsiteX0" fmla="*/ 2417147 w 5643017"/>
              <a:gd name="connsiteY0" fmla="*/ 5174079 h 5174079"/>
              <a:gd name="connsiteX1" fmla="*/ 0 w 5643017"/>
              <a:gd name="connsiteY1" fmla="*/ 1098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43017"/>
              <a:gd name="connsiteY0" fmla="*/ 5174079 h 5174079"/>
              <a:gd name="connsiteX1" fmla="*/ 0 w 5643017"/>
              <a:gd name="connsiteY1" fmla="*/ 460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54316"/>
              <a:gd name="connsiteY0" fmla="*/ 5174079 h 5177448"/>
              <a:gd name="connsiteX1" fmla="*/ 0 w 5654316"/>
              <a:gd name="connsiteY1" fmla="*/ 4609 h 5177448"/>
              <a:gd name="connsiteX2" fmla="*/ 5643017 w 5654316"/>
              <a:gd name="connsiteY2" fmla="*/ 0 h 5177448"/>
              <a:gd name="connsiteX3" fmla="*/ 5654126 w 5654316"/>
              <a:gd name="connsiteY3" fmla="*/ 5177448 h 5177448"/>
              <a:gd name="connsiteX4" fmla="*/ 2417147 w 5654316"/>
              <a:gd name="connsiteY4" fmla="*/ 5174079 h 517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4316" h="5177448">
                <a:moveTo>
                  <a:pt x="2417147" y="5174079"/>
                </a:moveTo>
                <a:lnTo>
                  <a:pt x="0" y="4609"/>
                </a:lnTo>
                <a:lnTo>
                  <a:pt x="5643017" y="0"/>
                </a:lnTo>
                <a:cubicBezTo>
                  <a:pt x="5640970" y="1720656"/>
                  <a:pt x="5656173" y="3456792"/>
                  <a:pt x="5654126" y="5177448"/>
                </a:cubicBezTo>
                <a:lnTo>
                  <a:pt x="2417147" y="51740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solidFill>
                    <a:schemeClr val="accent1"/>
                  </a:solidFill>
                </a:ln>
                <a:solidFill>
                  <a:schemeClr val="accent1"/>
                </a:solidFill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 bwMode="auto">
          <a:xfrm>
            <a:off x="4429719" y="-4153"/>
            <a:ext cx="4711557" cy="5154092"/>
          </a:xfrm>
          <a:custGeom>
            <a:avLst/>
            <a:gdLst>
              <a:gd name="connsiteX0" fmla="*/ 0 w 1466850"/>
              <a:gd name="connsiteY0" fmla="*/ 1608226 h 1608226"/>
              <a:gd name="connsiteX1" fmla="*/ 366713 w 1466850"/>
              <a:gd name="connsiteY1" fmla="*/ 0 h 1608226"/>
              <a:gd name="connsiteX2" fmla="*/ 1466850 w 1466850"/>
              <a:gd name="connsiteY2" fmla="*/ 0 h 1608226"/>
              <a:gd name="connsiteX3" fmla="*/ 1100138 w 1466850"/>
              <a:gd name="connsiteY3" fmla="*/ 1608226 h 1608226"/>
              <a:gd name="connsiteX4" fmla="*/ 0 w 1466850"/>
              <a:gd name="connsiteY4" fmla="*/ 1608226 h 1608226"/>
              <a:gd name="connsiteX0" fmla="*/ 0 w 2304312"/>
              <a:gd name="connsiteY0" fmla="*/ 1608226 h 1614665"/>
              <a:gd name="connsiteX1" fmla="*/ 366713 w 2304312"/>
              <a:gd name="connsiteY1" fmla="*/ 0 h 1614665"/>
              <a:gd name="connsiteX2" fmla="*/ 1466850 w 2304312"/>
              <a:gd name="connsiteY2" fmla="*/ 0 h 1614665"/>
              <a:gd name="connsiteX3" fmla="*/ 2304312 w 2304312"/>
              <a:gd name="connsiteY3" fmla="*/ 1614665 h 1614665"/>
              <a:gd name="connsiteX4" fmla="*/ 0 w 2304312"/>
              <a:gd name="connsiteY4" fmla="*/ 1608226 h 1614665"/>
              <a:gd name="connsiteX0" fmla="*/ 0 w 4725205"/>
              <a:gd name="connsiteY0" fmla="*/ 5162795 h 5169234"/>
              <a:gd name="connsiteX1" fmla="*/ 366713 w 4725205"/>
              <a:gd name="connsiteY1" fmla="*/ 355456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69378 w 4725205"/>
              <a:gd name="connsiteY1" fmla="*/ 1931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82257 w 4725205"/>
              <a:gd name="connsiteY1" fmla="*/ 1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11557"/>
              <a:gd name="connsiteY0" fmla="*/ 5167345 h 5169234"/>
              <a:gd name="connsiteX1" fmla="*/ 2368609 w 4711557"/>
              <a:gd name="connsiteY1" fmla="*/ 1 h 5169234"/>
              <a:gd name="connsiteX2" fmla="*/ 4711557 w 4711557"/>
              <a:gd name="connsiteY2" fmla="*/ 0 h 5169234"/>
              <a:gd name="connsiteX3" fmla="*/ 2290664 w 4711557"/>
              <a:gd name="connsiteY3" fmla="*/ 5169234 h 5169234"/>
              <a:gd name="connsiteX4" fmla="*/ 0 w 4711557"/>
              <a:gd name="connsiteY4" fmla="*/ 5167345 h 516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1557" h="5169234">
                <a:moveTo>
                  <a:pt x="0" y="5167345"/>
                </a:moveTo>
                <a:lnTo>
                  <a:pt x="2368609" y="1"/>
                </a:lnTo>
                <a:lnTo>
                  <a:pt x="4711557" y="0"/>
                </a:lnTo>
                <a:lnTo>
                  <a:pt x="2290664" y="5169234"/>
                </a:lnTo>
                <a:lnTo>
                  <a:pt x="0" y="5167345"/>
                </a:lnTo>
                <a:close/>
              </a:path>
            </a:pathLst>
          </a:custGeom>
          <a:solidFill>
            <a:srgbClr val="FF5451">
              <a:alpha val="5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solidFill>
                    <a:srgbClr val="FF5451"/>
                  </a:solidFill>
                </a:ln>
                <a:solidFill>
                  <a:srgbClr val="FF5451"/>
                </a:solidFill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113728" y="1066801"/>
            <a:ext cx="3562911" cy="350998"/>
          </a:xfrm>
        </p:spPr>
        <p:txBody>
          <a:bodyPr anchor="b">
            <a:noAutofit/>
          </a:bodyPr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Bildplatzhalter"/>
          <p:cNvSpPr>
            <a:spLocks noGrp="1"/>
          </p:cNvSpPr>
          <p:nvPr>
            <p:ph type="pic" sz="quarter" idx="10"/>
          </p:nvPr>
        </p:nvSpPr>
        <p:spPr bwMode="auto">
          <a:xfrm>
            <a:off x="-1" y="0"/>
            <a:ext cx="6115051" cy="514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800" baseline="0"/>
            </a:lvl1pPr>
          </a:lstStyle>
          <a:p>
            <a:pPr lvl="0"/>
            <a:r>
              <a:rPr lang="en-GB" noProof="0"/>
              <a:t>Click icon to add picture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113728" y="1447164"/>
            <a:ext cx="3562911" cy="2201545"/>
          </a:xfrm>
        </p:spPr>
        <p:txBody>
          <a:bodyPr anchor="t"/>
          <a:lstStyle>
            <a:lvl1pPr algn="r">
              <a:defRPr sz="2800" b="1" cap="all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4199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4"/>
          <p:cNvSpPr>
            <a:spLocks noGrp="1"/>
          </p:cNvSpPr>
          <p:nvPr>
            <p:ph type="body" sz="quarter" idx="13"/>
          </p:nvPr>
        </p:nvSpPr>
        <p:spPr bwMode="auto">
          <a:xfrm flipH="1">
            <a:off x="-14439" y="-5922"/>
            <a:ext cx="5654316" cy="5152775"/>
          </a:xfrm>
          <a:custGeom>
            <a:avLst/>
            <a:gdLst>
              <a:gd name="connsiteX0" fmla="*/ 0 w 2419350"/>
              <a:gd name="connsiteY0" fmla="*/ 5172957 h 5172957"/>
              <a:gd name="connsiteX1" fmla="*/ 604838 w 2419350"/>
              <a:gd name="connsiteY1" fmla="*/ 0 h 5172957"/>
              <a:gd name="connsiteX2" fmla="*/ 1814513 w 2419350"/>
              <a:gd name="connsiteY2" fmla="*/ 0 h 5172957"/>
              <a:gd name="connsiteX3" fmla="*/ 2419350 w 2419350"/>
              <a:gd name="connsiteY3" fmla="*/ 5172957 h 5172957"/>
              <a:gd name="connsiteX4" fmla="*/ 0 w 2419350"/>
              <a:gd name="connsiteY4" fmla="*/ 5172957 h 5172957"/>
              <a:gd name="connsiteX0" fmla="*/ 0 w 2439138"/>
              <a:gd name="connsiteY0" fmla="*/ 5172957 h 5172957"/>
              <a:gd name="connsiteX1" fmla="*/ 604838 w 2439138"/>
              <a:gd name="connsiteY1" fmla="*/ 0 h 5172957"/>
              <a:gd name="connsiteX2" fmla="*/ 2439138 w 2439138"/>
              <a:gd name="connsiteY2" fmla="*/ 6439 h 5172957"/>
              <a:gd name="connsiteX3" fmla="*/ 2419350 w 2439138"/>
              <a:gd name="connsiteY3" fmla="*/ 5172957 h 5172957"/>
              <a:gd name="connsiteX4" fmla="*/ 0 w 2439138"/>
              <a:gd name="connsiteY4" fmla="*/ 5172957 h 5172957"/>
              <a:gd name="connsiteX0" fmla="*/ 3226626 w 5665764"/>
              <a:gd name="connsiteY0" fmla="*/ 5166518 h 5166518"/>
              <a:gd name="connsiteX1" fmla="*/ 0 w 5665764"/>
              <a:gd name="connsiteY1" fmla="*/ 6440 h 5166518"/>
              <a:gd name="connsiteX2" fmla="*/ 5665764 w 5665764"/>
              <a:gd name="connsiteY2" fmla="*/ 0 h 5166518"/>
              <a:gd name="connsiteX3" fmla="*/ 5645976 w 5665764"/>
              <a:gd name="connsiteY3" fmla="*/ 5166518 h 5166518"/>
              <a:gd name="connsiteX4" fmla="*/ 3226626 w 5665764"/>
              <a:gd name="connsiteY4" fmla="*/ 5166518 h 5166518"/>
              <a:gd name="connsiteX0" fmla="*/ 2421696 w 5665764"/>
              <a:gd name="connsiteY0" fmla="*/ 5192275 h 5192275"/>
              <a:gd name="connsiteX1" fmla="*/ 0 w 5665764"/>
              <a:gd name="connsiteY1" fmla="*/ 6440 h 5192275"/>
              <a:gd name="connsiteX2" fmla="*/ 5665764 w 5665764"/>
              <a:gd name="connsiteY2" fmla="*/ 0 h 5192275"/>
              <a:gd name="connsiteX3" fmla="*/ 5645976 w 5665764"/>
              <a:gd name="connsiteY3" fmla="*/ 5166518 h 5192275"/>
              <a:gd name="connsiteX4" fmla="*/ 2421696 w 5665764"/>
              <a:gd name="connsiteY4" fmla="*/ 5192275 h 5192275"/>
              <a:gd name="connsiteX0" fmla="*/ 2421696 w 5665764"/>
              <a:gd name="connsiteY0" fmla="*/ 5183177 h 5183177"/>
              <a:gd name="connsiteX1" fmla="*/ 0 w 5665764"/>
              <a:gd name="connsiteY1" fmla="*/ 6440 h 5183177"/>
              <a:gd name="connsiteX2" fmla="*/ 5665764 w 5665764"/>
              <a:gd name="connsiteY2" fmla="*/ 0 h 5183177"/>
              <a:gd name="connsiteX3" fmla="*/ 5645976 w 5665764"/>
              <a:gd name="connsiteY3" fmla="*/ 5166518 h 5183177"/>
              <a:gd name="connsiteX4" fmla="*/ 2421696 w 5665764"/>
              <a:gd name="connsiteY4" fmla="*/ 5183177 h 5183177"/>
              <a:gd name="connsiteX0" fmla="*/ 2421696 w 5665764"/>
              <a:gd name="connsiteY0" fmla="*/ 5174079 h 5174079"/>
              <a:gd name="connsiteX1" fmla="*/ 0 w 5665764"/>
              <a:gd name="connsiteY1" fmla="*/ 6440 h 5174079"/>
              <a:gd name="connsiteX2" fmla="*/ 5665764 w 5665764"/>
              <a:gd name="connsiteY2" fmla="*/ 0 h 5174079"/>
              <a:gd name="connsiteX3" fmla="*/ 5645976 w 5665764"/>
              <a:gd name="connsiteY3" fmla="*/ 5166518 h 5174079"/>
              <a:gd name="connsiteX4" fmla="*/ 2421696 w 5665764"/>
              <a:gd name="connsiteY4" fmla="*/ 5174079 h 5174079"/>
              <a:gd name="connsiteX0" fmla="*/ 2417147 w 5665764"/>
              <a:gd name="connsiteY0" fmla="*/ 5169530 h 5169530"/>
              <a:gd name="connsiteX1" fmla="*/ 0 w 5665764"/>
              <a:gd name="connsiteY1" fmla="*/ 6440 h 5169530"/>
              <a:gd name="connsiteX2" fmla="*/ 5665764 w 5665764"/>
              <a:gd name="connsiteY2" fmla="*/ 0 h 5169530"/>
              <a:gd name="connsiteX3" fmla="*/ 5645976 w 5665764"/>
              <a:gd name="connsiteY3" fmla="*/ 5166518 h 5169530"/>
              <a:gd name="connsiteX4" fmla="*/ 2417147 w 5665764"/>
              <a:gd name="connsiteY4" fmla="*/ 5169530 h 5169530"/>
              <a:gd name="connsiteX0" fmla="*/ 2417147 w 5652116"/>
              <a:gd name="connsiteY0" fmla="*/ 5164981 h 5164981"/>
              <a:gd name="connsiteX1" fmla="*/ 0 w 5652116"/>
              <a:gd name="connsiteY1" fmla="*/ 1891 h 5164981"/>
              <a:gd name="connsiteX2" fmla="*/ 5652116 w 5652116"/>
              <a:gd name="connsiteY2" fmla="*/ 0 h 5164981"/>
              <a:gd name="connsiteX3" fmla="*/ 5645976 w 5652116"/>
              <a:gd name="connsiteY3" fmla="*/ 5161969 h 5164981"/>
              <a:gd name="connsiteX4" fmla="*/ 2417147 w 5652116"/>
              <a:gd name="connsiteY4" fmla="*/ 5164981 h 5164981"/>
              <a:gd name="connsiteX0" fmla="*/ 2417147 w 5646219"/>
              <a:gd name="connsiteY0" fmla="*/ 5163090 h 5163090"/>
              <a:gd name="connsiteX1" fmla="*/ 0 w 5646219"/>
              <a:gd name="connsiteY1" fmla="*/ 0 h 5163090"/>
              <a:gd name="connsiteX2" fmla="*/ 5638468 w 5646219"/>
              <a:gd name="connsiteY2" fmla="*/ 11757 h 5163090"/>
              <a:gd name="connsiteX3" fmla="*/ 5645976 w 5646219"/>
              <a:gd name="connsiteY3" fmla="*/ 5160078 h 5163090"/>
              <a:gd name="connsiteX4" fmla="*/ 2417147 w 5646219"/>
              <a:gd name="connsiteY4" fmla="*/ 5163090 h 5163090"/>
              <a:gd name="connsiteX0" fmla="*/ 2417147 w 5646219"/>
              <a:gd name="connsiteY0" fmla="*/ 5164981 h 5164981"/>
              <a:gd name="connsiteX1" fmla="*/ 0 w 5646219"/>
              <a:gd name="connsiteY1" fmla="*/ 1891 h 5164981"/>
              <a:gd name="connsiteX2" fmla="*/ 5638468 w 5646219"/>
              <a:gd name="connsiteY2" fmla="*/ 0 h 5164981"/>
              <a:gd name="connsiteX3" fmla="*/ 5645976 w 5646219"/>
              <a:gd name="connsiteY3" fmla="*/ 5161969 h 5164981"/>
              <a:gd name="connsiteX4" fmla="*/ 2417147 w 5646219"/>
              <a:gd name="connsiteY4" fmla="*/ 5164981 h 5164981"/>
              <a:gd name="connsiteX0" fmla="*/ 2417147 w 5641803"/>
              <a:gd name="connsiteY0" fmla="*/ 5164981 h 5164981"/>
              <a:gd name="connsiteX1" fmla="*/ 0 w 5641803"/>
              <a:gd name="connsiteY1" fmla="*/ 1891 h 5164981"/>
              <a:gd name="connsiteX2" fmla="*/ 5638468 w 5641803"/>
              <a:gd name="connsiteY2" fmla="*/ 0 h 5164981"/>
              <a:gd name="connsiteX3" fmla="*/ 5641426 w 5641803"/>
              <a:gd name="connsiteY3" fmla="*/ 5161969 h 5164981"/>
              <a:gd name="connsiteX4" fmla="*/ 2417147 w 5641803"/>
              <a:gd name="connsiteY4" fmla="*/ 5164981 h 5164981"/>
              <a:gd name="connsiteX0" fmla="*/ 2417147 w 5643017"/>
              <a:gd name="connsiteY0" fmla="*/ 5174079 h 5174079"/>
              <a:gd name="connsiteX1" fmla="*/ 0 w 5643017"/>
              <a:gd name="connsiteY1" fmla="*/ 1098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43017"/>
              <a:gd name="connsiteY0" fmla="*/ 5174079 h 5174079"/>
              <a:gd name="connsiteX1" fmla="*/ 0 w 5643017"/>
              <a:gd name="connsiteY1" fmla="*/ 460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54316"/>
              <a:gd name="connsiteY0" fmla="*/ 5174079 h 5177448"/>
              <a:gd name="connsiteX1" fmla="*/ 0 w 5654316"/>
              <a:gd name="connsiteY1" fmla="*/ 4609 h 5177448"/>
              <a:gd name="connsiteX2" fmla="*/ 5643017 w 5654316"/>
              <a:gd name="connsiteY2" fmla="*/ 0 h 5177448"/>
              <a:gd name="connsiteX3" fmla="*/ 5654126 w 5654316"/>
              <a:gd name="connsiteY3" fmla="*/ 5177448 h 5177448"/>
              <a:gd name="connsiteX4" fmla="*/ 2417147 w 5654316"/>
              <a:gd name="connsiteY4" fmla="*/ 5174079 h 517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4316" h="5177448">
                <a:moveTo>
                  <a:pt x="2417147" y="5174079"/>
                </a:moveTo>
                <a:lnTo>
                  <a:pt x="0" y="4609"/>
                </a:lnTo>
                <a:lnTo>
                  <a:pt x="5643017" y="0"/>
                </a:lnTo>
                <a:cubicBezTo>
                  <a:pt x="5640970" y="1720656"/>
                  <a:pt x="5656173" y="3456792"/>
                  <a:pt x="5654126" y="5177448"/>
                </a:cubicBezTo>
                <a:lnTo>
                  <a:pt x="2417147" y="51740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noFill/>
                </a:ln>
                <a:noFill/>
              </a:defRPr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 bwMode="auto">
          <a:xfrm flipH="1">
            <a:off x="-14439" y="-4153"/>
            <a:ext cx="4711557" cy="5154092"/>
          </a:xfrm>
          <a:custGeom>
            <a:avLst/>
            <a:gdLst>
              <a:gd name="connsiteX0" fmla="*/ 0 w 1466850"/>
              <a:gd name="connsiteY0" fmla="*/ 1608226 h 1608226"/>
              <a:gd name="connsiteX1" fmla="*/ 366713 w 1466850"/>
              <a:gd name="connsiteY1" fmla="*/ 0 h 1608226"/>
              <a:gd name="connsiteX2" fmla="*/ 1466850 w 1466850"/>
              <a:gd name="connsiteY2" fmla="*/ 0 h 1608226"/>
              <a:gd name="connsiteX3" fmla="*/ 1100138 w 1466850"/>
              <a:gd name="connsiteY3" fmla="*/ 1608226 h 1608226"/>
              <a:gd name="connsiteX4" fmla="*/ 0 w 1466850"/>
              <a:gd name="connsiteY4" fmla="*/ 1608226 h 1608226"/>
              <a:gd name="connsiteX0" fmla="*/ 0 w 2304312"/>
              <a:gd name="connsiteY0" fmla="*/ 1608226 h 1614665"/>
              <a:gd name="connsiteX1" fmla="*/ 366713 w 2304312"/>
              <a:gd name="connsiteY1" fmla="*/ 0 h 1614665"/>
              <a:gd name="connsiteX2" fmla="*/ 1466850 w 2304312"/>
              <a:gd name="connsiteY2" fmla="*/ 0 h 1614665"/>
              <a:gd name="connsiteX3" fmla="*/ 2304312 w 2304312"/>
              <a:gd name="connsiteY3" fmla="*/ 1614665 h 1614665"/>
              <a:gd name="connsiteX4" fmla="*/ 0 w 2304312"/>
              <a:gd name="connsiteY4" fmla="*/ 1608226 h 1614665"/>
              <a:gd name="connsiteX0" fmla="*/ 0 w 4725205"/>
              <a:gd name="connsiteY0" fmla="*/ 5162795 h 5169234"/>
              <a:gd name="connsiteX1" fmla="*/ 366713 w 4725205"/>
              <a:gd name="connsiteY1" fmla="*/ 355456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69378 w 4725205"/>
              <a:gd name="connsiteY1" fmla="*/ 1931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82257 w 4725205"/>
              <a:gd name="connsiteY1" fmla="*/ 1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11557"/>
              <a:gd name="connsiteY0" fmla="*/ 5167345 h 5169234"/>
              <a:gd name="connsiteX1" fmla="*/ 2368609 w 4711557"/>
              <a:gd name="connsiteY1" fmla="*/ 1 h 5169234"/>
              <a:gd name="connsiteX2" fmla="*/ 4711557 w 4711557"/>
              <a:gd name="connsiteY2" fmla="*/ 0 h 5169234"/>
              <a:gd name="connsiteX3" fmla="*/ 2290664 w 4711557"/>
              <a:gd name="connsiteY3" fmla="*/ 5169234 h 5169234"/>
              <a:gd name="connsiteX4" fmla="*/ 0 w 4711557"/>
              <a:gd name="connsiteY4" fmla="*/ 5167345 h 516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1557" h="5169234">
                <a:moveTo>
                  <a:pt x="0" y="5167345"/>
                </a:moveTo>
                <a:lnTo>
                  <a:pt x="2368609" y="1"/>
                </a:lnTo>
                <a:lnTo>
                  <a:pt x="4711557" y="0"/>
                </a:lnTo>
                <a:lnTo>
                  <a:pt x="2290664" y="5169234"/>
                </a:lnTo>
                <a:lnTo>
                  <a:pt x="0" y="5167345"/>
                </a:lnTo>
                <a:close/>
              </a:path>
            </a:pathLst>
          </a:custGeom>
          <a:solidFill>
            <a:srgbClr val="FF5451">
              <a:alpha val="5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noFill/>
                </a:ln>
                <a:noFill/>
              </a:defRPr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71878" y="1066801"/>
            <a:ext cx="3562911" cy="350998"/>
          </a:xfrm>
        </p:spPr>
        <p:txBody>
          <a:bodyPr anchor="b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Bildplatzhalter"/>
          <p:cNvSpPr>
            <a:spLocks noGrp="1"/>
          </p:cNvSpPr>
          <p:nvPr>
            <p:ph type="pic" sz="quarter" idx="10"/>
          </p:nvPr>
        </p:nvSpPr>
        <p:spPr bwMode="auto">
          <a:xfrm>
            <a:off x="2711450" y="0"/>
            <a:ext cx="6432551" cy="514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800" baseline="0"/>
            </a:lvl1pPr>
          </a:lstStyle>
          <a:p>
            <a:pPr lvl="0"/>
            <a:r>
              <a:rPr lang="en-GB" noProof="0"/>
              <a:t>Click icon to add picture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1878" y="1447164"/>
            <a:ext cx="3562911" cy="2201545"/>
          </a:xfrm>
        </p:spPr>
        <p:txBody>
          <a:bodyPr anchor="t"/>
          <a:lstStyle>
            <a:lvl1pPr algn="l">
              <a:defRPr sz="2800" b="1" cap="all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4871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300" y="0"/>
            <a:ext cx="33147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57588" y="2078847"/>
            <a:ext cx="6400800" cy="1487313"/>
          </a:xfrm>
          <a:prstGeom prst="rect">
            <a:avLst/>
          </a:prstGeom>
        </p:spPr>
        <p:txBody>
          <a:bodyPr anchor="t"/>
          <a:lstStyle>
            <a:lvl1pPr>
              <a:defRPr sz="2800">
                <a:solidFill>
                  <a:srgbClr val="262A3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57587" y="1740092"/>
            <a:ext cx="6400800" cy="3387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rgbClr val="262A3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de-DE" dirty="0"/>
          </a:p>
        </p:txBody>
      </p:sp>
      <p:cxnSp>
        <p:nvCxnSpPr>
          <p:cNvPr id="9" name="Gerade Verbindung 10"/>
          <p:cNvCxnSpPr/>
          <p:nvPr userDrawn="1"/>
        </p:nvCxnSpPr>
        <p:spPr>
          <a:xfrm>
            <a:off x="457200" y="4713670"/>
            <a:ext cx="5731459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69366"/>
            <a:ext cx="547323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0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(formatfü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/>
          <p:cNvSpPr>
            <a:spLocks noGrp="1"/>
          </p:cNvSpPr>
          <p:nvPr>
            <p:ph type="pic" sz="quarter" idx="15"/>
          </p:nvPr>
        </p:nvSpPr>
        <p:spPr>
          <a:xfrm>
            <a:off x="8468" y="8468"/>
            <a:ext cx="9135532" cy="5135032"/>
          </a:xfrm>
        </p:spPr>
        <p:txBody>
          <a:bodyPr rtlCol="0">
            <a:normAutofit/>
          </a:bodyPr>
          <a:lstStyle/>
          <a:p>
            <a:pPr lvl="0"/>
            <a:r>
              <a:rPr lang="en-GB" noProof="0"/>
              <a:t>Click icon to add picture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10379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en Dank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628" y="0"/>
            <a:ext cx="3524250" cy="515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65495" y="2078847"/>
            <a:ext cx="7984797" cy="562753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18" name="Inhaltsplatzhalter 3"/>
          <p:cNvSpPr>
            <a:spLocks noGrp="1"/>
          </p:cNvSpPr>
          <p:nvPr>
            <p:ph sz="half" idx="2"/>
          </p:nvPr>
        </p:nvSpPr>
        <p:spPr>
          <a:xfrm>
            <a:off x="365495" y="2834640"/>
            <a:ext cx="4672172" cy="1847427"/>
          </a:xfrm>
        </p:spPr>
        <p:txBody>
          <a:bodyPr>
            <a:noAutofit/>
          </a:bodyPr>
          <a:lstStyle>
            <a:lvl1pPr marL="0" indent="0">
              <a:buNone/>
              <a:defRPr sz="1100" baseline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6464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9"/>
            <a:ext cx="8234363" cy="7588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57200" y="1617134"/>
            <a:ext cx="8234363" cy="2985558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63750" indent="-2349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25940"/>
            <a:ext cx="8234363" cy="37774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248790C2-FB8D-4AD1-BFB1-8D82BB9A4283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043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16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ohne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9"/>
            <a:ext cx="8234363" cy="7588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63750" indent="-2349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2329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- 2 Blöc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57200" y="1617133"/>
            <a:ext cx="3952240" cy="2977092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9588"/>
            <a:ext cx="8229600" cy="36409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4" hasCustomPrompt="1"/>
          </p:nvPr>
        </p:nvSpPr>
        <p:spPr>
          <a:xfrm>
            <a:off x="4724400" y="1617133"/>
            <a:ext cx="3962400" cy="2977092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E6F2A070-8A77-484A-BFE7-6B1E5C215647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953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Bild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6"/>
          </p:nvPr>
        </p:nvSpPr>
        <p:spPr>
          <a:xfrm>
            <a:off x="457200" y="1243691"/>
            <a:ext cx="8229600" cy="3057375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>
                <a:solidFill>
                  <a:srgbClr val="262A3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Bild durch Klicken auf Symbol hinzufügen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43582BE0-97CE-412F-80F1-16DC6BED178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544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1" name="Tabellenplatzhalter 10"/>
          <p:cNvSpPr>
            <a:spLocks noGrp="1"/>
          </p:cNvSpPr>
          <p:nvPr>
            <p:ph type="tbl" sz="quarter" idx="16"/>
          </p:nvPr>
        </p:nvSpPr>
        <p:spPr>
          <a:xfrm>
            <a:off x="457200" y="1597677"/>
            <a:ext cx="8234363" cy="269293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Tabelle durch Klicken auf Symbol hinzufügen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41828"/>
            <a:ext cx="8229600" cy="36185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A0321171-B06E-4659-9CF5-7D6E520FDC1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1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6"/>
          </p:nvPr>
        </p:nvSpPr>
        <p:spPr>
          <a:xfrm>
            <a:off x="457200" y="1229028"/>
            <a:ext cx="8229600" cy="3061228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Diagramm durch Klicken auf Symbol hinzufügen</a:t>
            </a:r>
          </a:p>
        </p:txBody>
      </p:sp>
      <p:cxnSp>
        <p:nvCxnSpPr>
          <p:cNvPr id="16" name="Gerade Verbindung 10"/>
          <p:cNvCxnSpPr/>
          <p:nvPr userDrawn="1"/>
        </p:nvCxnSpPr>
        <p:spPr>
          <a:xfrm>
            <a:off x="457200" y="4713670"/>
            <a:ext cx="8229600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D98C2DD5-50CB-445D-B765-8AD2D4C5531F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304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39624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6"/>
          </p:nvPr>
        </p:nvSpPr>
        <p:spPr>
          <a:xfrm>
            <a:off x="457200" y="1181092"/>
            <a:ext cx="3962400" cy="3086108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Diagramm durch Klicken auf Symbol hinzufügen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20"/>
          </p:nvPr>
        </p:nvSpPr>
        <p:spPr>
          <a:xfrm>
            <a:off x="4714875" y="4368811"/>
            <a:ext cx="39624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Diagrammplatzhalter 7"/>
          <p:cNvSpPr>
            <a:spLocks noGrp="1"/>
          </p:cNvSpPr>
          <p:nvPr>
            <p:ph type="chart" sz="quarter" idx="21"/>
          </p:nvPr>
        </p:nvSpPr>
        <p:spPr>
          <a:xfrm>
            <a:off x="4714875" y="1181092"/>
            <a:ext cx="3962400" cy="3086108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120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Diagramm durch Klicken auf Symbol hinzufügen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64035955-D4DF-4360-912A-517416A0AD74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1593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72533"/>
            <a:ext cx="2692400" cy="999067"/>
          </a:xfrm>
          <a:prstGeom prst="rect">
            <a:avLst/>
          </a:prstGeom>
        </p:spPr>
        <p:txBody>
          <a:bodyPr anchor="b"/>
          <a:lstStyle>
            <a:lvl1pPr algn="l"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idx="1" hasCustomPrompt="1"/>
          </p:nvPr>
        </p:nvSpPr>
        <p:spPr>
          <a:xfrm>
            <a:off x="457200" y="1503680"/>
            <a:ext cx="2692400" cy="3195327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9" name="Bildplatzhalter 18"/>
          <p:cNvSpPr>
            <a:spLocks noGrp="1"/>
          </p:cNvSpPr>
          <p:nvPr>
            <p:ph type="pic" sz="quarter" idx="16"/>
          </p:nvPr>
        </p:nvSpPr>
        <p:spPr>
          <a:xfrm>
            <a:off x="3352800" y="762000"/>
            <a:ext cx="5791200" cy="3489344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Bild durch Klicken auf Symbol hinzufügen</a:t>
            </a:r>
          </a:p>
        </p:txBody>
      </p:sp>
      <p:sp>
        <p:nvSpPr>
          <p:cNvPr id="10" name="Inhaltsplatzhalter 2"/>
          <p:cNvSpPr>
            <a:spLocks noGrp="1"/>
          </p:cNvSpPr>
          <p:nvPr>
            <p:ph idx="19"/>
          </p:nvPr>
        </p:nvSpPr>
        <p:spPr>
          <a:xfrm>
            <a:off x="3352800" y="4368811"/>
            <a:ext cx="5334000" cy="330196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01A9B2D6-5EFE-4937-AE57-083B7F8CA155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18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0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063625"/>
            <a:ext cx="8229600" cy="353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SUBHEADLINE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84" r:id="rId2"/>
    <p:sldLayoutId id="2147483885" r:id="rId3"/>
    <p:sldLayoutId id="2147483870" r:id="rId4"/>
    <p:sldLayoutId id="2147483877" r:id="rId5"/>
    <p:sldLayoutId id="2147483879" r:id="rId6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1" kern="1200" cap="all">
          <a:solidFill>
            <a:srgbClr val="262A31"/>
          </a:solidFill>
          <a:latin typeface="Arial Unicode MS" panose="020B0604020202020204" pitchFamily="34" charset="-128"/>
          <a:ea typeface="Arial Unicode MS" panose="020B0604020202020204" pitchFamily="34" charset="-128"/>
          <a:cs typeface="Arial Unicode MS" panose="020B0604020202020204" pitchFamily="34" charset="-128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Symbol" panose="05050102010706020507" pitchFamily="18" charset="2"/>
        <a:defRPr sz="1200" kern="1200">
          <a:solidFill>
            <a:srgbClr val="262A31"/>
          </a:solidFill>
          <a:latin typeface="Arial Unicode MS" panose="020B0604020202020204" pitchFamily="34" charset="-128"/>
          <a:ea typeface="Arial Unicode MS" panose="020B0604020202020204" pitchFamily="34" charset="-128"/>
          <a:cs typeface="Arial Unicode MS" panose="020B0604020202020204" pitchFamily="34" charset="-128"/>
        </a:defRPr>
      </a:lvl1pPr>
      <a:lvl2pPr marL="4572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2pPr>
      <a:lvl3pPr marL="9144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3pPr>
      <a:lvl4pPr marL="1371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4pPr>
      <a:lvl5pPr marL="18288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9"/>
          <p:cNvCxnSpPr/>
          <p:nvPr userDrawn="1"/>
        </p:nvCxnSpPr>
        <p:spPr>
          <a:xfrm>
            <a:off x="0" y="155575"/>
            <a:ext cx="457200" cy="0"/>
          </a:xfrm>
          <a:prstGeom prst="line">
            <a:avLst/>
          </a:prstGeom>
          <a:ln w="3175" cmpd="sng">
            <a:solidFill>
              <a:srgbClr val="262A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69366"/>
            <a:ext cx="547323" cy="324000"/>
          </a:xfrm>
          <a:prstGeom prst="rect">
            <a:avLst/>
          </a:prstGeom>
        </p:spPr>
      </p:pic>
      <p:sp>
        <p:nvSpPr>
          <p:cNvPr id="8" name="Textfeld 7"/>
          <p:cNvSpPr txBox="1"/>
          <p:nvPr userDrawn="1"/>
        </p:nvSpPr>
        <p:spPr>
          <a:xfrm>
            <a:off x="457200" y="22671"/>
            <a:ext cx="7001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Titel der Präsentation</a:t>
            </a:r>
            <a:r>
              <a:rPr lang="de-DE" sz="1200" b="1" baseline="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de-DE" sz="1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| Untertitel</a:t>
            </a:r>
          </a:p>
        </p:txBody>
      </p:sp>
      <p:cxnSp>
        <p:nvCxnSpPr>
          <p:cNvPr id="9" name="Gerade Verbindung 10"/>
          <p:cNvCxnSpPr/>
          <p:nvPr userDrawn="1"/>
        </p:nvCxnSpPr>
        <p:spPr>
          <a:xfrm>
            <a:off x="457200" y="4713670"/>
            <a:ext cx="8229600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feld 1"/>
          <p:cNvSpPr txBox="1"/>
          <p:nvPr userDrawn="1"/>
        </p:nvSpPr>
        <p:spPr>
          <a:xfrm>
            <a:off x="1154545" y="4837382"/>
            <a:ext cx="67854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9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Einrichtungsname</a:t>
            </a:r>
          </a:p>
        </p:txBody>
      </p:sp>
    </p:spTree>
    <p:extLst>
      <p:ext uri="{BB962C8B-B14F-4D97-AF65-F5344CB8AC3E}">
        <p14:creationId xmlns:p14="http://schemas.microsoft.com/office/powerpoint/2010/main" val="3392803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82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8" r:id="rId8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1" kern="1200" cap="all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Symbol" panose="05050102010706020507" pitchFamily="18" charset="2"/>
        <a:defRPr sz="1200" kern="1200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marL="4572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2pPr>
      <a:lvl3pPr marL="9144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3pPr>
      <a:lvl4pPr marL="1371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4pPr>
      <a:lvl5pPr marL="18288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://www.uni-leipzig.de/service/kommunikation/medienredaktion/fotoservice.html" TargetMode="Externa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10" descr="Logo Universität Leipzig">
            <a:extLst>
              <a:ext uri="{FF2B5EF4-FFF2-40B4-BE49-F238E27FC236}">
                <a16:creationId xmlns:a16="http://schemas.microsoft.com/office/drawing/2014/main" id="{1727DE0D-6C6D-D0B8-E27C-48F66B20B6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093"/>
            <a:ext cx="3429000" cy="1442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0" name="Titel 1"/>
          <p:cNvSpPr>
            <a:spLocks noGrp="1"/>
          </p:cNvSpPr>
          <p:nvPr>
            <p:ph type="ctrTitle"/>
          </p:nvPr>
        </p:nvSpPr>
        <p:spPr bwMode="auto">
          <a:xfrm>
            <a:off x="295275" y="2079625"/>
            <a:ext cx="8093075" cy="1485900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de-DE" altLang="de-DE" sz="2800" cap="none" dirty="0">
                <a:latin typeface="Arial" panose="020B0604020202020204" pitchFamily="34" charset="0"/>
                <a:cs typeface="Arial" panose="020B0604020202020204" pitchFamily="34" charset="0"/>
              </a:rPr>
              <a:t>Präsentationstitel in Arial </a:t>
            </a:r>
            <a:r>
              <a:rPr lang="de-DE" altLang="de-DE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Bold</a:t>
            </a:r>
            <a:br>
              <a:rPr lang="de-DE" altLang="de-DE" sz="28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altLang="de-DE" sz="2800" cap="none" dirty="0">
                <a:latin typeface="Arial" panose="020B0604020202020204" pitchFamily="34" charset="0"/>
                <a:cs typeface="Arial" panose="020B0604020202020204" pitchFamily="34" charset="0"/>
              </a:rPr>
              <a:t>Kann auch dreizeilig sein</a:t>
            </a:r>
            <a:br>
              <a:rPr lang="de-DE" altLang="de-DE" sz="28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altLang="de-DE" sz="2800" cap="none" dirty="0">
                <a:latin typeface="Arial" panose="020B0604020202020204" pitchFamily="34" charset="0"/>
                <a:cs typeface="Arial" panose="020B0604020202020204" pitchFamily="34" charset="0"/>
              </a:rPr>
              <a:t>muss aber nicht  </a:t>
            </a:r>
          </a:p>
        </p:txBody>
      </p:sp>
      <p:sp>
        <p:nvSpPr>
          <p:cNvPr id="17411" name="Untertitel 2"/>
          <p:cNvSpPr>
            <a:spLocks noGrp="1"/>
          </p:cNvSpPr>
          <p:nvPr>
            <p:ph type="subTitle" idx="1"/>
          </p:nvPr>
        </p:nvSpPr>
        <p:spPr>
          <a:xfrm>
            <a:off x="295275" y="1606550"/>
            <a:ext cx="6400800" cy="473075"/>
          </a:xfrm>
        </p:spPr>
        <p:txBody>
          <a:bodyPr/>
          <a:lstStyle/>
          <a:p>
            <a:pPr eaLnBrk="1" hangingPunct="1"/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Untertitel</a:t>
            </a:r>
          </a:p>
        </p:txBody>
      </p:sp>
      <p:sp>
        <p:nvSpPr>
          <p:cNvPr id="17414" name="Inhaltsplatzhalter 3"/>
          <p:cNvSpPr>
            <a:spLocks noGrp="1"/>
          </p:cNvSpPr>
          <p:nvPr>
            <p:ph sz="half" idx="4294967295"/>
          </p:nvPr>
        </p:nvSpPr>
        <p:spPr>
          <a:xfrm>
            <a:off x="295275" y="3600450"/>
            <a:ext cx="3744913" cy="517525"/>
          </a:xfrm>
        </p:spPr>
        <p:txBody>
          <a:bodyPr/>
          <a:lstStyle/>
          <a:p>
            <a:pPr marL="0" indent="0" eaLnBrk="1" hangingPunct="1"/>
            <a:r>
              <a:rPr lang="de-DE" altLang="de-DE" sz="1600">
                <a:latin typeface="Arial" panose="020B0604020202020204" pitchFamily="34" charset="0"/>
                <a:cs typeface="Arial" panose="020B0604020202020204" pitchFamily="34" charset="0"/>
              </a:rPr>
              <a:t>Ort, Datum</a:t>
            </a:r>
          </a:p>
          <a:p>
            <a:pPr marL="0" indent="0" eaLnBrk="1" hangingPunct="1"/>
            <a:r>
              <a:rPr lang="de-DE" altLang="de-DE" sz="1600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</a:p>
        </p:txBody>
      </p:sp>
      <p:sp>
        <p:nvSpPr>
          <p:cNvPr id="17412" name="Bildplatzhalter 1" descr="Bildplatzhalter 1"/>
          <p:cNvSpPr>
            <a:spLocks noGrp="1" noTextEdit="1"/>
          </p:cNvSpPr>
          <p:nvPr>
            <p:ph type="pic" sz="quarter" idx="11"/>
          </p:nvPr>
        </p:nvSpPr>
        <p:spPr>
          <a:xfrm>
            <a:off x="295275" y="4438650"/>
            <a:ext cx="2044700" cy="517525"/>
          </a:xfrm>
        </p:spPr>
        <p:txBody>
          <a:bodyPr/>
          <a:lstStyle/>
          <a:p>
            <a:endParaRPr lang="en-DE"/>
          </a:p>
        </p:txBody>
      </p:sp>
      <p:sp>
        <p:nvSpPr>
          <p:cNvPr id="17413" name="Bildplatzhalter 1" descr="Bildplatzhalter 1"/>
          <p:cNvSpPr>
            <a:spLocks noGrp="1" noTextEdit="1"/>
          </p:cNvSpPr>
          <p:nvPr>
            <p:ph type="pic" sz="quarter" idx="12"/>
          </p:nvPr>
        </p:nvSpPr>
        <p:spPr>
          <a:xfrm>
            <a:off x="2473325" y="4438650"/>
            <a:ext cx="2044700" cy="517525"/>
          </a:xfrm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el 1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Formatierungsanmerkung</a:t>
            </a:r>
            <a:endParaRPr lang="de-DE" altLang="de-DE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7" name="Inhaltsplatzhalter 2"/>
          <p:cNvSpPr>
            <a:spLocks noGrp="1"/>
          </p:cNvSpPr>
          <p:nvPr>
            <p:ph idx="1"/>
          </p:nvPr>
        </p:nvSpPr>
        <p:spPr>
          <a:xfrm>
            <a:off x="457200" y="1160060"/>
            <a:ext cx="8234363" cy="3442632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de-DE" dirty="0">
                <a:ea typeface="ＭＳ Ｐゴシック" charset="0"/>
              </a:rPr>
              <a:t>Überschriften, Zwischenüberschriften und Fließtext werden beim Eintippen der ersten Textzeile automatisch formatiert. </a:t>
            </a:r>
          </a:p>
          <a:p>
            <a:pPr marL="271463" indent="-271463">
              <a:defRPr/>
            </a:pPr>
            <a:r>
              <a:rPr lang="de-DE" dirty="0">
                <a:ea typeface="ＭＳ Ｐゴシック" charset="0"/>
              </a:rPr>
              <a:t>Aufzählungen können über die Schaltfläche „Aufzählungszeichen“ eingestellt werden.</a:t>
            </a:r>
          </a:p>
          <a:p>
            <a:pPr marL="271463" indent="-271463">
              <a:defRPr/>
            </a:pPr>
            <a:r>
              <a:rPr lang="de-DE" dirty="0">
                <a:ea typeface="ＭＳ Ｐゴシック" charset="0"/>
              </a:rPr>
              <a:t>Nach einem Umbruch (Enter) erscheint ein weiteres Aufzählungszeichen. </a:t>
            </a:r>
          </a:p>
          <a:p>
            <a:pPr marL="719138" lvl="1" indent="-261938">
              <a:defRPr/>
            </a:pPr>
            <a:r>
              <a:rPr lang="de-DE" dirty="0">
                <a:ea typeface="ＭＳ Ｐゴシック" charset="0"/>
              </a:rPr>
              <a:t>Durch Drücken der Tabulatortaste wird der Text im Format der nächsten Gliederungseben dargestellt. </a:t>
            </a:r>
          </a:p>
          <a:p>
            <a:pPr marL="0" indent="0" eaLnBrk="1" hangingPunct="1">
              <a:buNone/>
              <a:defRPr/>
            </a:pPr>
            <a:endParaRPr lang="de-DE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None/>
              <a:defRPr/>
            </a:pPr>
            <a:r>
              <a:rPr lang="de-DE" altLang="de-DE" b="1" dirty="0">
                <a:latin typeface="Arial" panose="020B0604020202020204" pitchFamily="34" charset="0"/>
                <a:cs typeface="Arial" panose="020B0604020202020204" pitchFamily="34" charset="0"/>
              </a:rPr>
              <a:t>Titel und Fußzeile </a:t>
            </a: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der Präsentation können automatisch für alle Folien geändert werden unter Ansicht/Folienmaster. Dort auf der Masterfolie 2 den Text bearbeiten.</a:t>
            </a:r>
          </a:p>
        </p:txBody>
      </p:sp>
      <p:sp>
        <p:nvSpPr>
          <p:cNvPr id="6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</p:spPr>
        <p:txBody>
          <a:bodyPr/>
          <a:lstStyle/>
          <a:p>
            <a:pPr>
              <a:defRPr/>
            </a:pPr>
            <a:fld id="{ABC642DC-4027-4785-8EC1-7265DE27C53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el 1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Textformate 1</a:t>
            </a:r>
            <a:endParaRPr lang="de-DE" altLang="de-DE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60" name="Textplatzhalter 2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/>
            <a:r>
              <a:rPr lang="de-DE" altLang="de-DE" cap="none" dirty="0">
                <a:latin typeface="Arial" panose="020B0604020202020204" pitchFamily="34" charset="0"/>
                <a:cs typeface="Arial" panose="020B0604020202020204" pitchFamily="34" charset="0"/>
              </a:rPr>
              <a:t>ALLGEMEIN</a:t>
            </a:r>
          </a:p>
        </p:txBody>
      </p:sp>
      <p:sp>
        <p:nvSpPr>
          <p:cNvPr id="19459" name="Inhaltsplatzhalter 4"/>
          <p:cNvSpPr>
            <a:spLocks noGrp="1"/>
          </p:cNvSpPr>
          <p:nvPr>
            <p:ph idx="1"/>
          </p:nvPr>
        </p:nvSpPr>
        <p:spPr>
          <a:xfrm>
            <a:off x="457200" y="1617134"/>
            <a:ext cx="8174736" cy="2985558"/>
          </a:xfrm>
        </p:spPr>
        <p:txBody>
          <a:bodyPr/>
          <a:lstStyle/>
          <a:p>
            <a:pPr marL="271463" indent="-271463" eaLnBrk="1" hangingPunct="1">
              <a:spcBef>
                <a:spcPts val="400"/>
              </a:spcBef>
              <a:buFont typeface="Symbol" panose="05050102010706020507" pitchFamily="18" charset="2"/>
              <a:buChar char="-"/>
              <a:tabLst>
                <a:tab pos="1347788" algn="l"/>
              </a:tabLst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Schriftart:	Arial</a:t>
            </a:r>
          </a:p>
          <a:p>
            <a:pPr marL="271463" indent="-271463" eaLnBrk="1" hangingPunct="1">
              <a:spcBef>
                <a:spcPts val="400"/>
              </a:spcBef>
              <a:buFont typeface="Symbol" panose="05050102010706020507" pitchFamily="18" charset="2"/>
              <a:buChar char="-"/>
              <a:tabLst>
                <a:tab pos="1347788" algn="l"/>
              </a:tabLst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Haupttitel:	Schriftgröße 28pt, Großbuchstaben, Zeilenabstand einfach, fett, 	Schwarz (auf Zwischenfolien Weiß)</a:t>
            </a:r>
          </a:p>
          <a:p>
            <a:pPr marL="271463" indent="-271463" eaLnBrk="1" hangingPunct="1">
              <a:spcBef>
                <a:spcPts val="400"/>
              </a:spcBef>
              <a:buFont typeface="Symbol" panose="05050102010706020507" pitchFamily="18" charset="2"/>
              <a:buChar char="-"/>
              <a:tabLst>
                <a:tab pos="1347788" algn="l"/>
              </a:tabLst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Untertitel:	Schriftgröße 18pt, Zeilenabstand einfach, </a:t>
            </a:r>
            <a:b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	Schwarz (auf Zwischenfolien Weiß)</a:t>
            </a:r>
          </a:p>
          <a:p>
            <a:pPr marL="271463" indent="-271463" eaLnBrk="1" hangingPunct="1">
              <a:spcBef>
                <a:spcPts val="400"/>
              </a:spcBef>
              <a:buFont typeface="Symbol" panose="05050102010706020507" pitchFamily="18" charset="2"/>
              <a:buChar char="-"/>
              <a:tabLst>
                <a:tab pos="1347788" algn="l"/>
              </a:tabLst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Folienüberschriften: Schriftgröße 20pt, Großbuchstaben, Zeilenabstand</a:t>
            </a:r>
            <a:b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	einfach, fett, Schwarz</a:t>
            </a:r>
          </a:p>
          <a:p>
            <a:pPr marL="271463" indent="-271463" eaLnBrk="1" hangingPunct="1">
              <a:spcBef>
                <a:spcPts val="400"/>
              </a:spcBef>
              <a:buFont typeface="Symbol" panose="05050102010706020507" pitchFamily="18" charset="2"/>
              <a:buChar char="-"/>
              <a:tabLst>
                <a:tab pos="1347788" algn="l"/>
              </a:tabLst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Unter-Überschriften (Subheadlines): Schriftgröße 14pt, Großbuchstaben, 	Zeilenabstand einfach, Schwarz</a:t>
            </a:r>
          </a:p>
        </p:txBody>
      </p:sp>
      <p:sp>
        <p:nvSpPr>
          <p:cNvPr id="7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</p:spPr>
        <p:txBody>
          <a:bodyPr/>
          <a:lstStyle/>
          <a:p>
            <a:pPr>
              <a:defRPr/>
            </a:pPr>
            <a:fld id="{0A943AF0-EF9B-4966-9A63-A2F3957E838D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el 1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Textformate 2</a:t>
            </a:r>
            <a:endParaRPr lang="de-DE" altLang="de-DE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4" name="Textplatzhalt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/>
            <a:r>
              <a:rPr lang="de-DE" altLang="de-DE" cap="none" dirty="0">
                <a:latin typeface="Arial" panose="020B0604020202020204" pitchFamily="34" charset="0"/>
                <a:cs typeface="Arial" panose="020B0604020202020204" pitchFamily="34" charset="0"/>
              </a:rPr>
              <a:t>ALLGEMEIN</a:t>
            </a:r>
          </a:p>
        </p:txBody>
      </p:sp>
      <p:sp>
        <p:nvSpPr>
          <p:cNvPr id="20483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1463" indent="-271463" eaLnBrk="1" hangingPunct="1">
              <a:spcBef>
                <a:spcPts val="400"/>
              </a:spcBef>
              <a:buFont typeface="Symbol" panose="05050102010706020507" pitchFamily="18" charset="2"/>
              <a:buChar char="-"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Fließtext: Schriftgröße 18pt, Zeilenabstand einfach, Schwarz</a:t>
            </a:r>
          </a:p>
          <a:p>
            <a:pPr marL="719138" lvl="1" indent="-261938" eaLnBrk="1" hangingPunct="1">
              <a:spcBef>
                <a:spcPts val="400"/>
              </a:spcBef>
              <a:buFont typeface="Symbol" panose="05050102010706020507" pitchFamily="18" charset="2"/>
              <a:buChar char="-"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Aufzählung ab 2. Ebene: Schriftgröße 16pt, Zeilenabstand einfach, Schwarz</a:t>
            </a:r>
          </a:p>
          <a:p>
            <a:pPr marL="271463" indent="-271463" eaLnBrk="1" hangingPunct="1">
              <a:spcBef>
                <a:spcPts val="400"/>
              </a:spcBef>
              <a:buFont typeface="Symbol" panose="05050102010706020507" pitchFamily="18" charset="2"/>
              <a:buChar char="-"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Kopf- und Fußzeile: Schriftgröße 12pt, Zeilenabstand einfach, Schwarz</a:t>
            </a:r>
          </a:p>
          <a:p>
            <a:pPr marL="271463" indent="-271463" eaLnBrk="1" hangingPunct="1">
              <a:spcBef>
                <a:spcPts val="400"/>
              </a:spcBef>
              <a:buFont typeface="Symbol" panose="05050102010706020507" pitchFamily="18" charset="2"/>
              <a:buChar char="-"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Seitenzahl: Schriftgröße 9pt, Zeilenabstand einfach, Rot</a:t>
            </a:r>
          </a:p>
          <a:p>
            <a:pPr marL="271463" indent="-271463" eaLnBrk="1" hangingPunct="1">
              <a:spcBef>
                <a:spcPts val="400"/>
              </a:spcBef>
              <a:buFont typeface="Symbol" panose="05050102010706020507" pitchFamily="18" charset="2"/>
              <a:buChar char="-"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Datumsangabe: Schriftgröße 16pt, Zeilenabstand einfach, Schwarz</a:t>
            </a:r>
          </a:p>
        </p:txBody>
      </p:sp>
      <p:sp>
        <p:nvSpPr>
          <p:cNvPr id="7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</p:spPr>
        <p:txBody>
          <a:bodyPr/>
          <a:lstStyle/>
          <a:p>
            <a:pPr>
              <a:defRPr/>
            </a:pPr>
            <a:fld id="{51B99AE4-140C-4B50-96BA-634E5861AC5D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el 1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Textformate 3</a:t>
            </a:r>
            <a:endParaRPr lang="de-DE" altLang="de-DE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8" name="Textplatzhalt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/>
            <a:r>
              <a:rPr lang="de-DE" altLang="de-DE" cap="none" dirty="0">
                <a:latin typeface="Arial" panose="020B0604020202020204" pitchFamily="34" charset="0"/>
                <a:cs typeface="Arial" panose="020B0604020202020204" pitchFamily="34" charset="0"/>
              </a:rPr>
              <a:t>TABELLEN</a:t>
            </a:r>
          </a:p>
        </p:txBody>
      </p:sp>
      <p:sp>
        <p:nvSpPr>
          <p:cNvPr id="21509" name="Inhaltsplatzhalter 4"/>
          <p:cNvSpPr>
            <a:spLocks noGrp="1"/>
          </p:cNvSpPr>
          <p:nvPr>
            <p:ph idx="1"/>
          </p:nvPr>
        </p:nvSpPr>
        <p:spPr>
          <a:xfrm>
            <a:off x="457200" y="1617134"/>
            <a:ext cx="8401507" cy="2985558"/>
          </a:xfrm>
        </p:spPr>
        <p:txBody>
          <a:bodyPr/>
          <a:lstStyle/>
          <a:p>
            <a:pPr marL="271463" indent="-271463" defTabSz="1254125" eaLnBrk="1" hangingPunct="1">
              <a:lnSpc>
                <a:spcPct val="120000"/>
              </a:lnSpc>
              <a:spcBef>
                <a:spcPts val="400"/>
              </a:spcBef>
              <a:defRPr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Tabellenkopf: Schriftgröße 14pt, Zeilenabstand einfach, Grau (50 % Schwarz)</a:t>
            </a:r>
          </a:p>
          <a:p>
            <a:pPr marL="271463" indent="-271463">
              <a:defRPr/>
            </a:pPr>
            <a:r>
              <a:rPr lang="de-DE" dirty="0"/>
              <a:t>Erste Spalte: Schriftgröße 14pt, Zeilenabstand einfach, Schwarz</a:t>
            </a:r>
          </a:p>
          <a:p>
            <a:pPr marL="271463" indent="-271463">
              <a:defRPr/>
            </a:pPr>
            <a:r>
              <a:rPr lang="de-DE" dirty="0"/>
              <a:t>Tabellenangaben: Schriftgröße 12pt, Zeilenabstand einfach, Schwarz</a:t>
            </a:r>
          </a:p>
          <a:p>
            <a:pPr marL="271463" indent="-271463">
              <a:defRPr/>
            </a:pPr>
            <a:r>
              <a:rPr lang="de-DE" dirty="0"/>
              <a:t>Rahmenlinien: 1pt Grau (50 % Schwarz) und 0,5pt Grau (50 % Schwarz)</a:t>
            </a:r>
          </a:p>
          <a:p>
            <a:pPr>
              <a:defRPr/>
            </a:pPr>
            <a:endParaRPr lang="de-DE" dirty="0"/>
          </a:p>
        </p:txBody>
      </p:sp>
      <p:graphicFrame>
        <p:nvGraphicFramePr>
          <p:cNvPr id="7" name="Tabellenplatzhalter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211033"/>
              </p:ext>
            </p:extLst>
          </p:nvPr>
        </p:nvGraphicFramePr>
        <p:xfrm>
          <a:off x="457200" y="3211513"/>
          <a:ext cx="8147050" cy="1322420"/>
        </p:xfrm>
        <a:graphic>
          <a:graphicData uri="http://schemas.openxmlformats.org/drawingml/2006/table">
            <a:tbl>
              <a:tblPr firstRow="1"/>
              <a:tblGrid>
                <a:gridCol w="2876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6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e-DE" altLang="de-DE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91443" marR="91443" marT="45637" marB="45637" horzOverflow="overflow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Tabellenkopf</a:t>
                      </a:r>
                    </a:p>
                  </a:txBody>
                  <a:tcPr marL="91443" marR="91443" marT="45637" marB="4563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Tabellenkopf</a:t>
                      </a:r>
                    </a:p>
                  </a:txBody>
                  <a:tcPr marL="91443" marR="91443" marT="45637" marB="4563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Tabellenkopf</a:t>
                      </a:r>
                    </a:p>
                  </a:txBody>
                  <a:tcPr marL="91443" marR="91443" marT="45637" marB="4563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26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	</a:t>
                      </a:r>
                    </a:p>
                  </a:txBody>
                  <a:tcPr marL="91443" marR="91443" marT="45637" marB="4563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37" marB="4563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37" marB="4563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37" marB="4563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26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Hervorhebung</a:t>
                      </a:r>
                      <a:endParaRPr kumimoji="0" lang="de-DE" altLang="de-DE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91443" marR="91443" marT="45637" marB="4563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de-DE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  <a:endParaRPr kumimoji="0" lang="de-DE" altLang="de-DE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91443" marR="91443" marT="45637" marB="4563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de-DE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  <a:endParaRPr kumimoji="0" lang="de-DE" altLang="de-DE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91443" marR="91443" marT="45637" marB="4563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de-DE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  <a:endParaRPr kumimoji="0" lang="de-DE" altLang="de-DE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91443" marR="91443" marT="45637" marB="4563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26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	</a:t>
                      </a:r>
                    </a:p>
                  </a:txBody>
                  <a:tcPr marL="91443" marR="91443" marT="45637" marB="4563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37" marB="4563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37" marB="4563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37" marB="4563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</p:spPr>
        <p:txBody>
          <a:bodyPr/>
          <a:lstStyle/>
          <a:p>
            <a:pPr>
              <a:defRPr/>
            </a:pPr>
            <a:fld id="{035D073A-125A-4B78-844D-CA560DCE7EEE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Anwendungsbeispiel</a:t>
            </a:r>
          </a:p>
        </p:txBody>
      </p:sp>
      <p:sp>
        <p:nvSpPr>
          <p:cNvPr id="32816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/>
            <a:r>
              <a:rPr lang="de-DE" altLang="de-DE" cap="none" dirty="0">
                <a:latin typeface="Arial" panose="020B0604020202020204" pitchFamily="34" charset="0"/>
                <a:cs typeface="Arial" panose="020B0604020202020204" pitchFamily="34" charset="0"/>
              </a:rPr>
              <a:t>TABELLEN</a:t>
            </a:r>
          </a:p>
        </p:txBody>
      </p:sp>
      <p:graphicFrame>
        <p:nvGraphicFramePr>
          <p:cNvPr id="10" name="Tabellenplatzhalter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570588"/>
              </p:ext>
            </p:extLst>
          </p:nvPr>
        </p:nvGraphicFramePr>
        <p:xfrm>
          <a:off x="539750" y="1719263"/>
          <a:ext cx="8147050" cy="2343148"/>
        </p:xfrm>
        <a:graphic>
          <a:graphicData uri="http://schemas.openxmlformats.org/drawingml/2006/table">
            <a:tbl>
              <a:tblPr firstRow="1"/>
              <a:tblGrid>
                <a:gridCol w="2876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1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e-DE" altLang="de-DE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91443" marR="91443" marT="45699" marB="45699" horzOverflow="overflow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Tabellenkopf</a:t>
                      </a: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Tabellenkopf</a:t>
                      </a: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Tabellenkopf</a:t>
                      </a: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	</a:t>
                      </a: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2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	</a:t>
                      </a: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72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Hervorhebung</a:t>
                      </a:r>
                      <a:endParaRPr kumimoji="0" lang="de-DE" altLang="de-DE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de-DE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  <a:endParaRPr kumimoji="0" lang="de-DE" altLang="de-DE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de-DE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  <a:endParaRPr kumimoji="0" lang="de-DE" altLang="de-DE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de-DE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  <a:endParaRPr kumimoji="0" lang="de-DE" altLang="de-DE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72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72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Symbol" panose="05050102010706020507" pitchFamily="18" charset="2"/>
                        <a:defRPr sz="1000">
                          <a:solidFill>
                            <a:srgbClr val="262A3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Wert</a:t>
                      </a:r>
                    </a:p>
                  </a:txBody>
                  <a:tcPr marL="91443" marR="91443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771" name="Inhaltsplatzhalter 6"/>
          <p:cNvSpPr>
            <a:spLocks noGrp="1"/>
          </p:cNvSpPr>
          <p:nvPr>
            <p:ph idx="1"/>
          </p:nvPr>
        </p:nvSpPr>
        <p:spPr>
          <a:xfrm>
            <a:off x="457200" y="4147718"/>
            <a:ext cx="8229600" cy="551289"/>
          </a:xfrm>
        </p:spPr>
        <p:txBody>
          <a:bodyPr/>
          <a:lstStyle/>
          <a:p>
            <a:pPr eaLnBrk="1" hangingPunct="1">
              <a:buFont typeface="Symbol" panose="05050102010706020507" pitchFamily="18" charset="2"/>
              <a:buNone/>
            </a:pPr>
            <a:r>
              <a:rPr lang="de-DE" altLang="de-DE" sz="1200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Tabellenunterschrift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60C9AF-448A-4DA4-9688-85DDBAF3634B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6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Farben</a:t>
            </a:r>
          </a:p>
        </p:txBody>
      </p:sp>
      <p:sp>
        <p:nvSpPr>
          <p:cNvPr id="9" name="Inhaltsplatzhalt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  <a:defRPr/>
            </a:pPr>
            <a:r>
              <a:rPr lang="de-DE" dirty="0"/>
              <a:t>Folgende Farben können für </a:t>
            </a:r>
            <a:r>
              <a:rPr lang="de-DE" dirty="0" err="1"/>
              <a:t>SmartArts</a:t>
            </a:r>
            <a:r>
              <a:rPr lang="de-DE" dirty="0"/>
              <a:t>, </a:t>
            </a:r>
            <a:r>
              <a:rPr lang="de-DE" dirty="0" err="1"/>
              <a:t>Diagramme,Tabellen</a:t>
            </a:r>
            <a:r>
              <a:rPr lang="de-DE" dirty="0"/>
              <a:t> und Hervorhebungen verwendet werden (RGB):</a:t>
            </a:r>
          </a:p>
          <a:p>
            <a:pPr marL="271463" indent="-271463">
              <a:defRPr/>
            </a:pPr>
            <a:r>
              <a:rPr lang="de-DE" dirty="0"/>
              <a:t>Granat: 176 / 47 / 44</a:t>
            </a:r>
          </a:p>
          <a:p>
            <a:pPr marL="271463" indent="-271463">
              <a:defRPr/>
            </a:pPr>
            <a:r>
              <a:rPr lang="de-DE" dirty="0"/>
              <a:t>Karneol: 214 / 66 / 66</a:t>
            </a:r>
          </a:p>
          <a:p>
            <a:pPr marL="271463" indent="-271463">
              <a:defRPr/>
            </a:pPr>
            <a:r>
              <a:rPr lang="de-DE" dirty="0"/>
              <a:t>Aquamarin: 138 / 194 / 209</a:t>
            </a:r>
          </a:p>
          <a:p>
            <a:pPr marL="271463" indent="-271463">
              <a:defRPr/>
            </a:pPr>
            <a:r>
              <a:rPr lang="de-DE" dirty="0"/>
              <a:t>Hellgrau: 201 / 201 / 201</a:t>
            </a:r>
          </a:p>
          <a:p>
            <a:pPr marL="271463" indent="-271463">
              <a:defRPr/>
            </a:pPr>
            <a:r>
              <a:rPr lang="de-DE" dirty="0"/>
              <a:t>Basalt:  38 / 42 / 49</a:t>
            </a:r>
          </a:p>
          <a:p>
            <a:pPr marL="271463" indent="-271463">
              <a:defRPr/>
            </a:pPr>
            <a:endParaRPr lang="de-DE" dirty="0"/>
          </a:p>
          <a:p>
            <a:pPr marL="0" indent="0">
              <a:buNone/>
              <a:defRPr/>
            </a:pPr>
            <a:r>
              <a:rPr lang="de-DE" dirty="0"/>
              <a:t>Es können außerdem Abstufungen der Farbwerte in 20%-Schritten z. B. für Diagramme genutzt werden.</a:t>
            </a:r>
          </a:p>
        </p:txBody>
      </p:sp>
      <p:sp>
        <p:nvSpPr>
          <p:cNvPr id="12" name="Rechteck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29038" y="1911821"/>
            <a:ext cx="360362" cy="2127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4" name="Rechteck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29038" y="2233975"/>
            <a:ext cx="360362" cy="21272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5" name="Rechteck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29038" y="2571693"/>
            <a:ext cx="360362" cy="21272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>
              <a:solidFill>
                <a:srgbClr val="FF0000"/>
              </a:solidFill>
            </a:endParaRPr>
          </a:p>
        </p:txBody>
      </p:sp>
      <p:sp>
        <p:nvSpPr>
          <p:cNvPr id="16" name="Rechteck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29038" y="2906844"/>
            <a:ext cx="360362" cy="212725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2" name="Rechteck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29038" y="3231231"/>
            <a:ext cx="360362" cy="2127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60C9AF-448A-4DA4-9688-85DDBAF3634B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7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platzhalter 14" descr="Foto mehrere Büsten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3" r="4273"/>
          <a:stretch>
            <a:fillRect/>
          </a:stretch>
        </p:blipFill>
        <p:spPr/>
      </p:pic>
      <p:sp>
        <p:nvSpPr>
          <p:cNvPr id="10" name="Textplatzhalte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>
              <a:noFill/>
            </a:endParaRPr>
          </a:p>
        </p:txBody>
      </p:sp>
      <p:sp>
        <p:nvSpPr>
          <p:cNvPr id="8" name="Textplatzhalte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>
              <a:noFill/>
            </a:endParaRP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DE" sz="2800" dirty="0"/>
              <a:t>Anwendungs-beispiele</a:t>
            </a:r>
          </a:p>
        </p:txBody>
      </p:sp>
      <p:sp>
        <p:nvSpPr>
          <p:cNvPr id="23555" name="Textplatzhalt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Beispiel für eine Zwischenfolie</a:t>
            </a:r>
          </a:p>
        </p:txBody>
      </p:sp>
    </p:spTree>
    <p:extLst>
      <p:ext uri="{BB962C8B-B14F-4D97-AF65-F5344CB8AC3E}">
        <p14:creationId xmlns:p14="http://schemas.microsoft.com/office/powerpoint/2010/main" val="3754279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platzhalter 10" descr="Foto mehrere Büsten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6" r="2896"/>
          <a:stretch>
            <a:fillRect/>
          </a:stretch>
        </p:blipFill>
        <p:spPr/>
      </p:pic>
      <p:sp>
        <p:nvSpPr>
          <p:cNvPr id="13" name="Textplatzhalt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>
              <a:noFill/>
            </a:endParaRPr>
          </a:p>
        </p:txBody>
      </p:sp>
      <p:sp>
        <p:nvSpPr>
          <p:cNvPr id="12" name="Textplatzhalte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>
              <a:noFill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de-DE" sz="2800" dirty="0">
                <a:ea typeface="+mj-ea"/>
              </a:rPr>
              <a:t>Noch Eine Zwischenfolie mit Bild</a:t>
            </a:r>
          </a:p>
        </p:txBody>
      </p:sp>
      <p:sp>
        <p:nvSpPr>
          <p:cNvPr id="19461" name="Text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de-DE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Untertitel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10" descr="Logo Universität Leipzig">
            <a:extLst>
              <a:ext uri="{FF2B5EF4-FFF2-40B4-BE49-F238E27FC236}">
                <a16:creationId xmlns:a16="http://schemas.microsoft.com/office/drawing/2014/main" id="{4381F662-7853-B999-04C0-0A7870E9C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093"/>
            <a:ext cx="3429000" cy="1442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57175" y="2079625"/>
            <a:ext cx="6400800" cy="14859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de-DE" sz="2800" dirty="0">
                <a:ea typeface="+mj-ea"/>
              </a:rPr>
              <a:t>Zwischenfolie </a:t>
            </a:r>
            <a:br>
              <a:rPr lang="de-DE" sz="2800" dirty="0">
                <a:ea typeface="+mj-ea"/>
              </a:rPr>
            </a:br>
            <a:r>
              <a:rPr lang="de-DE" sz="2800" dirty="0">
                <a:ea typeface="+mj-ea"/>
              </a:rPr>
              <a:t>ohne Bild</a:t>
            </a:r>
            <a:br>
              <a:rPr lang="de-DE" sz="2800" dirty="0">
                <a:ea typeface="+mj-ea"/>
              </a:rPr>
            </a:br>
            <a:endParaRPr lang="de-DE" sz="2800" dirty="0">
              <a:ea typeface="+mj-ea"/>
            </a:endParaRPr>
          </a:p>
        </p:txBody>
      </p:sp>
      <p:sp>
        <p:nvSpPr>
          <p:cNvPr id="20483" name="Untertitel 2"/>
          <p:cNvSpPr>
            <a:spLocks noGrp="1"/>
          </p:cNvSpPr>
          <p:nvPr>
            <p:ph type="subTitle" idx="1"/>
          </p:nvPr>
        </p:nvSpPr>
        <p:spPr>
          <a:xfrm>
            <a:off x="257175" y="1739900"/>
            <a:ext cx="6400800" cy="339725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de-DE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Untertitel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el 1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Anwendungsbeispiel 1</a:t>
            </a:r>
            <a:endParaRPr lang="de-DE" altLang="de-DE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8" name="Textplatzhalt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eaLnBrk="1" hangingPunct="1"/>
            <a:r>
              <a:rPr lang="de-DE" altLang="de-DE" cap="none" dirty="0">
                <a:latin typeface="Arial" panose="020B0604020202020204" pitchFamily="34" charset="0"/>
                <a:cs typeface="Arial" panose="020B0604020202020204" pitchFamily="34" charset="0"/>
              </a:rPr>
              <a:t>AUFZÄHLUNG</a:t>
            </a:r>
            <a:endParaRPr lang="de-DE" altLang="de-DE" sz="18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7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110000"/>
              </a:lnSpc>
              <a:buFont typeface="Symbol" panose="05050102010706020507" pitchFamily="18" charset="2"/>
              <a:buNone/>
              <a:defRPr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Hier könnte sich Ihr Fließtext befinden. Fließtexte sind natürlich nicht schlecht – aber in einer Präsentation auch nicht optimal. Haben Sie ein Herz für Ihre Zuhörer und bedenken Sie folgende Tipps:</a:t>
            </a:r>
          </a:p>
          <a:p>
            <a:pPr marL="271463" indent="-271463" eaLnBrk="1" hangingPunct="1">
              <a:lnSpc>
                <a:spcPct val="110000"/>
              </a:lnSpc>
              <a:buFont typeface="Symbol" panose="05050102010706020507" pitchFamily="18" charset="2"/>
              <a:buChar char="-"/>
              <a:defRPr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Lange Texte vermeiden,</a:t>
            </a:r>
          </a:p>
          <a:p>
            <a:pPr marL="271463" indent="-271463" eaLnBrk="1" hangingPunct="1">
              <a:lnSpc>
                <a:spcPct val="110000"/>
              </a:lnSpc>
              <a:buFont typeface="Symbol" panose="05050102010706020507" pitchFamily="18" charset="2"/>
              <a:buChar char="-"/>
              <a:defRPr/>
            </a:pPr>
            <a:r>
              <a:rPr lang="de-DE" altLang="de-DE" b="1" dirty="0">
                <a:latin typeface="Arial" panose="020B0604020202020204" pitchFamily="34" charset="0"/>
                <a:cs typeface="Arial" panose="020B0604020202020204" pitchFamily="34" charset="0"/>
              </a:rPr>
              <a:t>Schlagwörter</a:t>
            </a: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 oder kurze </a:t>
            </a:r>
            <a:r>
              <a:rPr lang="de-DE" altLang="de-DE" b="1" dirty="0">
                <a:latin typeface="Arial" panose="020B0604020202020204" pitchFamily="34" charset="0"/>
                <a:cs typeface="Arial" panose="020B0604020202020204" pitchFamily="34" charset="0"/>
              </a:rPr>
              <a:t>Wortgruppen</a:t>
            </a: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altLang="de-DE" b="1" dirty="0">
                <a:latin typeface="Arial" panose="020B0604020202020204" pitchFamily="34" charset="0"/>
                <a:cs typeface="Arial" panose="020B0604020202020204" pitchFamily="34" charset="0"/>
              </a:rPr>
              <a:t>hervorheben</a:t>
            </a: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marL="271463" indent="-271463" eaLnBrk="1" hangingPunct="1">
              <a:lnSpc>
                <a:spcPct val="110000"/>
              </a:lnSpc>
              <a:buFont typeface="Symbol" panose="05050102010706020507" pitchFamily="18" charset="2"/>
              <a:buChar char="-"/>
              <a:defRPr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Aufzählungen verwenden.</a:t>
            </a:r>
          </a:p>
          <a:p>
            <a:pPr marL="0" indent="0" eaLnBrk="1" hangingPunct="1">
              <a:lnSpc>
                <a:spcPct val="110000"/>
              </a:lnSpc>
              <a:buFont typeface="Symbol" panose="05050102010706020507" pitchFamily="18" charset="2"/>
              <a:buNone/>
              <a:defRPr/>
            </a:pPr>
            <a:endParaRPr lang="de-DE" alt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 typeface="Symbol" panose="05050102010706020507" pitchFamily="18" charset="2"/>
              <a:buChar char="-"/>
              <a:defRPr/>
            </a:pPr>
            <a:endParaRPr lang="de-DE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</p:spPr>
        <p:txBody>
          <a:bodyPr/>
          <a:lstStyle/>
          <a:p>
            <a:pPr>
              <a:defRPr/>
            </a:pPr>
            <a:fld id="{8891B9D0-2CFA-43F0-8764-C596E8A33FE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el 1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Anwendungsbeispiel 2</a:t>
            </a:r>
            <a:endParaRPr lang="de-DE" altLang="de-DE" sz="22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2" name="Textplatzhalt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eaLnBrk="1" hangingPunct="1"/>
            <a:r>
              <a:rPr lang="de-DE" altLang="de-DE" cap="none" dirty="0">
                <a:latin typeface="Arial" panose="020B0604020202020204" pitchFamily="34" charset="0"/>
                <a:cs typeface="Arial" panose="020B0604020202020204" pitchFamily="34" charset="0"/>
              </a:rPr>
              <a:t>ZWEI SPALTEN</a:t>
            </a:r>
          </a:p>
        </p:txBody>
      </p:sp>
      <p:sp>
        <p:nvSpPr>
          <p:cNvPr id="22531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110000"/>
              </a:lnSpc>
              <a:buFont typeface="Symbol" panose="05050102010706020507" pitchFamily="18" charset="2"/>
              <a:buNone/>
              <a:defRPr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Wenn es doch mal ein längerer Text sein soll, dann </a:t>
            </a:r>
            <a:r>
              <a:rPr lang="de-DE" altLang="de-DE" b="1" dirty="0">
                <a:latin typeface="Arial" panose="020B0604020202020204" pitchFamily="34" charset="0"/>
                <a:cs typeface="Arial" panose="020B0604020202020204" pitchFamily="34" charset="0"/>
              </a:rPr>
              <a:t>markieren</a:t>
            </a: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 Sie die </a:t>
            </a:r>
            <a:r>
              <a:rPr lang="de-DE" altLang="de-DE" b="1" dirty="0">
                <a:latin typeface="Arial" panose="020B0604020202020204" pitchFamily="34" charset="0"/>
                <a:cs typeface="Arial" panose="020B0604020202020204" pitchFamily="34" charset="0"/>
              </a:rPr>
              <a:t>wichtigsten Inhalte fett</a:t>
            </a: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71463" indent="-271463" eaLnBrk="1" hangingPunct="1">
              <a:lnSpc>
                <a:spcPct val="110000"/>
              </a:lnSpc>
              <a:defRPr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Nutzen Sie Schlagwörter</a:t>
            </a:r>
          </a:p>
          <a:p>
            <a:pPr marL="271463" indent="-271463" eaLnBrk="1" hangingPunct="1">
              <a:lnSpc>
                <a:spcPct val="110000"/>
              </a:lnSpc>
              <a:buFont typeface="Symbol" panose="05050102010706020507" pitchFamily="18" charset="2"/>
              <a:buChar char="-"/>
              <a:defRPr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oder Aufzählungen </a:t>
            </a:r>
          </a:p>
          <a:p>
            <a:pPr marL="719138" lvl="1" indent="-261938">
              <a:lnSpc>
                <a:spcPct val="110000"/>
              </a:lnSpc>
              <a:buFont typeface="Symbol" panose="05050102010706020507" pitchFamily="18" charset="2"/>
              <a:buChar char="-"/>
              <a:defRPr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Auch Aufzählungen mit mehreren Ebenen sind möglich.</a:t>
            </a:r>
          </a:p>
          <a:p>
            <a:pPr marL="0" indent="0" eaLnBrk="1" hangingPunct="1">
              <a:buFont typeface="Symbol" panose="05050102010706020507" pitchFamily="18" charset="2"/>
              <a:buChar char="-"/>
              <a:defRPr/>
            </a:pPr>
            <a:endParaRPr lang="de-DE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Inhaltsplatzhalter 4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0" indent="0" eaLnBrk="1" hangingPunct="1">
              <a:lnSpc>
                <a:spcPct val="110000"/>
              </a:lnSpc>
              <a:buFont typeface="Symbol" charset="2"/>
              <a:buNone/>
              <a:defRPr/>
            </a:pPr>
            <a:r>
              <a:rPr lang="de-DE" altLang="de-DE" dirty="0">
                <a:latin typeface="Arial" panose="020B0604020202020204" pitchFamily="34" charset="0"/>
              </a:rPr>
              <a:t>Eine zweite Spalte wird dann hier angeordnet: </a:t>
            </a:r>
          </a:p>
          <a:p>
            <a:pPr marL="271463" indent="-271463" eaLnBrk="1" hangingPunct="1">
              <a:lnSpc>
                <a:spcPct val="110000"/>
              </a:lnSpc>
              <a:buFont typeface="Symbol" panose="05050102010706020507" pitchFamily="18" charset="2"/>
              <a:buChar char="-"/>
              <a:defRPr/>
            </a:pPr>
            <a:r>
              <a:rPr lang="de-DE" altLang="de-DE" dirty="0">
                <a:latin typeface="Arial" panose="020B0604020202020204" pitchFamily="34" charset="0"/>
              </a:rPr>
              <a:t>Mit Schlagwörtern</a:t>
            </a:r>
          </a:p>
          <a:p>
            <a:pPr marL="271463" indent="-271463" eaLnBrk="1" hangingPunct="1">
              <a:lnSpc>
                <a:spcPct val="110000"/>
              </a:lnSpc>
              <a:buFont typeface="Symbol" panose="05050102010706020507" pitchFamily="18" charset="2"/>
              <a:buChar char="-"/>
              <a:defRPr/>
            </a:pPr>
            <a:r>
              <a:rPr lang="de-DE" altLang="de-DE" dirty="0">
                <a:latin typeface="Arial" panose="020B0604020202020204" pitchFamily="34" charset="0"/>
              </a:rPr>
              <a:t>und Aufzählungen</a:t>
            </a:r>
          </a:p>
          <a:p>
            <a:pPr marL="719138" lvl="1" indent="-261938" eaLnBrk="1" hangingPunct="1">
              <a:lnSpc>
                <a:spcPct val="110000"/>
              </a:lnSpc>
              <a:buFont typeface="Symbol" panose="05050102010706020507" pitchFamily="18" charset="2"/>
              <a:buChar char="-"/>
              <a:defRPr/>
            </a:pPr>
            <a:r>
              <a:rPr lang="de-DE" altLang="de-DE" dirty="0">
                <a:latin typeface="Arial" panose="020B0604020202020204" pitchFamily="34" charset="0"/>
              </a:rPr>
              <a:t>Auch hier stehen mehrere Ebenen zur Verfügung.</a:t>
            </a:r>
          </a:p>
          <a:p>
            <a:pPr marL="0" indent="0" eaLnBrk="1" hangingPunct="1">
              <a:buFont typeface="Symbol" panose="05050102010706020507" pitchFamily="18" charset="2"/>
              <a:buChar char="-"/>
              <a:defRPr/>
            </a:pPr>
            <a:endParaRPr lang="de-DE" altLang="de-DE" dirty="0">
              <a:latin typeface="Arial" panose="020B0604020202020204" pitchFamily="34" charset="0"/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60C9AF-448A-4DA4-9688-85DDBAF3634B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12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el 1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Anwendungsbeispiel 3</a:t>
            </a:r>
          </a:p>
        </p:txBody>
      </p:sp>
      <p:pic>
        <p:nvPicPr>
          <p:cNvPr id="9" name="Bildplatzhalter 8" descr="Foto Lesesaal Universitätsbibliothek"/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86" b="21186"/>
          <a:stretch>
            <a:fillRect/>
          </a:stretch>
        </p:blipFill>
        <p:spPr/>
      </p:pic>
      <p:sp>
        <p:nvSpPr>
          <p:cNvPr id="28677" name="Inhaltsplatzhalt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Symbol" panose="05050102010706020507" pitchFamily="18" charset="2"/>
              <a:buNone/>
            </a:pPr>
            <a:r>
              <a:rPr lang="de-DE" altLang="de-DE" sz="1200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 könnte sich Ihre Bildunterschrift befinden </a:t>
            </a:r>
            <a:r>
              <a:rPr lang="mr-IN" altLang="de-DE" sz="1200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de-DE" altLang="de-DE" sz="1200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Arial, 12pt, 50 % Schwarz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60C9AF-448A-4DA4-9688-85DDBAF3634B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13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D1455-892F-1339-246D-7E1C4DAA0AC6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Anwendungsbeispiel 3-2</a:t>
            </a:r>
            <a:endParaRPr lang="de-DE" dirty="0"/>
          </a:p>
        </p:txBody>
      </p:sp>
      <p:pic>
        <p:nvPicPr>
          <p:cNvPr id="29698" name="Bildplatzhalter 3" descr="Foto Eingangsbereich Universitätsbibliothek"/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1" b="7861"/>
          <a:stretch>
            <a:fillRect/>
          </a:stretch>
        </p:blipFill>
        <p:spPr>
          <a:xfrm>
            <a:off x="7938" y="0"/>
            <a:ext cx="9136062" cy="5135562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el 1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Anwendungs-beispiel 4</a:t>
            </a:r>
          </a:p>
        </p:txBody>
      </p:sp>
      <p:sp>
        <p:nvSpPr>
          <p:cNvPr id="3072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Symbol" panose="05050102010706020507" pitchFamily="18" charset="2"/>
              <a:buNone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Vergessen Sie bei der Verwendung von Bildmaterial bitte nicht die </a:t>
            </a:r>
            <a:r>
              <a:rPr lang="de-DE" altLang="de-DE" b="1" dirty="0">
                <a:latin typeface="Arial" panose="020B0604020202020204" pitchFamily="34" charset="0"/>
                <a:cs typeface="Arial" panose="020B0604020202020204" pitchFamily="34" charset="0"/>
              </a:rPr>
              <a:t>Angabe der Quelle </a:t>
            </a: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und vergewissern Sie sich, dass Sie über die nötigen </a:t>
            </a:r>
            <a:r>
              <a:rPr lang="de-DE" altLang="de-DE" b="1" dirty="0">
                <a:latin typeface="Arial" panose="020B0604020202020204" pitchFamily="34" charset="0"/>
                <a:cs typeface="Arial" panose="020B0604020202020204" pitchFamily="34" charset="0"/>
              </a:rPr>
              <a:t>Bildrechte</a:t>
            </a: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 verfügen.</a:t>
            </a:r>
          </a:p>
          <a:p>
            <a:pPr marL="0" indent="0" eaLnBrk="1" hangingPunct="1">
              <a:buFont typeface="Symbol" panose="05050102010706020507" pitchFamily="18" charset="2"/>
              <a:buNone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Kennen Sie schon unseren </a:t>
            </a:r>
            <a:r>
              <a:rPr lang="de-DE" altLang="de-DE" b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Fotoservice</a:t>
            </a: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pic>
        <p:nvPicPr>
          <p:cNvPr id="11" name="Bildplatzhalter 8" descr="Foto Innenbereich Universitätsbibliothek"/>
          <p:cNvPicPr>
            <a:picLocks noGrp="1" noChangeAspect="1"/>
          </p:cNvPicPr>
          <p:nvPr>
            <p:ph type="pic"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33" b="4833"/>
          <a:stretch>
            <a:fillRect/>
          </a:stretch>
        </p:blipFill>
        <p:spPr/>
      </p:pic>
      <p:sp>
        <p:nvSpPr>
          <p:cNvPr id="30728" name="Inhaltsplatzhalter 7"/>
          <p:cNvSpPr txBox="1">
            <a:spLocks/>
          </p:cNvSpPr>
          <p:nvPr/>
        </p:nvSpPr>
        <p:spPr bwMode="auto">
          <a:xfrm>
            <a:off x="3352800" y="4368800"/>
            <a:ext cx="499384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/>
          <a:lstStyle>
            <a:lvl1pPr>
              <a:spcBef>
                <a:spcPct val="20000"/>
              </a:spcBef>
              <a:buFont typeface="Symbol" panose="05050102010706020507" pitchFamily="18" charset="2"/>
              <a:defRPr sz="1200">
                <a:solidFill>
                  <a:srgbClr val="262A3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628650" indent="-17145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2pPr>
            <a:lvl3pPr marL="1085850" indent="-171450">
              <a:spcBef>
                <a:spcPct val="20000"/>
              </a:spcBef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3pPr>
            <a:lvl4pPr marL="1543050" indent="-171450">
              <a:spcBef>
                <a:spcPct val="20000"/>
              </a:spcBef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4pPr>
            <a:lvl5pPr marL="2000250" indent="-171450">
              <a:spcBef>
                <a:spcPct val="20000"/>
              </a:spcBef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5pPr>
            <a:lvl6pPr marL="24574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6pPr>
            <a:lvl7pPr marL="29146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7pPr>
            <a:lvl8pPr marL="33718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8pPr>
            <a:lvl9pPr marL="38290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D8413E"/>
              </a:buClr>
            </a:pPr>
            <a:r>
              <a:rPr lang="de-DE" altLang="de-DE">
                <a:solidFill>
                  <a:srgbClr val="7F7F7F"/>
                </a:solidFill>
              </a:rPr>
              <a:t>Quelle: Universität Leipzig / Name des Fotografen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60C9AF-448A-4DA4-9688-85DDBAF3634B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15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el 1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Anwendungsbeispiel 5</a:t>
            </a:r>
          </a:p>
        </p:txBody>
      </p:sp>
      <p:sp>
        <p:nvSpPr>
          <p:cNvPr id="31755" name="Textplatzhalter 3"/>
          <p:cNvSpPr txBox="1">
            <a:spLocks/>
          </p:cNvSpPr>
          <p:nvPr/>
        </p:nvSpPr>
        <p:spPr bwMode="auto">
          <a:xfrm>
            <a:off x="457200" y="1063625"/>
            <a:ext cx="700246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Symbol" panose="05050102010706020507" pitchFamily="18" charset="2"/>
              <a:defRPr sz="1200">
                <a:solidFill>
                  <a:srgbClr val="262A3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de-DE" altLang="de-DE" sz="1400" dirty="0"/>
              <a:t>DIAGRAMME</a:t>
            </a:r>
            <a:endParaRPr lang="de-DE" altLang="de-DE" sz="1800" dirty="0"/>
          </a:p>
        </p:txBody>
      </p:sp>
      <p:graphicFrame>
        <p:nvGraphicFramePr>
          <p:cNvPr id="31749" name="Diagrammplatzhalter 8" descr="Diagrammtyp 1"/>
          <p:cNvGraphicFramePr>
            <a:graphicFrameLocks noGrp="1"/>
          </p:cNvGraphicFramePr>
          <p:nvPr>
            <p:ph type="chart" sz="quarter" idx="16"/>
            <p:extLst>
              <p:ext uri="{D42A27DB-BD31-4B8C-83A1-F6EECF244321}">
                <p14:modId xmlns:p14="http://schemas.microsoft.com/office/powerpoint/2010/main" val="3946301415"/>
              </p:ext>
            </p:extLst>
          </p:nvPr>
        </p:nvGraphicFramePr>
        <p:xfrm>
          <a:off x="416719" y="1561580"/>
          <a:ext cx="3840727" cy="289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gramm" r:id="rId2" imgW="3950550" imgH="3078747" progId="Excel.Chart.8">
                  <p:embed/>
                </p:oleObj>
              </mc:Choice>
              <mc:Fallback>
                <p:oleObj name="Diagramm" r:id="rId2" imgW="3950550" imgH="3078747" progId="Excel.Chart.8">
                  <p:embed/>
                  <p:pic>
                    <p:nvPicPr>
                      <p:cNvPr id="0" name="Diagrammplatzhalter 8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719" y="1561580"/>
                        <a:ext cx="3840727" cy="289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3" name="Textfeld 10"/>
          <p:cNvSpPr txBox="1">
            <a:spLocks noChangeArrowheads="1"/>
          </p:cNvSpPr>
          <p:nvPr/>
        </p:nvSpPr>
        <p:spPr bwMode="auto">
          <a:xfrm>
            <a:off x="1813142" y="2959964"/>
            <a:ext cx="1041400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Symbol" panose="05050102010706020507" pitchFamily="18" charset="2"/>
              <a:defRPr sz="1200">
                <a:solidFill>
                  <a:srgbClr val="262A3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de-DE" altLang="de-DE" sz="1800" b="1" dirty="0">
                <a:solidFill>
                  <a:schemeClr val="tx1"/>
                </a:solidFill>
              </a:rPr>
              <a:t>Gesamt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de-DE" altLang="de-DE" sz="1800" b="1" dirty="0">
                <a:solidFill>
                  <a:schemeClr val="tx1"/>
                </a:solidFill>
              </a:rPr>
              <a:t>14,8</a:t>
            </a:r>
          </a:p>
        </p:txBody>
      </p:sp>
      <p:sp>
        <p:nvSpPr>
          <p:cNvPr id="31747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3840727" cy="330196"/>
          </a:xfrm>
        </p:spPr>
        <p:txBody>
          <a:bodyPr/>
          <a:lstStyle/>
          <a:p>
            <a:pPr eaLnBrk="1" hangingPunct="1">
              <a:buFont typeface="Symbol" panose="05050102010706020507" pitchFamily="18" charset="2"/>
              <a:buNone/>
            </a:pPr>
            <a:r>
              <a:rPr lang="de-DE" altLang="de-DE" sz="1200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Abbildungsunterschrift</a:t>
            </a:r>
            <a:endParaRPr lang="de-DE" altLang="de-DE" dirty="0">
              <a:solidFill>
                <a:srgbClr val="7F7F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1752" name="Diagrammplatzhalter 8" descr="Diagrammtyp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7244452"/>
              </p:ext>
            </p:extLst>
          </p:nvPr>
        </p:nvGraphicFramePr>
        <p:xfrm>
          <a:off x="4648200" y="1471613"/>
          <a:ext cx="4030663" cy="307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gramm" r:id="rId4" imgW="4035902" imgH="3078747" progId="Excel.Chart.8">
                  <p:embed/>
                </p:oleObj>
              </mc:Choice>
              <mc:Fallback>
                <p:oleObj name="Diagramm" r:id="rId4" imgW="4035902" imgH="3078747" progId="Excel.Chart.8">
                  <p:embed/>
                  <p:pic>
                    <p:nvPicPr>
                      <p:cNvPr id="0" name="Diagrammplatzhalter 8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471613"/>
                        <a:ext cx="4030663" cy="307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4" name="Inhaltsplatzhalter 2"/>
          <p:cNvSpPr txBox="1">
            <a:spLocks/>
          </p:cNvSpPr>
          <p:nvPr/>
        </p:nvSpPr>
        <p:spPr bwMode="auto">
          <a:xfrm>
            <a:off x="4783138" y="4432300"/>
            <a:ext cx="3844925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Symbol" panose="05050102010706020507" pitchFamily="18" charset="2"/>
              <a:defRPr sz="1200">
                <a:solidFill>
                  <a:srgbClr val="262A3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D8413E"/>
              </a:buClr>
            </a:pPr>
            <a:r>
              <a:rPr lang="de-DE" altLang="de-DE" dirty="0">
                <a:solidFill>
                  <a:srgbClr val="7F7F7F"/>
                </a:solidFill>
              </a:rPr>
              <a:t>Abbildungsunterschrift</a:t>
            </a:r>
          </a:p>
          <a:p>
            <a:pPr eaLnBrk="1" hangingPunct="1">
              <a:buClr>
                <a:srgbClr val="D8413E"/>
              </a:buClr>
            </a:pPr>
            <a:endParaRPr lang="de-DE" altLang="de-DE" sz="1000" dirty="0">
              <a:solidFill>
                <a:srgbClr val="7F7F7F"/>
              </a:solidFill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60C9AF-448A-4DA4-9688-85DDBAF3634B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16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65125" y="1584325"/>
            <a:ext cx="7985125" cy="56197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de-DE" dirty="0">
                <a:ea typeface="+mj-ea"/>
              </a:rPr>
              <a:t>Vielen Dank!</a:t>
            </a:r>
          </a:p>
        </p:txBody>
      </p:sp>
      <p:sp>
        <p:nvSpPr>
          <p:cNvPr id="33795" name="Inhaltsplatzhalter 2"/>
          <p:cNvSpPr>
            <a:spLocks noGrp="1"/>
          </p:cNvSpPr>
          <p:nvPr>
            <p:ph sz="half" idx="2"/>
          </p:nvPr>
        </p:nvSpPr>
        <p:spPr>
          <a:xfrm>
            <a:off x="365125" y="2449513"/>
            <a:ext cx="6924675" cy="2457450"/>
          </a:xfrm>
        </p:spPr>
        <p:txBody>
          <a:bodyPr/>
          <a:lstStyle/>
          <a:p>
            <a:pPr eaLnBrk="1" hangingPunct="1"/>
            <a:r>
              <a:rPr lang="de-DE" alt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</a:p>
          <a:p>
            <a:pPr eaLnBrk="1" hangingPunct="1"/>
            <a:r>
              <a:rPr lang="de-DE" altLang="de-DE" sz="16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  <a:p>
            <a:pPr eaLnBrk="1" hangingPunct="1"/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de-DE" altLang="de-DE" sz="1600" dirty="0">
                <a:latin typeface="Arial" panose="020B0604020202020204" pitchFamily="34" charset="0"/>
                <a:cs typeface="Arial" panose="020B0604020202020204" pitchFamily="34" charset="0"/>
              </a:rPr>
              <a:t>Adresse einzeilig</a:t>
            </a:r>
          </a:p>
          <a:p>
            <a:pPr eaLnBrk="1" hangingPunct="1"/>
            <a:r>
              <a:rPr lang="de-DE" altLang="de-DE" sz="1600" dirty="0">
                <a:latin typeface="Arial" panose="020B0604020202020204" pitchFamily="34" charset="0"/>
                <a:cs typeface="Arial" panose="020B0604020202020204" pitchFamily="34" charset="0"/>
              </a:rPr>
              <a:t>T +49 341 97-xxxxx   F +49 341 97-xxxxx</a:t>
            </a:r>
          </a:p>
          <a:p>
            <a:pPr eaLnBrk="1" hangingPunct="1"/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de-DE" altLang="de-DE" sz="1600" dirty="0">
                <a:latin typeface="Arial" panose="020B0604020202020204" pitchFamily="34" charset="0"/>
                <a:cs typeface="Arial" panose="020B0604020202020204" pitchFamily="34" charset="0"/>
              </a:rPr>
              <a:t>xxx@uni-leipzig.de</a:t>
            </a:r>
          </a:p>
          <a:p>
            <a:pPr eaLnBrk="1" hangingPunct="1">
              <a:lnSpc>
                <a:spcPct val="110000"/>
              </a:lnSpc>
            </a:pPr>
            <a:r>
              <a:rPr lang="de-DE" altLang="de-DE" sz="1600" dirty="0">
                <a:latin typeface="Arial" panose="020B0604020202020204" pitchFamily="34" charset="0"/>
                <a:cs typeface="Arial" panose="020B0604020202020204" pitchFamily="34" charset="0"/>
              </a:rPr>
              <a:t>www.uni-leipzig.de</a:t>
            </a:r>
            <a:endParaRPr lang="de-DE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de-DE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1_UniLeipzig_PPT Vorlage">
  <a:themeElements>
    <a:clrScheme name="Universität Leipzig">
      <a:dk1>
        <a:sysClr val="windowText" lastClr="000000"/>
      </a:dk1>
      <a:lt1>
        <a:sysClr val="window" lastClr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usterfoliensatz_16zu9_bf-v0.03.potx" id="{7DE57E75-78F7-4AA2-B456-AE273B20140A}" vid="{D3E1DA1E-723E-4DFB-B997-8A2E5E08277C}"/>
    </a:ext>
  </a:extLst>
</a:theme>
</file>

<file path=ppt/theme/theme2.xml><?xml version="1.0" encoding="utf-8"?>
<a:theme xmlns:a="http://schemas.openxmlformats.org/drawingml/2006/main" name="Master2_UniLeipzig_PPT Vorlage">
  <a:themeElements>
    <a:clrScheme name="Universität Leipzig">
      <a:dk1>
        <a:sysClr val="windowText" lastClr="000000"/>
      </a:dk1>
      <a:lt1>
        <a:sysClr val="window" lastClr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i="0" smtClean="0">
            <a:latin typeface="+mn-lt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usterfoliensatz_16zu9_bf-v0.03.potx" id="{7DE57E75-78F7-4AA2-B456-AE273B20140A}" vid="{A8819F72-0622-491D-BFC5-592B045F67FB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Master1_UniLeipzig_PPT Vorlage</Template>
  <TotalTime>0</TotalTime>
  <Words>623</Words>
  <Application>Microsoft Macintosh PowerPoint</Application>
  <PresentationFormat>On-screen Show (16:9)</PresentationFormat>
  <Paragraphs>141</Paragraphs>
  <Slides>17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 Unicode MS</vt:lpstr>
      <vt:lpstr>ＭＳ Ｐゴシック</vt:lpstr>
      <vt:lpstr>Arial</vt:lpstr>
      <vt:lpstr>Calibri</vt:lpstr>
      <vt:lpstr>Futura</vt:lpstr>
      <vt:lpstr>Symbol</vt:lpstr>
      <vt:lpstr>Master1_UniLeipzig_PPT Vorlage</vt:lpstr>
      <vt:lpstr>Master2_UniLeipzig_PPT Vorlage</vt:lpstr>
      <vt:lpstr>Diagramm</vt:lpstr>
      <vt:lpstr>Präsentationstitel in Arial Bold Kann auch dreizeilig sein muss aber nicht  </vt:lpstr>
      <vt:lpstr>Formatierungsanmerkung</vt:lpstr>
      <vt:lpstr>Textformate 1</vt:lpstr>
      <vt:lpstr>Textformate 2</vt:lpstr>
      <vt:lpstr>Textformate 3</vt:lpstr>
      <vt:lpstr>Anwendungsbeispiel</vt:lpstr>
      <vt:lpstr>Farben</vt:lpstr>
      <vt:lpstr>Anwendungs-beispiele</vt:lpstr>
      <vt:lpstr>Noch Eine Zwischenfolie mit Bild</vt:lpstr>
      <vt:lpstr>Zwischenfolie  ohne Bild </vt:lpstr>
      <vt:lpstr>Anwendungsbeispiel 1</vt:lpstr>
      <vt:lpstr>Anwendungsbeispiel 2</vt:lpstr>
      <vt:lpstr>Anwendungsbeispiel 3</vt:lpstr>
      <vt:lpstr>Anwendungsbeispiel 3-2</vt:lpstr>
      <vt:lpstr>Anwendungs-beispiel 4</vt:lpstr>
      <vt:lpstr>Anwendungsbeispiel 5</vt:lpstr>
      <vt:lpstr>Vielen Dank!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Mordhorst</dc:creator>
  <cp:lastModifiedBy>Alexander Mordhorst</cp:lastModifiedBy>
  <cp:revision>1</cp:revision>
  <cp:lastPrinted>2017-09-28T12:33:25Z</cp:lastPrinted>
  <dcterms:created xsi:type="dcterms:W3CDTF">2026-09-29T09:02:15Z</dcterms:created>
  <dcterms:modified xsi:type="dcterms:W3CDTF">2026-09-29T09:02:42Z</dcterms:modified>
</cp:coreProperties>
</file>