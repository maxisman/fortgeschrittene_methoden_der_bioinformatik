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 id="2147483881" r:id="rId2"/>
  </p:sldMasterIdLst>
  <p:notesMasterIdLst>
    <p:notesMasterId r:id="rId31"/>
  </p:notesMasterIdLst>
  <p:handoutMasterIdLst>
    <p:handoutMasterId r:id="rId32"/>
  </p:handoutMasterIdLst>
  <p:sldIdLst>
    <p:sldId id="288" r:id="rId3"/>
    <p:sldId id="289" r:id="rId4"/>
    <p:sldId id="324" r:id="rId5"/>
    <p:sldId id="329" r:id="rId6"/>
    <p:sldId id="310" r:id="rId7"/>
    <p:sldId id="313" r:id="rId8"/>
    <p:sldId id="330" r:id="rId9"/>
    <p:sldId id="314" r:id="rId10"/>
    <p:sldId id="315" r:id="rId11"/>
    <p:sldId id="316" r:id="rId12"/>
    <p:sldId id="318" r:id="rId13"/>
    <p:sldId id="319" r:id="rId14"/>
    <p:sldId id="322" r:id="rId15"/>
    <p:sldId id="323" r:id="rId16"/>
    <p:sldId id="320" r:id="rId17"/>
    <p:sldId id="257" r:id="rId18"/>
    <p:sldId id="328" r:id="rId19"/>
    <p:sldId id="258" r:id="rId20"/>
    <p:sldId id="259" r:id="rId21"/>
    <p:sldId id="325" r:id="rId22"/>
    <p:sldId id="326" r:id="rId23"/>
    <p:sldId id="327" r:id="rId24"/>
    <p:sldId id="262" r:id="rId25"/>
    <p:sldId id="263" r:id="rId26"/>
    <p:sldId id="264" r:id="rId27"/>
    <p:sldId id="265" r:id="rId28"/>
    <p:sldId id="266" r:id="rId29"/>
    <p:sldId id="285" r:id="rId30"/>
  </p:sldIdLst>
  <p:sldSz cx="9144000" cy="5143500" type="screen16x9"/>
  <p:notesSz cx="6858000" cy="9144000"/>
  <p:defaultTextStyle>
    <a:defPPr>
      <a:defRPr lang="de-DE"/>
    </a:defPPr>
    <a:lvl1pPr algn="l" defTabSz="457200" rtl="0" eaLnBrk="0" fontAlgn="base" hangingPunct="0">
      <a:spcBef>
        <a:spcPct val="0"/>
      </a:spcBef>
      <a:spcAft>
        <a:spcPct val="0"/>
      </a:spcAft>
      <a:defRPr kern="1200">
        <a:solidFill>
          <a:schemeClr val="tx1"/>
        </a:solidFill>
        <a:latin typeface="Calibri" panose="020F0502020204030204" pitchFamily="34" charset="0"/>
        <a:ea typeface="MS PGothic" panose="020B0600070205080204" pitchFamily="34" charset="-128"/>
        <a:cs typeface="+mn-cs"/>
      </a:defRPr>
    </a:lvl1pPr>
    <a:lvl2pPr marL="457200" algn="l" defTabSz="457200" rtl="0" eaLnBrk="0" fontAlgn="base" hangingPunct="0">
      <a:spcBef>
        <a:spcPct val="0"/>
      </a:spcBef>
      <a:spcAft>
        <a:spcPct val="0"/>
      </a:spcAft>
      <a:defRPr kern="1200">
        <a:solidFill>
          <a:schemeClr val="tx1"/>
        </a:solidFill>
        <a:latin typeface="Calibri" panose="020F0502020204030204" pitchFamily="34" charset="0"/>
        <a:ea typeface="MS PGothic" panose="020B0600070205080204" pitchFamily="34" charset="-128"/>
        <a:cs typeface="+mn-cs"/>
      </a:defRPr>
    </a:lvl2pPr>
    <a:lvl3pPr marL="914400" algn="l" defTabSz="457200" rtl="0" eaLnBrk="0" fontAlgn="base" hangingPunct="0">
      <a:spcBef>
        <a:spcPct val="0"/>
      </a:spcBef>
      <a:spcAft>
        <a:spcPct val="0"/>
      </a:spcAft>
      <a:defRPr kern="1200">
        <a:solidFill>
          <a:schemeClr val="tx1"/>
        </a:solidFill>
        <a:latin typeface="Calibri" panose="020F0502020204030204" pitchFamily="34" charset="0"/>
        <a:ea typeface="MS PGothic" panose="020B0600070205080204" pitchFamily="34" charset="-128"/>
        <a:cs typeface="+mn-cs"/>
      </a:defRPr>
    </a:lvl3pPr>
    <a:lvl4pPr marL="1371600" algn="l" defTabSz="457200" rtl="0" eaLnBrk="0" fontAlgn="base" hangingPunct="0">
      <a:spcBef>
        <a:spcPct val="0"/>
      </a:spcBef>
      <a:spcAft>
        <a:spcPct val="0"/>
      </a:spcAft>
      <a:defRPr kern="1200">
        <a:solidFill>
          <a:schemeClr val="tx1"/>
        </a:solidFill>
        <a:latin typeface="Calibri" panose="020F0502020204030204" pitchFamily="34" charset="0"/>
        <a:ea typeface="MS PGothic" panose="020B0600070205080204" pitchFamily="34" charset="-128"/>
        <a:cs typeface="+mn-cs"/>
      </a:defRPr>
    </a:lvl4pPr>
    <a:lvl5pPr marL="1828800" algn="l" defTabSz="457200" rtl="0" eaLnBrk="0" fontAlgn="base" hangingPunct="0">
      <a:spcBef>
        <a:spcPct val="0"/>
      </a:spcBef>
      <a:spcAft>
        <a:spcPct val="0"/>
      </a:spcAft>
      <a:defRPr kern="1200">
        <a:solidFill>
          <a:schemeClr val="tx1"/>
        </a:solidFill>
        <a:latin typeface="Calibri" panose="020F0502020204030204" pitchFamily="34" charset="0"/>
        <a:ea typeface="MS PGothic" panose="020B0600070205080204" pitchFamily="34" charset="-128"/>
        <a:cs typeface="+mn-cs"/>
      </a:defRPr>
    </a:lvl5pPr>
    <a:lvl6pPr marL="2286000" algn="l" defTabSz="914400" rtl="0" eaLnBrk="1" latinLnBrk="0" hangingPunct="1">
      <a:defRPr kern="1200">
        <a:solidFill>
          <a:schemeClr val="tx1"/>
        </a:solidFill>
        <a:latin typeface="Calibri" panose="020F0502020204030204" pitchFamily="34" charset="0"/>
        <a:ea typeface="MS PGothic" panose="020B0600070205080204" pitchFamily="34" charset="-128"/>
        <a:cs typeface="+mn-cs"/>
      </a:defRPr>
    </a:lvl6pPr>
    <a:lvl7pPr marL="2743200" algn="l" defTabSz="914400" rtl="0" eaLnBrk="1" latinLnBrk="0" hangingPunct="1">
      <a:defRPr kern="1200">
        <a:solidFill>
          <a:schemeClr val="tx1"/>
        </a:solidFill>
        <a:latin typeface="Calibri" panose="020F0502020204030204" pitchFamily="34" charset="0"/>
        <a:ea typeface="MS PGothic" panose="020B0600070205080204" pitchFamily="34" charset="-128"/>
        <a:cs typeface="+mn-cs"/>
      </a:defRPr>
    </a:lvl7pPr>
    <a:lvl8pPr marL="3200400" algn="l" defTabSz="914400" rtl="0" eaLnBrk="1" latinLnBrk="0" hangingPunct="1">
      <a:defRPr kern="1200">
        <a:solidFill>
          <a:schemeClr val="tx1"/>
        </a:solidFill>
        <a:latin typeface="Calibri" panose="020F0502020204030204" pitchFamily="34" charset="0"/>
        <a:ea typeface="MS PGothic" panose="020B0600070205080204" pitchFamily="34" charset="-128"/>
        <a:cs typeface="+mn-cs"/>
      </a:defRPr>
    </a:lvl8pPr>
    <a:lvl9pPr marL="3657600" algn="l" defTabSz="914400" rtl="0" eaLnBrk="1" latinLnBrk="0" hangingPunct="1">
      <a:defRPr kern="1200">
        <a:solidFill>
          <a:schemeClr val="tx1"/>
        </a:solidFill>
        <a:latin typeface="Calibri" panose="020F0502020204030204" pitchFamily="34" charset="0"/>
        <a:ea typeface="MS PGothic" panose="020B0600070205080204" pitchFamily="34" charset="-128"/>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69696"/>
    <a:srgbClr val="C9C9C9"/>
    <a:srgbClr val="FF5451"/>
    <a:srgbClr val="262A31"/>
    <a:srgbClr val="B2B2B2"/>
    <a:srgbClr val="4D4D4D"/>
    <a:srgbClr val="242424"/>
    <a:srgbClr val="79B2D4"/>
    <a:srgbClr val="91B7C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6E25E649-3F16-4E02-A733-19D2CDBF48F0}" styleName="Mittlere Formatvorlage 3 - Akz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118" autoAdjust="0"/>
    <p:restoredTop sz="87914" autoAdjust="0"/>
  </p:normalViewPr>
  <p:slideViewPr>
    <p:cSldViewPr snapToGrid="0" snapToObjects="1" showGuides="1">
      <p:cViewPr>
        <p:scale>
          <a:sx n="101" d="100"/>
          <a:sy n="101" d="100"/>
        </p:scale>
        <p:origin x="1880" y="832"/>
      </p:cViewPr>
      <p:guideLst>
        <p:guide orient="horz" pos="1620"/>
        <p:guide pos="2880"/>
      </p:guideLst>
    </p:cSldViewPr>
  </p:slideViewPr>
  <p:outlineViewPr>
    <p:cViewPr>
      <p:scale>
        <a:sx n="33" d="100"/>
        <a:sy n="33" d="100"/>
      </p:scale>
      <p:origin x="0" y="-2670"/>
    </p:cViewPr>
  </p:outlineViewPr>
  <p:notesTextViewPr>
    <p:cViewPr>
      <p:scale>
        <a:sx n="3" d="2"/>
        <a:sy n="3" d="2"/>
      </p:scale>
      <p:origin x="0" y="0"/>
    </p:cViewPr>
  </p:notesTextViewPr>
  <p:notesViewPr>
    <p:cSldViewPr snapToGrid="0" snapToObjects="1" showGuides="1">
      <p:cViewPr varScale="1">
        <p:scale>
          <a:sx n="85" d="100"/>
          <a:sy n="85" d="100"/>
        </p:scale>
        <p:origin x="3804" y="9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34"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handoutMaster" Target="handoutMasters/handoutMaster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theme" Target="theme/theme1.xml"/><Relationship Id="rId8" Type="http://schemas.openxmlformats.org/officeDocument/2006/relationships/slide" Target="slides/slide6.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Überschrift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eaLnBrk="1" fontAlgn="auto" hangingPunct="1">
              <a:spcBef>
                <a:spcPts val="0"/>
              </a:spcBef>
              <a:spcAft>
                <a:spcPts val="0"/>
              </a:spcAft>
              <a:defRPr sz="1200">
                <a:latin typeface="+mn-lt"/>
                <a:ea typeface="+mn-ea"/>
                <a:cs typeface="+mn-cs"/>
              </a:defRPr>
            </a:lvl1pPr>
          </a:lstStyle>
          <a:p>
            <a:pPr>
              <a:defRPr/>
            </a:pPr>
            <a:endParaRPr lang="de-DE" dirty="0">
              <a:latin typeface="Arial" panose="020B0604020202020204" pitchFamily="34" charset="0"/>
              <a:cs typeface="Arial" panose="020B0604020202020204"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eaLnBrk="1" hangingPunct="1">
              <a:defRPr sz="1200"/>
            </a:lvl1pPr>
          </a:lstStyle>
          <a:p>
            <a:pPr>
              <a:defRPr/>
            </a:pPr>
            <a:fld id="{02D1D50A-91A0-4313-AF41-8FA8C1A6F672}" type="datetimeFigureOut">
              <a:rPr lang="de-DE" altLang="de-DE">
                <a:latin typeface="Arial" panose="020B0604020202020204" pitchFamily="34" charset="0"/>
                <a:cs typeface="Arial" panose="020B0604020202020204" pitchFamily="34" charset="0"/>
              </a:rPr>
              <a:pPr>
                <a:defRPr/>
              </a:pPr>
              <a:t>30.09.26</a:t>
            </a:fld>
            <a:endParaRPr lang="de-DE" altLang="de-DE" dirty="0">
              <a:latin typeface="Arial" panose="020B0604020202020204" pitchFamily="34" charset="0"/>
              <a:cs typeface="Arial" panose="020B0604020202020204"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eaLnBrk="1" fontAlgn="auto" hangingPunct="1">
              <a:spcBef>
                <a:spcPts val="0"/>
              </a:spcBef>
              <a:spcAft>
                <a:spcPts val="0"/>
              </a:spcAft>
              <a:defRPr sz="1200">
                <a:latin typeface="+mn-lt"/>
                <a:ea typeface="+mn-ea"/>
                <a:cs typeface="+mn-cs"/>
              </a:defRPr>
            </a:lvl1pPr>
          </a:lstStyle>
          <a:p>
            <a:pPr>
              <a:defRPr/>
            </a:pPr>
            <a:endParaRPr lang="de-DE" dirty="0">
              <a:latin typeface="Arial" panose="020B0604020202020204" pitchFamily="34" charset="0"/>
              <a:cs typeface="Arial" panose="020B0604020202020204"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vl1pPr>
          </a:lstStyle>
          <a:p>
            <a:pPr>
              <a:defRPr/>
            </a:pPr>
            <a:fld id="{9835DF71-E1E2-47C3-B9FA-47C07B346B8B}" type="slidenum">
              <a:rPr lang="de-DE" altLang="de-DE">
                <a:latin typeface="Arial" panose="020B0604020202020204" pitchFamily="34" charset="0"/>
                <a:cs typeface="Arial" panose="020B0604020202020204" pitchFamily="34" charset="0"/>
              </a:rPr>
              <a:pPr>
                <a:defRPr/>
              </a:pPr>
              <a:t>‹#›</a:t>
            </a:fld>
            <a:endParaRPr lang="de-DE" altLang="de-DE"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26700504"/>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Überschrift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eaLnBrk="1" fontAlgn="auto" hangingPunct="1">
              <a:spcBef>
                <a:spcPts val="0"/>
              </a:spcBef>
              <a:spcAft>
                <a:spcPts val="0"/>
              </a:spcAft>
              <a:defRPr sz="1200">
                <a:latin typeface="Arial" panose="020B0604020202020204" pitchFamily="34" charset="0"/>
                <a:ea typeface="+mn-ea"/>
                <a:cs typeface="Arial" panose="020B0604020202020204" pitchFamily="34" charset="0"/>
              </a:defRPr>
            </a:lvl1pPr>
          </a:lstStyle>
          <a:p>
            <a:pPr>
              <a:defRPr/>
            </a:pPr>
            <a:endParaRPr lang="de-DE" dirty="0"/>
          </a:p>
        </p:txBody>
      </p:sp>
      <p:sp>
        <p:nvSpPr>
          <p:cNvPr id="3" name="Datumsplatzhalt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eaLnBrk="1" hangingPunct="1">
              <a:defRPr sz="1200">
                <a:latin typeface="Arial" panose="020B0604020202020204" pitchFamily="34" charset="0"/>
                <a:cs typeface="Arial" panose="020B0604020202020204" pitchFamily="34" charset="0"/>
              </a:defRPr>
            </a:lvl1pPr>
          </a:lstStyle>
          <a:p>
            <a:pPr>
              <a:defRPr/>
            </a:pPr>
            <a:fld id="{91E3895C-9893-433E-BD86-ABF19E357674}" type="datetimeFigureOut">
              <a:rPr lang="de-DE" altLang="de-DE" smtClean="0"/>
              <a:pPr>
                <a:defRPr/>
              </a:pPr>
              <a:t>30.09.26</a:t>
            </a:fld>
            <a:endParaRPr lang="de-DE" altLang="de-DE" dirty="0"/>
          </a:p>
        </p:txBody>
      </p:sp>
      <p:sp>
        <p:nvSpPr>
          <p:cNvPr id="4" name="Folienbildplatzhalt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de-DE" noProof="0"/>
          </a:p>
        </p:txBody>
      </p:sp>
      <p:sp>
        <p:nvSpPr>
          <p:cNvPr id="5" name="Notizenplatzhalter 4"/>
          <p:cNvSpPr>
            <a:spLocks noGrp="1"/>
          </p:cNvSpPr>
          <p:nvPr>
            <p:ph type="body" sz="quarter" idx="3"/>
          </p:nvPr>
        </p:nvSpPr>
        <p:spPr>
          <a:xfrm>
            <a:off x="685800" y="4343400"/>
            <a:ext cx="5486400" cy="4114800"/>
          </a:xfrm>
          <a:prstGeom prst="rect">
            <a:avLst/>
          </a:prstGeom>
        </p:spPr>
        <p:txBody>
          <a:bodyPr vert="horz" wrap="square" lIns="91440" tIns="45720" rIns="91440" bIns="45720" numCol="1" anchor="t" anchorCtr="0" compatLnSpc="1">
            <a:prstTxWarp prst="textNoShape">
              <a:avLst/>
            </a:prstTxWarp>
          </a:bodyPr>
          <a:lstStyle/>
          <a:p>
            <a:pPr lvl="0"/>
            <a:r>
              <a:rPr lang="de-DE" altLang="de-DE" noProof="0" dirty="0"/>
              <a:t>Mastertextformat bearbeiten</a:t>
            </a:r>
          </a:p>
          <a:p>
            <a:pPr lvl="1"/>
            <a:r>
              <a:rPr lang="de-DE" altLang="de-DE" noProof="0" dirty="0"/>
              <a:t>Zweite Ebene</a:t>
            </a:r>
          </a:p>
          <a:p>
            <a:pPr lvl="2"/>
            <a:r>
              <a:rPr lang="de-DE" altLang="de-DE" noProof="0" dirty="0"/>
              <a:t>Dritte Ebene</a:t>
            </a:r>
          </a:p>
          <a:p>
            <a:pPr lvl="3"/>
            <a:r>
              <a:rPr lang="de-DE" altLang="de-DE" noProof="0" dirty="0"/>
              <a:t>Vierte Ebene</a:t>
            </a:r>
          </a:p>
          <a:p>
            <a:pPr lvl="4"/>
            <a:r>
              <a:rPr lang="de-DE" altLang="de-DE" noProof="0" dirty="0"/>
              <a:t>Fünfte Ebene</a:t>
            </a:r>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eaLnBrk="1" fontAlgn="auto" hangingPunct="1">
              <a:spcBef>
                <a:spcPts val="0"/>
              </a:spcBef>
              <a:spcAft>
                <a:spcPts val="0"/>
              </a:spcAft>
              <a:defRPr sz="1200">
                <a:latin typeface="Arial" panose="020B0604020202020204" pitchFamily="34" charset="0"/>
                <a:ea typeface="+mn-ea"/>
                <a:cs typeface="Arial" panose="020B0604020202020204" pitchFamily="34" charset="0"/>
              </a:defRPr>
            </a:lvl1pPr>
          </a:lstStyle>
          <a:p>
            <a:pPr>
              <a:defRPr/>
            </a:pPr>
            <a:endParaRPr lang="de-DE" dirty="0"/>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atin typeface="Arial" panose="020B0604020202020204" pitchFamily="34" charset="0"/>
                <a:cs typeface="Arial" panose="020B0604020202020204" pitchFamily="34" charset="0"/>
              </a:defRPr>
            </a:lvl1pPr>
          </a:lstStyle>
          <a:p>
            <a:pPr>
              <a:defRPr/>
            </a:pPr>
            <a:fld id="{FF73AAAE-5F9A-4204-AFEA-00ECD2D60F92}" type="slidenum">
              <a:rPr lang="de-DE" altLang="de-DE" smtClean="0"/>
              <a:pPr>
                <a:defRPr/>
              </a:pPr>
              <a:t>‹#›</a:t>
            </a:fld>
            <a:endParaRPr lang="de-DE" altLang="de-DE" dirty="0"/>
          </a:p>
        </p:txBody>
      </p:sp>
    </p:spTree>
    <p:extLst>
      <p:ext uri="{BB962C8B-B14F-4D97-AF65-F5344CB8AC3E}">
        <p14:creationId xmlns:p14="http://schemas.microsoft.com/office/powerpoint/2010/main" val="717541618"/>
      </p:ext>
    </p:extLst>
  </p:cSld>
  <p:clrMap bg1="lt1" tx1="dk1" bg2="lt2" tx2="dk2" accent1="accent1" accent2="accent2" accent3="accent3" accent4="accent4" accent5="accent5" accent6="accent6" hlink="hlink" folHlink="folHlink"/>
  <p:hf hdr="0" ftr="0" dt="0"/>
  <p:notesStyle>
    <a:lvl1pPr algn="l" defTabSz="457200" rtl="0" eaLnBrk="0" fontAlgn="base" hangingPunct="0">
      <a:spcBef>
        <a:spcPct val="30000"/>
      </a:spcBef>
      <a:spcAft>
        <a:spcPct val="0"/>
      </a:spcAft>
      <a:defRPr sz="1200" kern="1200">
        <a:solidFill>
          <a:schemeClr val="tx1"/>
        </a:solidFill>
        <a:latin typeface="Arial" panose="020B0604020202020204" pitchFamily="34" charset="0"/>
        <a:ea typeface="MS PGothic" panose="020B0600070205080204" pitchFamily="34" charset="-128"/>
        <a:cs typeface="Arial" panose="020B0604020202020204" pitchFamily="34" charset="0"/>
      </a:defRPr>
    </a:lvl1pPr>
    <a:lvl2pPr marL="457200" algn="l" defTabSz="457200" rtl="0" eaLnBrk="0" fontAlgn="base" hangingPunct="0">
      <a:spcBef>
        <a:spcPct val="30000"/>
      </a:spcBef>
      <a:spcAft>
        <a:spcPct val="0"/>
      </a:spcAft>
      <a:defRPr sz="1200" kern="1200">
        <a:solidFill>
          <a:schemeClr val="tx1"/>
        </a:solidFill>
        <a:latin typeface="Arial" panose="020B0604020202020204" pitchFamily="34" charset="0"/>
        <a:ea typeface="MS PGothic" panose="020B0600070205080204" pitchFamily="34" charset="-128"/>
        <a:cs typeface="Arial" panose="020B0604020202020204" pitchFamily="34" charset="0"/>
      </a:defRPr>
    </a:lvl2pPr>
    <a:lvl3pPr marL="914400" algn="l" defTabSz="457200" rtl="0" eaLnBrk="0" fontAlgn="base" hangingPunct="0">
      <a:spcBef>
        <a:spcPct val="30000"/>
      </a:spcBef>
      <a:spcAft>
        <a:spcPct val="0"/>
      </a:spcAft>
      <a:defRPr sz="1200" kern="1200">
        <a:solidFill>
          <a:schemeClr val="tx1"/>
        </a:solidFill>
        <a:latin typeface="Arial" panose="020B0604020202020204" pitchFamily="34" charset="0"/>
        <a:ea typeface="MS PGothic" panose="020B0600070205080204" pitchFamily="34" charset="-128"/>
        <a:cs typeface="Arial" panose="020B0604020202020204" pitchFamily="34" charset="0"/>
      </a:defRPr>
    </a:lvl3pPr>
    <a:lvl4pPr marL="1371600" algn="l" defTabSz="457200" rtl="0" eaLnBrk="0" fontAlgn="base" hangingPunct="0">
      <a:spcBef>
        <a:spcPct val="30000"/>
      </a:spcBef>
      <a:spcAft>
        <a:spcPct val="0"/>
      </a:spcAft>
      <a:defRPr sz="1200" kern="1200">
        <a:solidFill>
          <a:schemeClr val="tx1"/>
        </a:solidFill>
        <a:latin typeface="Arial" panose="020B0604020202020204" pitchFamily="34" charset="0"/>
        <a:ea typeface="MS PGothic" panose="020B0600070205080204" pitchFamily="34" charset="-128"/>
        <a:cs typeface="Arial" panose="020B0604020202020204" pitchFamily="34" charset="0"/>
      </a:defRPr>
    </a:lvl4pPr>
    <a:lvl5pPr marL="1828800" algn="l" defTabSz="457200" rtl="0" eaLnBrk="0" fontAlgn="base" hangingPunct="0">
      <a:spcBef>
        <a:spcPct val="30000"/>
      </a:spcBef>
      <a:spcAft>
        <a:spcPct val="0"/>
      </a:spcAft>
      <a:defRPr sz="1200" kern="1200">
        <a:solidFill>
          <a:schemeClr val="tx1"/>
        </a:solidFill>
        <a:latin typeface="Arial" panose="020B0604020202020204" pitchFamily="34" charset="0"/>
        <a:ea typeface="MS PGothic" panose="020B0600070205080204" pitchFamily="34" charset="-128"/>
        <a:cs typeface="Arial" panose="020B0604020202020204" pitchFamily="34" charset="0"/>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pPr>
              <a:defRPr/>
            </a:pPr>
            <a:fld id="{FF73AAAE-5F9A-4204-AFEA-00ECD2D60F92}" type="slidenum">
              <a:rPr lang="de-DE" altLang="de-DE" smtClean="0"/>
              <a:pPr>
                <a:defRPr/>
              </a:pPr>
              <a:t>1</a:t>
            </a:fld>
            <a:endParaRPr lang="de-DE" altLang="de-DE" dirty="0"/>
          </a:p>
        </p:txBody>
      </p:sp>
    </p:spTree>
    <p:extLst>
      <p:ext uri="{BB962C8B-B14F-4D97-AF65-F5344CB8AC3E}">
        <p14:creationId xmlns:p14="http://schemas.microsoft.com/office/powerpoint/2010/main" val="34443066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E" dirty="0"/>
          </a:p>
        </p:txBody>
      </p:sp>
      <p:sp>
        <p:nvSpPr>
          <p:cNvPr id="4" name="Slide Number Placeholder 3"/>
          <p:cNvSpPr>
            <a:spLocks noGrp="1"/>
          </p:cNvSpPr>
          <p:nvPr>
            <p:ph type="sldNum" sz="quarter" idx="5"/>
          </p:nvPr>
        </p:nvSpPr>
        <p:spPr/>
        <p:txBody>
          <a:bodyPr/>
          <a:lstStyle/>
          <a:p>
            <a:pPr>
              <a:defRPr/>
            </a:pPr>
            <a:fld id="{FF73AAAE-5F9A-4204-AFEA-00ECD2D60F92}" type="slidenum">
              <a:rPr lang="de-DE" altLang="de-DE" smtClean="0"/>
              <a:pPr>
                <a:defRPr/>
              </a:pPr>
              <a:t>2</a:t>
            </a:fld>
            <a:endParaRPr lang="de-DE" altLang="de-DE" dirty="0"/>
          </a:p>
        </p:txBody>
      </p:sp>
    </p:spTree>
    <p:extLst>
      <p:ext uri="{BB962C8B-B14F-4D97-AF65-F5344CB8AC3E}">
        <p14:creationId xmlns:p14="http://schemas.microsoft.com/office/powerpoint/2010/main" val="29790139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FC704D-1DED-CF7E-0A10-0A7AB57824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344E5F-450B-5D9E-656A-E54ED8C0CD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7FAE0A-2BEF-7BE1-27C4-844F1B04B04D}"/>
              </a:ext>
            </a:extLst>
          </p:cNvPr>
          <p:cNvSpPr>
            <a:spLocks noGrp="1"/>
          </p:cNvSpPr>
          <p:nvPr>
            <p:ph type="body" idx="1"/>
          </p:nvPr>
        </p:nvSpPr>
        <p:spPr/>
        <p:txBody>
          <a:bodyPr/>
          <a:lstStyle/>
          <a:p>
            <a:r>
              <a:rPr lang="en-GB" dirty="0"/>
              <a:t>W</a:t>
            </a:r>
            <a:r>
              <a:rPr lang="en-DE" dirty="0"/>
              <a:t>ie se sehen….</a:t>
            </a:r>
          </a:p>
          <a:p>
            <a:endParaRPr lang="en-DE" dirty="0"/>
          </a:p>
        </p:txBody>
      </p:sp>
      <p:sp>
        <p:nvSpPr>
          <p:cNvPr id="4" name="Slide Number Placeholder 3">
            <a:extLst>
              <a:ext uri="{FF2B5EF4-FFF2-40B4-BE49-F238E27FC236}">
                <a16:creationId xmlns:a16="http://schemas.microsoft.com/office/drawing/2014/main" id="{7E27FC92-B13C-432A-D1E1-B145121E5001}"/>
              </a:ext>
            </a:extLst>
          </p:cNvPr>
          <p:cNvSpPr>
            <a:spLocks noGrp="1"/>
          </p:cNvSpPr>
          <p:nvPr>
            <p:ph type="sldNum" sz="quarter" idx="5"/>
          </p:nvPr>
        </p:nvSpPr>
        <p:spPr/>
        <p:txBody>
          <a:bodyPr/>
          <a:lstStyle/>
          <a:p>
            <a:pPr>
              <a:defRPr/>
            </a:pPr>
            <a:fld id="{FF73AAAE-5F9A-4204-AFEA-00ECD2D60F92}" type="slidenum">
              <a:rPr lang="de-DE" altLang="de-DE" smtClean="0"/>
              <a:pPr>
                <a:defRPr/>
              </a:pPr>
              <a:t>4</a:t>
            </a:fld>
            <a:endParaRPr lang="de-DE" altLang="de-DE" dirty="0"/>
          </a:p>
        </p:txBody>
      </p:sp>
    </p:spTree>
    <p:extLst>
      <p:ext uri="{BB962C8B-B14F-4D97-AF65-F5344CB8AC3E}">
        <p14:creationId xmlns:p14="http://schemas.microsoft.com/office/powerpoint/2010/main" val="200348589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E" dirty="0"/>
              <a:t>The weak-only fraction is driven by hybridization vertices, requires at least two leaves per colour, decreases mildly with the number of colours, and is independent of tree size and of the duplication/loss rates.</a:t>
            </a:r>
          </a:p>
        </p:txBody>
      </p:sp>
      <p:sp>
        <p:nvSpPr>
          <p:cNvPr id="4" name="Slide Number Placeholder 3"/>
          <p:cNvSpPr>
            <a:spLocks noGrp="1"/>
          </p:cNvSpPr>
          <p:nvPr>
            <p:ph type="sldNum" sz="quarter" idx="5"/>
          </p:nvPr>
        </p:nvSpPr>
        <p:spPr/>
        <p:txBody>
          <a:bodyPr/>
          <a:lstStyle/>
          <a:p>
            <a:pPr>
              <a:defRPr/>
            </a:pPr>
            <a:fld id="{FF73AAAE-5F9A-4204-AFEA-00ECD2D60F92}" type="slidenum">
              <a:rPr lang="de-DE" altLang="de-DE" smtClean="0"/>
              <a:pPr>
                <a:defRPr/>
              </a:pPr>
              <a:t>5</a:t>
            </a:fld>
            <a:endParaRPr lang="de-DE" altLang="de-DE" dirty="0"/>
          </a:p>
        </p:txBody>
      </p:sp>
    </p:spTree>
    <p:extLst>
      <p:ext uri="{BB962C8B-B14F-4D97-AF65-F5344CB8AC3E}">
        <p14:creationId xmlns:p14="http://schemas.microsoft.com/office/powerpoint/2010/main" val="292714533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E" dirty="0"/>
          </a:p>
        </p:txBody>
      </p:sp>
      <p:sp>
        <p:nvSpPr>
          <p:cNvPr id="4" name="Slide Number Placeholder 3"/>
          <p:cNvSpPr>
            <a:spLocks noGrp="1"/>
          </p:cNvSpPr>
          <p:nvPr>
            <p:ph type="sldNum" sz="quarter" idx="5"/>
          </p:nvPr>
        </p:nvSpPr>
        <p:spPr/>
        <p:txBody>
          <a:bodyPr/>
          <a:lstStyle/>
          <a:p>
            <a:pPr>
              <a:defRPr/>
            </a:pPr>
            <a:fld id="{FF73AAAE-5F9A-4204-AFEA-00ECD2D60F92}" type="slidenum">
              <a:rPr lang="de-DE" altLang="de-DE" smtClean="0"/>
              <a:pPr>
                <a:defRPr/>
              </a:pPr>
              <a:t>9</a:t>
            </a:fld>
            <a:endParaRPr lang="de-DE" altLang="de-DE" dirty="0"/>
          </a:p>
        </p:txBody>
      </p:sp>
    </p:spTree>
    <p:extLst>
      <p:ext uri="{BB962C8B-B14F-4D97-AF65-F5344CB8AC3E}">
        <p14:creationId xmlns:p14="http://schemas.microsoft.com/office/powerpoint/2010/main" val="394641558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5AE679-0E82-24DC-FDAE-1827AF4CDE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102967-06A0-F993-E2D0-0FB95F199B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B57188-7577-6981-C200-F4BBDFA6BA23}"/>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5B27BB0B-4197-EB07-5395-24B858FD08E6}"/>
              </a:ext>
            </a:extLst>
          </p:cNvPr>
          <p:cNvSpPr>
            <a:spLocks noGrp="1"/>
          </p:cNvSpPr>
          <p:nvPr>
            <p:ph type="sldNum" sz="quarter" idx="5"/>
          </p:nvPr>
        </p:nvSpPr>
        <p:spPr/>
        <p:txBody>
          <a:bodyPr/>
          <a:lstStyle/>
          <a:p>
            <a:pPr>
              <a:defRPr/>
            </a:pPr>
            <a:fld id="{FF73AAAE-5F9A-4204-AFEA-00ECD2D60F92}" type="slidenum">
              <a:rPr lang="de-DE" altLang="de-DE" smtClean="0"/>
              <a:pPr>
                <a:defRPr/>
              </a:pPr>
              <a:t>10</a:t>
            </a:fld>
            <a:endParaRPr lang="de-DE" altLang="de-DE" dirty="0"/>
          </a:p>
        </p:txBody>
      </p:sp>
    </p:spTree>
    <p:extLst>
      <p:ext uri="{BB962C8B-B14F-4D97-AF65-F5344CB8AC3E}">
        <p14:creationId xmlns:p14="http://schemas.microsoft.com/office/powerpoint/2010/main" val="336995100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8D394-F69E-C6F9-EC17-D6D6678CB7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8724BD-3CFD-8F34-080D-E6708C6A96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F84705-C4F9-BFBF-7FEC-914BD2D96F02}"/>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98B9CA66-A0BB-B5E9-2B9B-3C385B3DB881}"/>
              </a:ext>
            </a:extLst>
          </p:cNvPr>
          <p:cNvSpPr>
            <a:spLocks noGrp="1"/>
          </p:cNvSpPr>
          <p:nvPr>
            <p:ph type="sldNum" sz="quarter" idx="5"/>
          </p:nvPr>
        </p:nvSpPr>
        <p:spPr/>
        <p:txBody>
          <a:bodyPr/>
          <a:lstStyle/>
          <a:p>
            <a:pPr>
              <a:defRPr/>
            </a:pPr>
            <a:fld id="{FF73AAAE-5F9A-4204-AFEA-00ECD2D60F92}" type="slidenum">
              <a:rPr lang="de-DE" altLang="de-DE" smtClean="0"/>
              <a:pPr>
                <a:defRPr/>
              </a:pPr>
              <a:t>11</a:t>
            </a:fld>
            <a:endParaRPr lang="de-DE" altLang="de-DE" dirty="0"/>
          </a:p>
        </p:txBody>
      </p:sp>
    </p:spTree>
    <p:extLst>
      <p:ext uri="{BB962C8B-B14F-4D97-AF65-F5344CB8AC3E}">
        <p14:creationId xmlns:p14="http://schemas.microsoft.com/office/powerpoint/2010/main" val="23073607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F5D6A-B833-011D-AFCC-F25662108B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2FEB95-991C-3E6B-E54E-2B5B11D657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3004CA-C4A4-267B-2F7D-918DD161E9B5}"/>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14D83EA7-8F8B-12A0-DF28-FE8963996A39}"/>
              </a:ext>
            </a:extLst>
          </p:cNvPr>
          <p:cNvSpPr>
            <a:spLocks noGrp="1"/>
          </p:cNvSpPr>
          <p:nvPr>
            <p:ph type="sldNum" sz="quarter" idx="5"/>
          </p:nvPr>
        </p:nvSpPr>
        <p:spPr/>
        <p:txBody>
          <a:bodyPr/>
          <a:lstStyle/>
          <a:p>
            <a:pPr>
              <a:defRPr/>
            </a:pPr>
            <a:fld id="{FF73AAAE-5F9A-4204-AFEA-00ECD2D60F92}" type="slidenum">
              <a:rPr lang="de-DE" altLang="de-DE" smtClean="0"/>
              <a:pPr>
                <a:defRPr/>
              </a:pPr>
              <a:t>12</a:t>
            </a:fld>
            <a:endParaRPr lang="de-DE" altLang="de-DE" dirty="0"/>
          </a:p>
        </p:txBody>
      </p:sp>
    </p:spTree>
    <p:extLst>
      <p:ext uri="{BB962C8B-B14F-4D97-AF65-F5344CB8AC3E}">
        <p14:creationId xmlns:p14="http://schemas.microsoft.com/office/powerpoint/2010/main" val="4758653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23DE8C-62E0-A18F-9827-966CE963BF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477679-598F-23D2-FFB0-88B2ABD9C0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32B240-4C1A-327B-316B-3FFDC2FBD1C5}"/>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B4CDE3FF-509C-78E3-E52B-05F163F3DAD4}"/>
              </a:ext>
            </a:extLst>
          </p:cNvPr>
          <p:cNvSpPr>
            <a:spLocks noGrp="1"/>
          </p:cNvSpPr>
          <p:nvPr>
            <p:ph type="sldNum" sz="quarter" idx="5"/>
          </p:nvPr>
        </p:nvSpPr>
        <p:spPr/>
        <p:txBody>
          <a:bodyPr/>
          <a:lstStyle/>
          <a:p>
            <a:pPr>
              <a:defRPr/>
            </a:pPr>
            <a:fld id="{FF73AAAE-5F9A-4204-AFEA-00ECD2D60F92}" type="slidenum">
              <a:rPr lang="de-DE" altLang="de-DE" smtClean="0"/>
              <a:pPr>
                <a:defRPr/>
              </a:pPr>
              <a:t>13</a:t>
            </a:fld>
            <a:endParaRPr lang="de-DE" altLang="de-DE" dirty="0"/>
          </a:p>
        </p:txBody>
      </p:sp>
    </p:spTree>
    <p:extLst>
      <p:ext uri="{BB962C8B-B14F-4D97-AF65-F5344CB8AC3E}">
        <p14:creationId xmlns:p14="http://schemas.microsoft.com/office/powerpoint/2010/main" val="1100982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064769-C9FF-A079-7ED9-33B89AB484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2E67DE-49B5-CF81-0797-FB86DE8644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5F34C4-AD37-4000-4882-4967F5B304B4}"/>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517E095D-EDEC-6C91-1AF7-FB6038F81307}"/>
              </a:ext>
            </a:extLst>
          </p:cNvPr>
          <p:cNvSpPr>
            <a:spLocks noGrp="1"/>
          </p:cNvSpPr>
          <p:nvPr>
            <p:ph type="sldNum" sz="quarter" idx="5"/>
          </p:nvPr>
        </p:nvSpPr>
        <p:spPr/>
        <p:txBody>
          <a:bodyPr/>
          <a:lstStyle/>
          <a:p>
            <a:pPr>
              <a:defRPr/>
            </a:pPr>
            <a:fld id="{FF73AAAE-5F9A-4204-AFEA-00ECD2D60F92}" type="slidenum">
              <a:rPr lang="de-DE" altLang="de-DE" smtClean="0"/>
              <a:pPr>
                <a:defRPr/>
              </a:pPr>
              <a:t>14</a:t>
            </a:fld>
            <a:endParaRPr lang="de-DE" altLang="de-DE" dirty="0"/>
          </a:p>
        </p:txBody>
      </p:sp>
    </p:spTree>
    <p:extLst>
      <p:ext uri="{BB962C8B-B14F-4D97-AF65-F5344CB8AC3E}">
        <p14:creationId xmlns:p14="http://schemas.microsoft.com/office/powerpoint/2010/main" val="209442893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8EE896-F4F4-7588-3A7C-33BE662D35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BC63DA-7417-99E3-D3E4-9C95D65109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BEE78B-2413-EF44-6189-CF34A3B4394D}"/>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842F3C84-DC63-2DAC-92C0-315445C8946B}"/>
              </a:ext>
            </a:extLst>
          </p:cNvPr>
          <p:cNvSpPr>
            <a:spLocks noGrp="1"/>
          </p:cNvSpPr>
          <p:nvPr>
            <p:ph type="sldNum" sz="quarter" idx="5"/>
          </p:nvPr>
        </p:nvSpPr>
        <p:spPr/>
        <p:txBody>
          <a:bodyPr/>
          <a:lstStyle/>
          <a:p>
            <a:pPr>
              <a:defRPr/>
            </a:pPr>
            <a:fld id="{FF73AAAE-5F9A-4204-AFEA-00ECD2D60F92}" type="slidenum">
              <a:rPr lang="de-DE" altLang="de-DE" smtClean="0"/>
              <a:pPr>
                <a:defRPr/>
              </a:pPr>
              <a:t>15</a:t>
            </a:fld>
            <a:endParaRPr lang="de-DE" altLang="de-DE" dirty="0"/>
          </a:p>
        </p:txBody>
      </p:sp>
    </p:spTree>
    <p:extLst>
      <p:ext uri="{BB962C8B-B14F-4D97-AF65-F5344CB8AC3E}">
        <p14:creationId xmlns:p14="http://schemas.microsoft.com/office/powerpoint/2010/main" val="197894115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2" name="PlaceHolder 1"/>
          <p:cNvSpPr>
            <a:spLocks noGrp="1" noRot="1" noChangeAspect="1"/>
          </p:cNvSpPr>
          <p:nvPr>
            <p:ph type="sldImg"/>
          </p:nvPr>
        </p:nvSpPr>
        <p:spPr>
          <a:xfrm>
            <a:off x="382588" y="695325"/>
            <a:ext cx="6092825" cy="3427413"/>
          </a:xfrm>
          <a:prstGeom prst="rect">
            <a:avLst/>
          </a:prstGeom>
          <a:ln w="0">
            <a:noFill/>
          </a:ln>
        </p:spPr>
      </p:sp>
      <p:sp>
        <p:nvSpPr>
          <p:cNvPr id="193"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lstStyle/>
          <a:p>
            <a:pPr indent="0" algn="l">
              <a:buNone/>
            </a:pPr>
            <a:r>
              <a:rPr lang="en-US" sz="2000" b="0" u="none" strike="noStrike" dirty="0">
                <a:solidFill>
                  <a:srgbClr val="000000"/>
                </a:solidFill>
                <a:effectLst/>
                <a:uFillTx/>
                <a:latin typeface="Arial"/>
              </a:rPr>
              <a:t>Insert heatmap here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2E327-0D0C-F5F3-FDB8-5B6393D4A99B}"/>
            </a:ext>
          </a:extLst>
        </p:cNvPr>
        <p:cNvGrpSpPr/>
        <p:nvPr/>
      </p:nvGrpSpPr>
      <p:grpSpPr>
        <a:xfrm>
          <a:off x="0" y="0"/>
          <a:ext cx="0" cy="0"/>
          <a:chOff x="0" y="0"/>
          <a:chExt cx="0" cy="0"/>
        </a:xfrm>
      </p:grpSpPr>
      <p:sp>
        <p:nvSpPr>
          <p:cNvPr id="192" name="PlaceHolder 1">
            <a:extLst>
              <a:ext uri="{FF2B5EF4-FFF2-40B4-BE49-F238E27FC236}">
                <a16:creationId xmlns:a16="http://schemas.microsoft.com/office/drawing/2014/main" id="{B097FDCC-6D51-977D-A1E0-9A32EE21401E}"/>
              </a:ext>
            </a:extLst>
          </p:cNvPr>
          <p:cNvSpPr>
            <a:spLocks noGrp="1" noRot="1" noChangeAspect="1"/>
          </p:cNvSpPr>
          <p:nvPr>
            <p:ph type="sldImg"/>
          </p:nvPr>
        </p:nvSpPr>
        <p:spPr>
          <a:xfrm>
            <a:off x="382588" y="695325"/>
            <a:ext cx="6092825" cy="3427413"/>
          </a:xfrm>
          <a:prstGeom prst="rect">
            <a:avLst/>
          </a:prstGeom>
          <a:ln w="0">
            <a:noFill/>
          </a:ln>
        </p:spPr>
      </p:sp>
      <p:sp>
        <p:nvSpPr>
          <p:cNvPr id="193" name="PlaceHolder 2">
            <a:extLst>
              <a:ext uri="{FF2B5EF4-FFF2-40B4-BE49-F238E27FC236}">
                <a16:creationId xmlns:a16="http://schemas.microsoft.com/office/drawing/2014/main" id="{700E879B-C99C-2588-42CE-E80328B73114}"/>
              </a:ext>
            </a:extLst>
          </p:cNvPr>
          <p:cNvSpPr>
            <a:spLocks noGrp="1"/>
          </p:cNvSpPr>
          <p:nvPr>
            <p:ph type="body"/>
          </p:nvPr>
        </p:nvSpPr>
        <p:spPr>
          <a:xfrm>
            <a:off x="777240" y="4777560"/>
            <a:ext cx="6217560" cy="4525920"/>
          </a:xfrm>
          <a:prstGeom prst="rect">
            <a:avLst/>
          </a:prstGeom>
          <a:noFill/>
          <a:ln w="0">
            <a:noFill/>
          </a:ln>
        </p:spPr>
        <p:txBody>
          <a:bodyPr lIns="0" tIns="0" rIns="0" bIns="0" anchor="t">
            <a:noAutofit/>
          </a:bodyPr>
          <a:lstStyle/>
          <a:p>
            <a:pPr indent="0" algn="l">
              <a:buNone/>
            </a:pPr>
            <a:r>
              <a:rPr lang="en-US" sz="2000" b="0" u="none" strike="noStrike">
                <a:solidFill>
                  <a:srgbClr val="000000"/>
                </a:solidFill>
                <a:effectLst/>
                <a:uFillTx/>
                <a:latin typeface="Arial"/>
              </a:rPr>
              <a:t>Insert heatmap here</a:t>
            </a:r>
          </a:p>
        </p:txBody>
      </p:sp>
    </p:spTree>
    <p:extLst>
      <p:ext uri="{BB962C8B-B14F-4D97-AF65-F5344CB8AC3E}">
        <p14:creationId xmlns:p14="http://schemas.microsoft.com/office/powerpoint/2010/main" val="227567902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F84280-BF61-C467-FFC0-B9DDF817E4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08C8EB-B1D3-E1B5-82F4-7A51E24280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A3F272-7A6E-3877-0350-36B3C34868EE}"/>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8E9349CD-B2D4-114E-941A-B8EBDC819D90}"/>
              </a:ext>
            </a:extLst>
          </p:cNvPr>
          <p:cNvSpPr>
            <a:spLocks noGrp="1"/>
          </p:cNvSpPr>
          <p:nvPr>
            <p:ph type="sldNum" sz="quarter" idx="5"/>
          </p:nvPr>
        </p:nvSpPr>
        <p:spPr/>
        <p:txBody>
          <a:bodyPr/>
          <a:lstStyle/>
          <a:p>
            <a:pPr>
              <a:defRPr/>
            </a:pPr>
            <a:fld id="{FF73AAAE-5F9A-4204-AFEA-00ECD2D60F92}" type="slidenum">
              <a:rPr lang="de-DE" altLang="de-DE" smtClean="0"/>
              <a:pPr>
                <a:defRPr/>
              </a:pPr>
              <a:t>22</a:t>
            </a:fld>
            <a:endParaRPr lang="de-DE" altLang="de-DE" dirty="0"/>
          </a:p>
        </p:txBody>
      </p:sp>
    </p:spTree>
    <p:extLst>
      <p:ext uri="{BB962C8B-B14F-4D97-AF65-F5344CB8AC3E}">
        <p14:creationId xmlns:p14="http://schemas.microsoft.com/office/powerpoint/2010/main" val="11184440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E" dirty="0"/>
          </a:p>
        </p:txBody>
      </p:sp>
      <p:sp>
        <p:nvSpPr>
          <p:cNvPr id="4" name="Slide Number Placeholder 3"/>
          <p:cNvSpPr>
            <a:spLocks noGrp="1"/>
          </p:cNvSpPr>
          <p:nvPr>
            <p:ph type="sldNum" sz="quarter" idx="5"/>
          </p:nvPr>
        </p:nvSpPr>
        <p:spPr/>
        <p:txBody>
          <a:bodyPr/>
          <a:lstStyle/>
          <a:p>
            <a:pPr>
              <a:defRPr/>
            </a:pPr>
            <a:fld id="{FF73AAAE-5F9A-4204-AFEA-00ECD2D60F92}" type="slidenum">
              <a:rPr lang="de-DE" altLang="de-DE" smtClean="0"/>
              <a:pPr>
                <a:defRPr/>
              </a:pPr>
              <a:t>24</a:t>
            </a:fld>
            <a:endParaRPr lang="de-DE" altLang="de-DE" dirty="0"/>
          </a:p>
        </p:txBody>
      </p:sp>
    </p:spTree>
    <p:extLst>
      <p:ext uri="{BB962C8B-B14F-4D97-AF65-F5344CB8AC3E}">
        <p14:creationId xmlns:p14="http://schemas.microsoft.com/office/powerpoint/2010/main" val="124164143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E" dirty="0"/>
          </a:p>
        </p:txBody>
      </p:sp>
      <p:sp>
        <p:nvSpPr>
          <p:cNvPr id="4" name="Slide Number Placeholder 3"/>
          <p:cNvSpPr>
            <a:spLocks noGrp="1"/>
          </p:cNvSpPr>
          <p:nvPr>
            <p:ph type="sldNum" sz="quarter" idx="5"/>
          </p:nvPr>
        </p:nvSpPr>
        <p:spPr/>
        <p:txBody>
          <a:bodyPr/>
          <a:lstStyle/>
          <a:p>
            <a:pPr>
              <a:defRPr/>
            </a:pPr>
            <a:fld id="{FF73AAAE-5F9A-4204-AFEA-00ECD2D60F92}" type="slidenum">
              <a:rPr lang="de-DE" altLang="de-DE" smtClean="0"/>
              <a:pPr>
                <a:defRPr/>
              </a:pPr>
              <a:t>25</a:t>
            </a:fld>
            <a:endParaRPr lang="de-DE" altLang="de-DE" dirty="0"/>
          </a:p>
        </p:txBody>
      </p:sp>
    </p:spTree>
    <p:extLst>
      <p:ext uri="{BB962C8B-B14F-4D97-AF65-F5344CB8AC3E}">
        <p14:creationId xmlns:p14="http://schemas.microsoft.com/office/powerpoint/2010/main" val="386558441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p:spTree>
      <p:nvGrpSpPr>
        <p:cNvPr id="1" name=""/>
        <p:cNvGrpSpPr/>
        <p:nvPr/>
      </p:nvGrpSpPr>
      <p:grpSpPr>
        <a:xfrm>
          <a:off x="0" y="0"/>
          <a:ext cx="0" cy="0"/>
          <a:chOff x="0" y="0"/>
          <a:chExt cx="0" cy="0"/>
        </a:xfrm>
      </p:grpSpPr>
      <p:pic>
        <p:nvPicPr>
          <p:cNvPr id="6" name="Bild 9"/>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639002" y="0"/>
            <a:ext cx="3524250" cy="51579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el 1"/>
          <p:cNvSpPr>
            <a:spLocks noGrp="1"/>
          </p:cNvSpPr>
          <p:nvPr>
            <p:ph type="ctrTitle"/>
          </p:nvPr>
        </p:nvSpPr>
        <p:spPr>
          <a:xfrm>
            <a:off x="295687" y="2078847"/>
            <a:ext cx="8092705" cy="1487313"/>
          </a:xfrm>
        </p:spPr>
        <p:txBody>
          <a:bodyPr anchor="t"/>
          <a:lstStyle>
            <a:lvl1pPr>
              <a:defRPr sz="2800" b="1">
                <a:solidFill>
                  <a:schemeClr val="tx1"/>
                </a:solidFill>
                <a:latin typeface="Arial"/>
                <a:cs typeface="Arial"/>
              </a:defRPr>
            </a:lvl1pPr>
          </a:lstStyle>
          <a:p>
            <a:r>
              <a:rPr lang="en-GB"/>
              <a:t>Click to edit Master title style</a:t>
            </a:r>
            <a:endParaRPr lang="de-DE" dirty="0"/>
          </a:p>
        </p:txBody>
      </p:sp>
      <p:sp>
        <p:nvSpPr>
          <p:cNvPr id="3" name="Untertitel 2"/>
          <p:cNvSpPr>
            <a:spLocks noGrp="1"/>
          </p:cNvSpPr>
          <p:nvPr>
            <p:ph type="subTitle" idx="1"/>
          </p:nvPr>
        </p:nvSpPr>
        <p:spPr>
          <a:xfrm>
            <a:off x="295687" y="1606876"/>
            <a:ext cx="6400800" cy="471971"/>
          </a:xfrm>
        </p:spPr>
        <p:txBody>
          <a:bodyPr anchor="b">
            <a:noAutofit/>
          </a:bodyPr>
          <a:lstStyle>
            <a:lvl1pPr marL="0" indent="0" algn="l">
              <a:buNone/>
              <a:defRPr sz="18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a:t>Click to edit Master subtitle style</a:t>
            </a:r>
            <a:endParaRPr lang="de-DE" dirty="0"/>
          </a:p>
        </p:txBody>
      </p:sp>
      <p:sp>
        <p:nvSpPr>
          <p:cNvPr id="8" name="Bildplatzhalter 7"/>
          <p:cNvSpPr>
            <a:spLocks noGrp="1"/>
          </p:cNvSpPr>
          <p:nvPr>
            <p:ph type="pic" sz="quarter" idx="11"/>
          </p:nvPr>
        </p:nvSpPr>
        <p:spPr>
          <a:xfrm>
            <a:off x="295687" y="4439286"/>
            <a:ext cx="2098597" cy="517525"/>
          </a:xfrm>
        </p:spPr>
        <p:txBody>
          <a:bodyPr>
            <a:noAutofit/>
          </a:bodyPr>
          <a:lstStyle>
            <a:lvl1pPr marL="0" indent="0" algn="l">
              <a:defRPr/>
            </a:lvl1pPr>
          </a:lstStyle>
          <a:p>
            <a:pPr lvl="0"/>
            <a:r>
              <a:rPr lang="en-GB" noProof="0"/>
              <a:t>Click icon to add picture</a:t>
            </a:r>
            <a:endParaRPr lang="de-DE" noProof="0" dirty="0"/>
          </a:p>
        </p:txBody>
      </p:sp>
      <p:sp>
        <p:nvSpPr>
          <p:cNvPr id="9" name="Bildplatzhalter 7"/>
          <p:cNvSpPr>
            <a:spLocks noGrp="1"/>
          </p:cNvSpPr>
          <p:nvPr>
            <p:ph type="pic" sz="quarter" idx="12"/>
          </p:nvPr>
        </p:nvSpPr>
        <p:spPr>
          <a:xfrm>
            <a:off x="2453698" y="4444369"/>
            <a:ext cx="2184476" cy="517525"/>
          </a:xfrm>
        </p:spPr>
        <p:txBody>
          <a:bodyPr>
            <a:noAutofit/>
          </a:bodyPr>
          <a:lstStyle>
            <a:lvl1pPr marL="0" indent="0" algn="l">
              <a:defRPr/>
            </a:lvl1pPr>
          </a:lstStyle>
          <a:p>
            <a:pPr lvl="0"/>
            <a:r>
              <a:rPr lang="en-GB" noProof="0"/>
              <a:t>Click icon to add picture</a:t>
            </a:r>
            <a:endParaRPr lang="de-DE" noProof="0" dirty="0"/>
          </a:p>
        </p:txBody>
      </p:sp>
    </p:spTree>
    <p:extLst>
      <p:ext uri="{BB962C8B-B14F-4D97-AF65-F5344CB8AC3E}">
        <p14:creationId xmlns:p14="http://schemas.microsoft.com/office/powerpoint/2010/main" val="22641583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Zwischenfolie rechts">
    <p:spTree>
      <p:nvGrpSpPr>
        <p:cNvPr id="1" name=""/>
        <p:cNvGrpSpPr/>
        <p:nvPr/>
      </p:nvGrpSpPr>
      <p:grpSpPr>
        <a:xfrm>
          <a:off x="0" y="0"/>
          <a:ext cx="0" cy="0"/>
          <a:chOff x="0" y="0"/>
          <a:chExt cx="0" cy="0"/>
        </a:xfrm>
      </p:grpSpPr>
      <p:sp>
        <p:nvSpPr>
          <p:cNvPr id="14" name="Textplatzhalter 4"/>
          <p:cNvSpPr>
            <a:spLocks noGrp="1"/>
          </p:cNvSpPr>
          <p:nvPr>
            <p:ph type="body" sz="quarter" idx="13"/>
          </p:nvPr>
        </p:nvSpPr>
        <p:spPr bwMode="auto">
          <a:xfrm>
            <a:off x="3501688" y="-5922"/>
            <a:ext cx="5654316" cy="5152775"/>
          </a:xfrm>
          <a:custGeom>
            <a:avLst/>
            <a:gdLst>
              <a:gd name="connsiteX0" fmla="*/ 0 w 2419350"/>
              <a:gd name="connsiteY0" fmla="*/ 5172957 h 5172957"/>
              <a:gd name="connsiteX1" fmla="*/ 604838 w 2419350"/>
              <a:gd name="connsiteY1" fmla="*/ 0 h 5172957"/>
              <a:gd name="connsiteX2" fmla="*/ 1814513 w 2419350"/>
              <a:gd name="connsiteY2" fmla="*/ 0 h 5172957"/>
              <a:gd name="connsiteX3" fmla="*/ 2419350 w 2419350"/>
              <a:gd name="connsiteY3" fmla="*/ 5172957 h 5172957"/>
              <a:gd name="connsiteX4" fmla="*/ 0 w 2419350"/>
              <a:gd name="connsiteY4" fmla="*/ 5172957 h 5172957"/>
              <a:gd name="connsiteX0" fmla="*/ 0 w 2439138"/>
              <a:gd name="connsiteY0" fmla="*/ 5172957 h 5172957"/>
              <a:gd name="connsiteX1" fmla="*/ 604838 w 2439138"/>
              <a:gd name="connsiteY1" fmla="*/ 0 h 5172957"/>
              <a:gd name="connsiteX2" fmla="*/ 2439138 w 2439138"/>
              <a:gd name="connsiteY2" fmla="*/ 6439 h 5172957"/>
              <a:gd name="connsiteX3" fmla="*/ 2419350 w 2439138"/>
              <a:gd name="connsiteY3" fmla="*/ 5172957 h 5172957"/>
              <a:gd name="connsiteX4" fmla="*/ 0 w 2439138"/>
              <a:gd name="connsiteY4" fmla="*/ 5172957 h 5172957"/>
              <a:gd name="connsiteX0" fmla="*/ 3226626 w 5665764"/>
              <a:gd name="connsiteY0" fmla="*/ 5166518 h 5166518"/>
              <a:gd name="connsiteX1" fmla="*/ 0 w 5665764"/>
              <a:gd name="connsiteY1" fmla="*/ 6440 h 5166518"/>
              <a:gd name="connsiteX2" fmla="*/ 5665764 w 5665764"/>
              <a:gd name="connsiteY2" fmla="*/ 0 h 5166518"/>
              <a:gd name="connsiteX3" fmla="*/ 5645976 w 5665764"/>
              <a:gd name="connsiteY3" fmla="*/ 5166518 h 5166518"/>
              <a:gd name="connsiteX4" fmla="*/ 3226626 w 5665764"/>
              <a:gd name="connsiteY4" fmla="*/ 5166518 h 5166518"/>
              <a:gd name="connsiteX0" fmla="*/ 2421696 w 5665764"/>
              <a:gd name="connsiteY0" fmla="*/ 5192275 h 5192275"/>
              <a:gd name="connsiteX1" fmla="*/ 0 w 5665764"/>
              <a:gd name="connsiteY1" fmla="*/ 6440 h 5192275"/>
              <a:gd name="connsiteX2" fmla="*/ 5665764 w 5665764"/>
              <a:gd name="connsiteY2" fmla="*/ 0 h 5192275"/>
              <a:gd name="connsiteX3" fmla="*/ 5645976 w 5665764"/>
              <a:gd name="connsiteY3" fmla="*/ 5166518 h 5192275"/>
              <a:gd name="connsiteX4" fmla="*/ 2421696 w 5665764"/>
              <a:gd name="connsiteY4" fmla="*/ 5192275 h 5192275"/>
              <a:gd name="connsiteX0" fmla="*/ 2421696 w 5665764"/>
              <a:gd name="connsiteY0" fmla="*/ 5183177 h 5183177"/>
              <a:gd name="connsiteX1" fmla="*/ 0 w 5665764"/>
              <a:gd name="connsiteY1" fmla="*/ 6440 h 5183177"/>
              <a:gd name="connsiteX2" fmla="*/ 5665764 w 5665764"/>
              <a:gd name="connsiteY2" fmla="*/ 0 h 5183177"/>
              <a:gd name="connsiteX3" fmla="*/ 5645976 w 5665764"/>
              <a:gd name="connsiteY3" fmla="*/ 5166518 h 5183177"/>
              <a:gd name="connsiteX4" fmla="*/ 2421696 w 5665764"/>
              <a:gd name="connsiteY4" fmla="*/ 5183177 h 5183177"/>
              <a:gd name="connsiteX0" fmla="*/ 2421696 w 5665764"/>
              <a:gd name="connsiteY0" fmla="*/ 5174079 h 5174079"/>
              <a:gd name="connsiteX1" fmla="*/ 0 w 5665764"/>
              <a:gd name="connsiteY1" fmla="*/ 6440 h 5174079"/>
              <a:gd name="connsiteX2" fmla="*/ 5665764 w 5665764"/>
              <a:gd name="connsiteY2" fmla="*/ 0 h 5174079"/>
              <a:gd name="connsiteX3" fmla="*/ 5645976 w 5665764"/>
              <a:gd name="connsiteY3" fmla="*/ 5166518 h 5174079"/>
              <a:gd name="connsiteX4" fmla="*/ 2421696 w 5665764"/>
              <a:gd name="connsiteY4" fmla="*/ 5174079 h 5174079"/>
              <a:gd name="connsiteX0" fmla="*/ 2417147 w 5665764"/>
              <a:gd name="connsiteY0" fmla="*/ 5169530 h 5169530"/>
              <a:gd name="connsiteX1" fmla="*/ 0 w 5665764"/>
              <a:gd name="connsiteY1" fmla="*/ 6440 h 5169530"/>
              <a:gd name="connsiteX2" fmla="*/ 5665764 w 5665764"/>
              <a:gd name="connsiteY2" fmla="*/ 0 h 5169530"/>
              <a:gd name="connsiteX3" fmla="*/ 5645976 w 5665764"/>
              <a:gd name="connsiteY3" fmla="*/ 5166518 h 5169530"/>
              <a:gd name="connsiteX4" fmla="*/ 2417147 w 5665764"/>
              <a:gd name="connsiteY4" fmla="*/ 5169530 h 5169530"/>
              <a:gd name="connsiteX0" fmla="*/ 2417147 w 5652116"/>
              <a:gd name="connsiteY0" fmla="*/ 5164981 h 5164981"/>
              <a:gd name="connsiteX1" fmla="*/ 0 w 5652116"/>
              <a:gd name="connsiteY1" fmla="*/ 1891 h 5164981"/>
              <a:gd name="connsiteX2" fmla="*/ 5652116 w 5652116"/>
              <a:gd name="connsiteY2" fmla="*/ 0 h 5164981"/>
              <a:gd name="connsiteX3" fmla="*/ 5645976 w 5652116"/>
              <a:gd name="connsiteY3" fmla="*/ 5161969 h 5164981"/>
              <a:gd name="connsiteX4" fmla="*/ 2417147 w 5652116"/>
              <a:gd name="connsiteY4" fmla="*/ 5164981 h 5164981"/>
              <a:gd name="connsiteX0" fmla="*/ 2417147 w 5646219"/>
              <a:gd name="connsiteY0" fmla="*/ 5163090 h 5163090"/>
              <a:gd name="connsiteX1" fmla="*/ 0 w 5646219"/>
              <a:gd name="connsiteY1" fmla="*/ 0 h 5163090"/>
              <a:gd name="connsiteX2" fmla="*/ 5638468 w 5646219"/>
              <a:gd name="connsiteY2" fmla="*/ 11757 h 5163090"/>
              <a:gd name="connsiteX3" fmla="*/ 5645976 w 5646219"/>
              <a:gd name="connsiteY3" fmla="*/ 5160078 h 5163090"/>
              <a:gd name="connsiteX4" fmla="*/ 2417147 w 5646219"/>
              <a:gd name="connsiteY4" fmla="*/ 5163090 h 5163090"/>
              <a:gd name="connsiteX0" fmla="*/ 2417147 w 5646219"/>
              <a:gd name="connsiteY0" fmla="*/ 5164981 h 5164981"/>
              <a:gd name="connsiteX1" fmla="*/ 0 w 5646219"/>
              <a:gd name="connsiteY1" fmla="*/ 1891 h 5164981"/>
              <a:gd name="connsiteX2" fmla="*/ 5638468 w 5646219"/>
              <a:gd name="connsiteY2" fmla="*/ 0 h 5164981"/>
              <a:gd name="connsiteX3" fmla="*/ 5645976 w 5646219"/>
              <a:gd name="connsiteY3" fmla="*/ 5161969 h 5164981"/>
              <a:gd name="connsiteX4" fmla="*/ 2417147 w 5646219"/>
              <a:gd name="connsiteY4" fmla="*/ 5164981 h 5164981"/>
              <a:gd name="connsiteX0" fmla="*/ 2417147 w 5641803"/>
              <a:gd name="connsiteY0" fmla="*/ 5164981 h 5164981"/>
              <a:gd name="connsiteX1" fmla="*/ 0 w 5641803"/>
              <a:gd name="connsiteY1" fmla="*/ 1891 h 5164981"/>
              <a:gd name="connsiteX2" fmla="*/ 5638468 w 5641803"/>
              <a:gd name="connsiteY2" fmla="*/ 0 h 5164981"/>
              <a:gd name="connsiteX3" fmla="*/ 5641426 w 5641803"/>
              <a:gd name="connsiteY3" fmla="*/ 5161969 h 5164981"/>
              <a:gd name="connsiteX4" fmla="*/ 2417147 w 5641803"/>
              <a:gd name="connsiteY4" fmla="*/ 5164981 h 5164981"/>
              <a:gd name="connsiteX0" fmla="*/ 2417147 w 5643017"/>
              <a:gd name="connsiteY0" fmla="*/ 5174079 h 5174079"/>
              <a:gd name="connsiteX1" fmla="*/ 0 w 5643017"/>
              <a:gd name="connsiteY1" fmla="*/ 10989 h 5174079"/>
              <a:gd name="connsiteX2" fmla="*/ 5643017 w 5643017"/>
              <a:gd name="connsiteY2" fmla="*/ 0 h 5174079"/>
              <a:gd name="connsiteX3" fmla="*/ 5641426 w 5643017"/>
              <a:gd name="connsiteY3" fmla="*/ 5171067 h 5174079"/>
              <a:gd name="connsiteX4" fmla="*/ 2417147 w 5643017"/>
              <a:gd name="connsiteY4" fmla="*/ 5174079 h 5174079"/>
              <a:gd name="connsiteX0" fmla="*/ 2417147 w 5643017"/>
              <a:gd name="connsiteY0" fmla="*/ 5174079 h 5174079"/>
              <a:gd name="connsiteX1" fmla="*/ 0 w 5643017"/>
              <a:gd name="connsiteY1" fmla="*/ 4609 h 5174079"/>
              <a:gd name="connsiteX2" fmla="*/ 5643017 w 5643017"/>
              <a:gd name="connsiteY2" fmla="*/ 0 h 5174079"/>
              <a:gd name="connsiteX3" fmla="*/ 5641426 w 5643017"/>
              <a:gd name="connsiteY3" fmla="*/ 5171067 h 5174079"/>
              <a:gd name="connsiteX4" fmla="*/ 2417147 w 5643017"/>
              <a:gd name="connsiteY4" fmla="*/ 5174079 h 5174079"/>
              <a:gd name="connsiteX0" fmla="*/ 2417147 w 5654316"/>
              <a:gd name="connsiteY0" fmla="*/ 5174079 h 5177448"/>
              <a:gd name="connsiteX1" fmla="*/ 0 w 5654316"/>
              <a:gd name="connsiteY1" fmla="*/ 4609 h 5177448"/>
              <a:gd name="connsiteX2" fmla="*/ 5643017 w 5654316"/>
              <a:gd name="connsiteY2" fmla="*/ 0 h 5177448"/>
              <a:gd name="connsiteX3" fmla="*/ 5654126 w 5654316"/>
              <a:gd name="connsiteY3" fmla="*/ 5177448 h 5177448"/>
              <a:gd name="connsiteX4" fmla="*/ 2417147 w 5654316"/>
              <a:gd name="connsiteY4" fmla="*/ 5174079 h 51774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54316" h="5177448">
                <a:moveTo>
                  <a:pt x="2417147" y="5174079"/>
                </a:moveTo>
                <a:lnTo>
                  <a:pt x="0" y="4609"/>
                </a:lnTo>
                <a:lnTo>
                  <a:pt x="5643017" y="0"/>
                </a:lnTo>
                <a:cubicBezTo>
                  <a:pt x="5640970" y="1720656"/>
                  <a:pt x="5656173" y="3456792"/>
                  <a:pt x="5654126" y="5177448"/>
                </a:cubicBezTo>
                <a:lnTo>
                  <a:pt x="2417147" y="5174079"/>
                </a:lnTo>
                <a:close/>
              </a:path>
            </a:pathLst>
          </a:cu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4pPr>
              <a:defRPr>
                <a:ln>
                  <a:solidFill>
                    <a:schemeClr val="accent1"/>
                  </a:solidFill>
                </a:ln>
                <a:solidFill>
                  <a:schemeClr val="accent1"/>
                </a:solidFill>
              </a:defRPr>
            </a:lvl4pPr>
          </a:lstStyle>
          <a:p>
            <a:pPr lvl="0"/>
            <a:r>
              <a:rPr lang="en-GB"/>
              <a:t>Click to edit Master text styles</a:t>
            </a:r>
          </a:p>
          <a:p>
            <a:pPr lvl="1"/>
            <a:r>
              <a:rPr lang="en-GB"/>
              <a:t>Second level</a:t>
            </a:r>
          </a:p>
        </p:txBody>
      </p:sp>
      <p:sp>
        <p:nvSpPr>
          <p:cNvPr id="5" name="Textplatzhalter 4"/>
          <p:cNvSpPr>
            <a:spLocks noGrp="1"/>
          </p:cNvSpPr>
          <p:nvPr>
            <p:ph type="body" sz="quarter" idx="11"/>
          </p:nvPr>
        </p:nvSpPr>
        <p:spPr bwMode="auto">
          <a:xfrm>
            <a:off x="4429719" y="-4153"/>
            <a:ext cx="4711557" cy="5154092"/>
          </a:xfrm>
          <a:custGeom>
            <a:avLst/>
            <a:gdLst>
              <a:gd name="connsiteX0" fmla="*/ 0 w 1466850"/>
              <a:gd name="connsiteY0" fmla="*/ 1608226 h 1608226"/>
              <a:gd name="connsiteX1" fmla="*/ 366713 w 1466850"/>
              <a:gd name="connsiteY1" fmla="*/ 0 h 1608226"/>
              <a:gd name="connsiteX2" fmla="*/ 1466850 w 1466850"/>
              <a:gd name="connsiteY2" fmla="*/ 0 h 1608226"/>
              <a:gd name="connsiteX3" fmla="*/ 1100138 w 1466850"/>
              <a:gd name="connsiteY3" fmla="*/ 1608226 h 1608226"/>
              <a:gd name="connsiteX4" fmla="*/ 0 w 1466850"/>
              <a:gd name="connsiteY4" fmla="*/ 1608226 h 1608226"/>
              <a:gd name="connsiteX0" fmla="*/ 0 w 2304312"/>
              <a:gd name="connsiteY0" fmla="*/ 1608226 h 1614665"/>
              <a:gd name="connsiteX1" fmla="*/ 366713 w 2304312"/>
              <a:gd name="connsiteY1" fmla="*/ 0 h 1614665"/>
              <a:gd name="connsiteX2" fmla="*/ 1466850 w 2304312"/>
              <a:gd name="connsiteY2" fmla="*/ 0 h 1614665"/>
              <a:gd name="connsiteX3" fmla="*/ 2304312 w 2304312"/>
              <a:gd name="connsiteY3" fmla="*/ 1614665 h 1614665"/>
              <a:gd name="connsiteX4" fmla="*/ 0 w 2304312"/>
              <a:gd name="connsiteY4" fmla="*/ 1608226 h 1614665"/>
              <a:gd name="connsiteX0" fmla="*/ 0 w 4725205"/>
              <a:gd name="connsiteY0" fmla="*/ 5162795 h 5169234"/>
              <a:gd name="connsiteX1" fmla="*/ 366713 w 4725205"/>
              <a:gd name="connsiteY1" fmla="*/ 3554569 h 5169234"/>
              <a:gd name="connsiteX2" fmla="*/ 4725205 w 4725205"/>
              <a:gd name="connsiteY2" fmla="*/ 0 h 5169234"/>
              <a:gd name="connsiteX3" fmla="*/ 2304312 w 4725205"/>
              <a:gd name="connsiteY3" fmla="*/ 5169234 h 5169234"/>
              <a:gd name="connsiteX4" fmla="*/ 0 w 4725205"/>
              <a:gd name="connsiteY4" fmla="*/ 5162795 h 5169234"/>
              <a:gd name="connsiteX0" fmla="*/ 0 w 4725205"/>
              <a:gd name="connsiteY0" fmla="*/ 5162795 h 5169234"/>
              <a:gd name="connsiteX1" fmla="*/ 2369378 w 4725205"/>
              <a:gd name="connsiteY1" fmla="*/ 19319 h 5169234"/>
              <a:gd name="connsiteX2" fmla="*/ 4725205 w 4725205"/>
              <a:gd name="connsiteY2" fmla="*/ 0 h 5169234"/>
              <a:gd name="connsiteX3" fmla="*/ 2304312 w 4725205"/>
              <a:gd name="connsiteY3" fmla="*/ 5169234 h 5169234"/>
              <a:gd name="connsiteX4" fmla="*/ 0 w 4725205"/>
              <a:gd name="connsiteY4" fmla="*/ 5162795 h 5169234"/>
              <a:gd name="connsiteX0" fmla="*/ 0 w 4725205"/>
              <a:gd name="connsiteY0" fmla="*/ 5162795 h 5169234"/>
              <a:gd name="connsiteX1" fmla="*/ 2382257 w 4725205"/>
              <a:gd name="connsiteY1" fmla="*/ 1 h 5169234"/>
              <a:gd name="connsiteX2" fmla="*/ 4725205 w 4725205"/>
              <a:gd name="connsiteY2" fmla="*/ 0 h 5169234"/>
              <a:gd name="connsiteX3" fmla="*/ 2304312 w 4725205"/>
              <a:gd name="connsiteY3" fmla="*/ 5169234 h 5169234"/>
              <a:gd name="connsiteX4" fmla="*/ 0 w 4725205"/>
              <a:gd name="connsiteY4" fmla="*/ 5162795 h 5169234"/>
              <a:gd name="connsiteX0" fmla="*/ 0 w 4720656"/>
              <a:gd name="connsiteY0" fmla="*/ 5176443 h 5176443"/>
              <a:gd name="connsiteX1" fmla="*/ 2377708 w 4720656"/>
              <a:gd name="connsiteY1" fmla="*/ 1 h 5176443"/>
              <a:gd name="connsiteX2" fmla="*/ 4720656 w 4720656"/>
              <a:gd name="connsiteY2" fmla="*/ 0 h 5176443"/>
              <a:gd name="connsiteX3" fmla="*/ 2299763 w 4720656"/>
              <a:gd name="connsiteY3" fmla="*/ 5169234 h 5176443"/>
              <a:gd name="connsiteX4" fmla="*/ 0 w 4720656"/>
              <a:gd name="connsiteY4" fmla="*/ 5176443 h 5176443"/>
              <a:gd name="connsiteX0" fmla="*/ 0 w 4720656"/>
              <a:gd name="connsiteY0" fmla="*/ 5176443 h 5176443"/>
              <a:gd name="connsiteX1" fmla="*/ 2377708 w 4720656"/>
              <a:gd name="connsiteY1" fmla="*/ 1 h 5176443"/>
              <a:gd name="connsiteX2" fmla="*/ 4720656 w 4720656"/>
              <a:gd name="connsiteY2" fmla="*/ 0 h 5176443"/>
              <a:gd name="connsiteX3" fmla="*/ 2299763 w 4720656"/>
              <a:gd name="connsiteY3" fmla="*/ 5169234 h 5176443"/>
              <a:gd name="connsiteX4" fmla="*/ 0 w 4720656"/>
              <a:gd name="connsiteY4" fmla="*/ 5176443 h 5176443"/>
              <a:gd name="connsiteX0" fmla="*/ 0 w 4711557"/>
              <a:gd name="connsiteY0" fmla="*/ 5167345 h 5169234"/>
              <a:gd name="connsiteX1" fmla="*/ 2368609 w 4711557"/>
              <a:gd name="connsiteY1" fmla="*/ 1 h 5169234"/>
              <a:gd name="connsiteX2" fmla="*/ 4711557 w 4711557"/>
              <a:gd name="connsiteY2" fmla="*/ 0 h 5169234"/>
              <a:gd name="connsiteX3" fmla="*/ 2290664 w 4711557"/>
              <a:gd name="connsiteY3" fmla="*/ 5169234 h 5169234"/>
              <a:gd name="connsiteX4" fmla="*/ 0 w 4711557"/>
              <a:gd name="connsiteY4" fmla="*/ 5167345 h 51692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11557" h="5169234">
                <a:moveTo>
                  <a:pt x="0" y="5167345"/>
                </a:moveTo>
                <a:lnTo>
                  <a:pt x="2368609" y="1"/>
                </a:lnTo>
                <a:lnTo>
                  <a:pt x="4711557" y="0"/>
                </a:lnTo>
                <a:lnTo>
                  <a:pt x="2290664" y="5169234"/>
                </a:lnTo>
                <a:lnTo>
                  <a:pt x="0" y="5167345"/>
                </a:lnTo>
                <a:close/>
              </a:path>
            </a:pathLst>
          </a:custGeom>
          <a:solidFill>
            <a:srgbClr val="FF5451">
              <a:alpha val="50196"/>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4pPr>
              <a:defRPr>
                <a:ln>
                  <a:solidFill>
                    <a:srgbClr val="FF5451"/>
                  </a:solidFill>
                </a:ln>
                <a:solidFill>
                  <a:srgbClr val="FF5451"/>
                </a:solidFill>
              </a:defRPr>
            </a:lvl4pPr>
          </a:lstStyle>
          <a:p>
            <a:pPr lvl="0"/>
            <a:r>
              <a:rPr lang="en-GB"/>
              <a:t>Click to edit Master text styles</a:t>
            </a:r>
          </a:p>
          <a:p>
            <a:pPr lvl="1"/>
            <a:r>
              <a:rPr lang="en-GB"/>
              <a:t>Second level</a:t>
            </a:r>
          </a:p>
        </p:txBody>
      </p:sp>
      <p:sp>
        <p:nvSpPr>
          <p:cNvPr id="3" name="Textplatzhalter 2"/>
          <p:cNvSpPr>
            <a:spLocks noGrp="1"/>
          </p:cNvSpPr>
          <p:nvPr>
            <p:ph type="body" idx="1"/>
          </p:nvPr>
        </p:nvSpPr>
        <p:spPr>
          <a:xfrm>
            <a:off x="5113728" y="1066801"/>
            <a:ext cx="3562911" cy="350998"/>
          </a:xfrm>
        </p:spPr>
        <p:txBody>
          <a:bodyPr anchor="b">
            <a:noAutofit/>
          </a:bodyPr>
          <a:lstStyle>
            <a:lvl1pPr marL="0" indent="0" algn="r">
              <a:buNone/>
              <a:defRPr sz="1800">
                <a:solidFill>
                  <a:schemeClr val="bg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7" name="Bildplatzhalter"/>
          <p:cNvSpPr>
            <a:spLocks noGrp="1"/>
          </p:cNvSpPr>
          <p:nvPr>
            <p:ph type="pic" sz="quarter" idx="10"/>
          </p:nvPr>
        </p:nvSpPr>
        <p:spPr bwMode="auto">
          <a:xfrm>
            <a:off x="-1" y="0"/>
            <a:ext cx="6115051" cy="51499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1800" baseline="0"/>
            </a:lvl1pPr>
          </a:lstStyle>
          <a:p>
            <a:pPr lvl="0"/>
            <a:r>
              <a:rPr lang="en-GB" noProof="0"/>
              <a:t>Click icon to add picture</a:t>
            </a:r>
            <a:endParaRPr lang="de-DE" noProof="0" dirty="0"/>
          </a:p>
        </p:txBody>
      </p:sp>
      <p:sp>
        <p:nvSpPr>
          <p:cNvPr id="2" name="Titel 1"/>
          <p:cNvSpPr>
            <a:spLocks noGrp="1"/>
          </p:cNvSpPr>
          <p:nvPr>
            <p:ph type="title"/>
          </p:nvPr>
        </p:nvSpPr>
        <p:spPr>
          <a:xfrm>
            <a:off x="5113728" y="1447164"/>
            <a:ext cx="3562911" cy="2201545"/>
          </a:xfrm>
        </p:spPr>
        <p:txBody>
          <a:bodyPr anchor="t"/>
          <a:lstStyle>
            <a:lvl1pPr algn="r">
              <a:defRPr sz="2800" b="1" cap="all">
                <a:solidFill>
                  <a:srgbClr val="FFFFFF"/>
                </a:solidFill>
              </a:defRPr>
            </a:lvl1pPr>
          </a:lstStyle>
          <a:p>
            <a:r>
              <a:rPr lang="en-GB"/>
              <a:t>Click to edit Master title style</a:t>
            </a:r>
            <a:endParaRPr lang="de-DE" dirty="0"/>
          </a:p>
        </p:txBody>
      </p:sp>
    </p:spTree>
    <p:extLst>
      <p:ext uri="{BB962C8B-B14F-4D97-AF65-F5344CB8AC3E}">
        <p14:creationId xmlns:p14="http://schemas.microsoft.com/office/powerpoint/2010/main" val="37241996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Zwischenfolie links">
    <p:spTree>
      <p:nvGrpSpPr>
        <p:cNvPr id="1" name=""/>
        <p:cNvGrpSpPr/>
        <p:nvPr/>
      </p:nvGrpSpPr>
      <p:grpSpPr>
        <a:xfrm>
          <a:off x="0" y="0"/>
          <a:ext cx="0" cy="0"/>
          <a:chOff x="0" y="0"/>
          <a:chExt cx="0" cy="0"/>
        </a:xfrm>
      </p:grpSpPr>
      <p:sp>
        <p:nvSpPr>
          <p:cNvPr id="14" name="Textplatzhalter 4"/>
          <p:cNvSpPr>
            <a:spLocks noGrp="1"/>
          </p:cNvSpPr>
          <p:nvPr>
            <p:ph type="body" sz="quarter" idx="13"/>
          </p:nvPr>
        </p:nvSpPr>
        <p:spPr bwMode="auto">
          <a:xfrm flipH="1">
            <a:off x="-14439" y="-5922"/>
            <a:ext cx="5654316" cy="5152775"/>
          </a:xfrm>
          <a:custGeom>
            <a:avLst/>
            <a:gdLst>
              <a:gd name="connsiteX0" fmla="*/ 0 w 2419350"/>
              <a:gd name="connsiteY0" fmla="*/ 5172957 h 5172957"/>
              <a:gd name="connsiteX1" fmla="*/ 604838 w 2419350"/>
              <a:gd name="connsiteY1" fmla="*/ 0 h 5172957"/>
              <a:gd name="connsiteX2" fmla="*/ 1814513 w 2419350"/>
              <a:gd name="connsiteY2" fmla="*/ 0 h 5172957"/>
              <a:gd name="connsiteX3" fmla="*/ 2419350 w 2419350"/>
              <a:gd name="connsiteY3" fmla="*/ 5172957 h 5172957"/>
              <a:gd name="connsiteX4" fmla="*/ 0 w 2419350"/>
              <a:gd name="connsiteY4" fmla="*/ 5172957 h 5172957"/>
              <a:gd name="connsiteX0" fmla="*/ 0 w 2439138"/>
              <a:gd name="connsiteY0" fmla="*/ 5172957 h 5172957"/>
              <a:gd name="connsiteX1" fmla="*/ 604838 w 2439138"/>
              <a:gd name="connsiteY1" fmla="*/ 0 h 5172957"/>
              <a:gd name="connsiteX2" fmla="*/ 2439138 w 2439138"/>
              <a:gd name="connsiteY2" fmla="*/ 6439 h 5172957"/>
              <a:gd name="connsiteX3" fmla="*/ 2419350 w 2439138"/>
              <a:gd name="connsiteY3" fmla="*/ 5172957 h 5172957"/>
              <a:gd name="connsiteX4" fmla="*/ 0 w 2439138"/>
              <a:gd name="connsiteY4" fmla="*/ 5172957 h 5172957"/>
              <a:gd name="connsiteX0" fmla="*/ 3226626 w 5665764"/>
              <a:gd name="connsiteY0" fmla="*/ 5166518 h 5166518"/>
              <a:gd name="connsiteX1" fmla="*/ 0 w 5665764"/>
              <a:gd name="connsiteY1" fmla="*/ 6440 h 5166518"/>
              <a:gd name="connsiteX2" fmla="*/ 5665764 w 5665764"/>
              <a:gd name="connsiteY2" fmla="*/ 0 h 5166518"/>
              <a:gd name="connsiteX3" fmla="*/ 5645976 w 5665764"/>
              <a:gd name="connsiteY3" fmla="*/ 5166518 h 5166518"/>
              <a:gd name="connsiteX4" fmla="*/ 3226626 w 5665764"/>
              <a:gd name="connsiteY4" fmla="*/ 5166518 h 5166518"/>
              <a:gd name="connsiteX0" fmla="*/ 2421696 w 5665764"/>
              <a:gd name="connsiteY0" fmla="*/ 5192275 h 5192275"/>
              <a:gd name="connsiteX1" fmla="*/ 0 w 5665764"/>
              <a:gd name="connsiteY1" fmla="*/ 6440 h 5192275"/>
              <a:gd name="connsiteX2" fmla="*/ 5665764 w 5665764"/>
              <a:gd name="connsiteY2" fmla="*/ 0 h 5192275"/>
              <a:gd name="connsiteX3" fmla="*/ 5645976 w 5665764"/>
              <a:gd name="connsiteY3" fmla="*/ 5166518 h 5192275"/>
              <a:gd name="connsiteX4" fmla="*/ 2421696 w 5665764"/>
              <a:gd name="connsiteY4" fmla="*/ 5192275 h 5192275"/>
              <a:gd name="connsiteX0" fmla="*/ 2421696 w 5665764"/>
              <a:gd name="connsiteY0" fmla="*/ 5183177 h 5183177"/>
              <a:gd name="connsiteX1" fmla="*/ 0 w 5665764"/>
              <a:gd name="connsiteY1" fmla="*/ 6440 h 5183177"/>
              <a:gd name="connsiteX2" fmla="*/ 5665764 w 5665764"/>
              <a:gd name="connsiteY2" fmla="*/ 0 h 5183177"/>
              <a:gd name="connsiteX3" fmla="*/ 5645976 w 5665764"/>
              <a:gd name="connsiteY3" fmla="*/ 5166518 h 5183177"/>
              <a:gd name="connsiteX4" fmla="*/ 2421696 w 5665764"/>
              <a:gd name="connsiteY4" fmla="*/ 5183177 h 5183177"/>
              <a:gd name="connsiteX0" fmla="*/ 2421696 w 5665764"/>
              <a:gd name="connsiteY0" fmla="*/ 5174079 h 5174079"/>
              <a:gd name="connsiteX1" fmla="*/ 0 w 5665764"/>
              <a:gd name="connsiteY1" fmla="*/ 6440 h 5174079"/>
              <a:gd name="connsiteX2" fmla="*/ 5665764 w 5665764"/>
              <a:gd name="connsiteY2" fmla="*/ 0 h 5174079"/>
              <a:gd name="connsiteX3" fmla="*/ 5645976 w 5665764"/>
              <a:gd name="connsiteY3" fmla="*/ 5166518 h 5174079"/>
              <a:gd name="connsiteX4" fmla="*/ 2421696 w 5665764"/>
              <a:gd name="connsiteY4" fmla="*/ 5174079 h 5174079"/>
              <a:gd name="connsiteX0" fmla="*/ 2417147 w 5665764"/>
              <a:gd name="connsiteY0" fmla="*/ 5169530 h 5169530"/>
              <a:gd name="connsiteX1" fmla="*/ 0 w 5665764"/>
              <a:gd name="connsiteY1" fmla="*/ 6440 h 5169530"/>
              <a:gd name="connsiteX2" fmla="*/ 5665764 w 5665764"/>
              <a:gd name="connsiteY2" fmla="*/ 0 h 5169530"/>
              <a:gd name="connsiteX3" fmla="*/ 5645976 w 5665764"/>
              <a:gd name="connsiteY3" fmla="*/ 5166518 h 5169530"/>
              <a:gd name="connsiteX4" fmla="*/ 2417147 w 5665764"/>
              <a:gd name="connsiteY4" fmla="*/ 5169530 h 5169530"/>
              <a:gd name="connsiteX0" fmla="*/ 2417147 w 5652116"/>
              <a:gd name="connsiteY0" fmla="*/ 5164981 h 5164981"/>
              <a:gd name="connsiteX1" fmla="*/ 0 w 5652116"/>
              <a:gd name="connsiteY1" fmla="*/ 1891 h 5164981"/>
              <a:gd name="connsiteX2" fmla="*/ 5652116 w 5652116"/>
              <a:gd name="connsiteY2" fmla="*/ 0 h 5164981"/>
              <a:gd name="connsiteX3" fmla="*/ 5645976 w 5652116"/>
              <a:gd name="connsiteY3" fmla="*/ 5161969 h 5164981"/>
              <a:gd name="connsiteX4" fmla="*/ 2417147 w 5652116"/>
              <a:gd name="connsiteY4" fmla="*/ 5164981 h 5164981"/>
              <a:gd name="connsiteX0" fmla="*/ 2417147 w 5646219"/>
              <a:gd name="connsiteY0" fmla="*/ 5163090 h 5163090"/>
              <a:gd name="connsiteX1" fmla="*/ 0 w 5646219"/>
              <a:gd name="connsiteY1" fmla="*/ 0 h 5163090"/>
              <a:gd name="connsiteX2" fmla="*/ 5638468 w 5646219"/>
              <a:gd name="connsiteY2" fmla="*/ 11757 h 5163090"/>
              <a:gd name="connsiteX3" fmla="*/ 5645976 w 5646219"/>
              <a:gd name="connsiteY3" fmla="*/ 5160078 h 5163090"/>
              <a:gd name="connsiteX4" fmla="*/ 2417147 w 5646219"/>
              <a:gd name="connsiteY4" fmla="*/ 5163090 h 5163090"/>
              <a:gd name="connsiteX0" fmla="*/ 2417147 w 5646219"/>
              <a:gd name="connsiteY0" fmla="*/ 5164981 h 5164981"/>
              <a:gd name="connsiteX1" fmla="*/ 0 w 5646219"/>
              <a:gd name="connsiteY1" fmla="*/ 1891 h 5164981"/>
              <a:gd name="connsiteX2" fmla="*/ 5638468 w 5646219"/>
              <a:gd name="connsiteY2" fmla="*/ 0 h 5164981"/>
              <a:gd name="connsiteX3" fmla="*/ 5645976 w 5646219"/>
              <a:gd name="connsiteY3" fmla="*/ 5161969 h 5164981"/>
              <a:gd name="connsiteX4" fmla="*/ 2417147 w 5646219"/>
              <a:gd name="connsiteY4" fmla="*/ 5164981 h 5164981"/>
              <a:gd name="connsiteX0" fmla="*/ 2417147 w 5641803"/>
              <a:gd name="connsiteY0" fmla="*/ 5164981 h 5164981"/>
              <a:gd name="connsiteX1" fmla="*/ 0 w 5641803"/>
              <a:gd name="connsiteY1" fmla="*/ 1891 h 5164981"/>
              <a:gd name="connsiteX2" fmla="*/ 5638468 w 5641803"/>
              <a:gd name="connsiteY2" fmla="*/ 0 h 5164981"/>
              <a:gd name="connsiteX3" fmla="*/ 5641426 w 5641803"/>
              <a:gd name="connsiteY3" fmla="*/ 5161969 h 5164981"/>
              <a:gd name="connsiteX4" fmla="*/ 2417147 w 5641803"/>
              <a:gd name="connsiteY4" fmla="*/ 5164981 h 5164981"/>
              <a:gd name="connsiteX0" fmla="*/ 2417147 w 5643017"/>
              <a:gd name="connsiteY0" fmla="*/ 5174079 h 5174079"/>
              <a:gd name="connsiteX1" fmla="*/ 0 w 5643017"/>
              <a:gd name="connsiteY1" fmla="*/ 10989 h 5174079"/>
              <a:gd name="connsiteX2" fmla="*/ 5643017 w 5643017"/>
              <a:gd name="connsiteY2" fmla="*/ 0 h 5174079"/>
              <a:gd name="connsiteX3" fmla="*/ 5641426 w 5643017"/>
              <a:gd name="connsiteY3" fmla="*/ 5171067 h 5174079"/>
              <a:gd name="connsiteX4" fmla="*/ 2417147 w 5643017"/>
              <a:gd name="connsiteY4" fmla="*/ 5174079 h 5174079"/>
              <a:gd name="connsiteX0" fmla="*/ 2417147 w 5643017"/>
              <a:gd name="connsiteY0" fmla="*/ 5174079 h 5174079"/>
              <a:gd name="connsiteX1" fmla="*/ 0 w 5643017"/>
              <a:gd name="connsiteY1" fmla="*/ 4609 h 5174079"/>
              <a:gd name="connsiteX2" fmla="*/ 5643017 w 5643017"/>
              <a:gd name="connsiteY2" fmla="*/ 0 h 5174079"/>
              <a:gd name="connsiteX3" fmla="*/ 5641426 w 5643017"/>
              <a:gd name="connsiteY3" fmla="*/ 5171067 h 5174079"/>
              <a:gd name="connsiteX4" fmla="*/ 2417147 w 5643017"/>
              <a:gd name="connsiteY4" fmla="*/ 5174079 h 5174079"/>
              <a:gd name="connsiteX0" fmla="*/ 2417147 w 5654316"/>
              <a:gd name="connsiteY0" fmla="*/ 5174079 h 5177448"/>
              <a:gd name="connsiteX1" fmla="*/ 0 w 5654316"/>
              <a:gd name="connsiteY1" fmla="*/ 4609 h 5177448"/>
              <a:gd name="connsiteX2" fmla="*/ 5643017 w 5654316"/>
              <a:gd name="connsiteY2" fmla="*/ 0 h 5177448"/>
              <a:gd name="connsiteX3" fmla="*/ 5654126 w 5654316"/>
              <a:gd name="connsiteY3" fmla="*/ 5177448 h 5177448"/>
              <a:gd name="connsiteX4" fmla="*/ 2417147 w 5654316"/>
              <a:gd name="connsiteY4" fmla="*/ 5174079 h 51774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54316" h="5177448">
                <a:moveTo>
                  <a:pt x="2417147" y="5174079"/>
                </a:moveTo>
                <a:lnTo>
                  <a:pt x="0" y="4609"/>
                </a:lnTo>
                <a:lnTo>
                  <a:pt x="5643017" y="0"/>
                </a:lnTo>
                <a:cubicBezTo>
                  <a:pt x="5640970" y="1720656"/>
                  <a:pt x="5656173" y="3456792"/>
                  <a:pt x="5654126" y="5177448"/>
                </a:cubicBezTo>
                <a:lnTo>
                  <a:pt x="2417147" y="5174079"/>
                </a:lnTo>
                <a:close/>
              </a:path>
            </a:pathLst>
          </a:cu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4pPr>
              <a:defRPr>
                <a:ln>
                  <a:noFill/>
                </a:ln>
                <a:noFill/>
              </a:defRPr>
            </a:lvl4pPr>
          </a:lstStyle>
          <a:p>
            <a:pPr lvl="0"/>
            <a:r>
              <a:rPr lang="en-GB"/>
              <a:t>Click to edit Master text styles</a:t>
            </a:r>
          </a:p>
        </p:txBody>
      </p:sp>
      <p:sp>
        <p:nvSpPr>
          <p:cNvPr id="5" name="Textplatzhalter 4"/>
          <p:cNvSpPr>
            <a:spLocks noGrp="1"/>
          </p:cNvSpPr>
          <p:nvPr>
            <p:ph type="body" sz="quarter" idx="11"/>
          </p:nvPr>
        </p:nvSpPr>
        <p:spPr bwMode="auto">
          <a:xfrm flipH="1">
            <a:off x="-14439" y="-4153"/>
            <a:ext cx="4711557" cy="5154092"/>
          </a:xfrm>
          <a:custGeom>
            <a:avLst/>
            <a:gdLst>
              <a:gd name="connsiteX0" fmla="*/ 0 w 1466850"/>
              <a:gd name="connsiteY0" fmla="*/ 1608226 h 1608226"/>
              <a:gd name="connsiteX1" fmla="*/ 366713 w 1466850"/>
              <a:gd name="connsiteY1" fmla="*/ 0 h 1608226"/>
              <a:gd name="connsiteX2" fmla="*/ 1466850 w 1466850"/>
              <a:gd name="connsiteY2" fmla="*/ 0 h 1608226"/>
              <a:gd name="connsiteX3" fmla="*/ 1100138 w 1466850"/>
              <a:gd name="connsiteY3" fmla="*/ 1608226 h 1608226"/>
              <a:gd name="connsiteX4" fmla="*/ 0 w 1466850"/>
              <a:gd name="connsiteY4" fmla="*/ 1608226 h 1608226"/>
              <a:gd name="connsiteX0" fmla="*/ 0 w 2304312"/>
              <a:gd name="connsiteY0" fmla="*/ 1608226 h 1614665"/>
              <a:gd name="connsiteX1" fmla="*/ 366713 w 2304312"/>
              <a:gd name="connsiteY1" fmla="*/ 0 h 1614665"/>
              <a:gd name="connsiteX2" fmla="*/ 1466850 w 2304312"/>
              <a:gd name="connsiteY2" fmla="*/ 0 h 1614665"/>
              <a:gd name="connsiteX3" fmla="*/ 2304312 w 2304312"/>
              <a:gd name="connsiteY3" fmla="*/ 1614665 h 1614665"/>
              <a:gd name="connsiteX4" fmla="*/ 0 w 2304312"/>
              <a:gd name="connsiteY4" fmla="*/ 1608226 h 1614665"/>
              <a:gd name="connsiteX0" fmla="*/ 0 w 4725205"/>
              <a:gd name="connsiteY0" fmla="*/ 5162795 h 5169234"/>
              <a:gd name="connsiteX1" fmla="*/ 366713 w 4725205"/>
              <a:gd name="connsiteY1" fmla="*/ 3554569 h 5169234"/>
              <a:gd name="connsiteX2" fmla="*/ 4725205 w 4725205"/>
              <a:gd name="connsiteY2" fmla="*/ 0 h 5169234"/>
              <a:gd name="connsiteX3" fmla="*/ 2304312 w 4725205"/>
              <a:gd name="connsiteY3" fmla="*/ 5169234 h 5169234"/>
              <a:gd name="connsiteX4" fmla="*/ 0 w 4725205"/>
              <a:gd name="connsiteY4" fmla="*/ 5162795 h 5169234"/>
              <a:gd name="connsiteX0" fmla="*/ 0 w 4725205"/>
              <a:gd name="connsiteY0" fmla="*/ 5162795 h 5169234"/>
              <a:gd name="connsiteX1" fmla="*/ 2369378 w 4725205"/>
              <a:gd name="connsiteY1" fmla="*/ 19319 h 5169234"/>
              <a:gd name="connsiteX2" fmla="*/ 4725205 w 4725205"/>
              <a:gd name="connsiteY2" fmla="*/ 0 h 5169234"/>
              <a:gd name="connsiteX3" fmla="*/ 2304312 w 4725205"/>
              <a:gd name="connsiteY3" fmla="*/ 5169234 h 5169234"/>
              <a:gd name="connsiteX4" fmla="*/ 0 w 4725205"/>
              <a:gd name="connsiteY4" fmla="*/ 5162795 h 5169234"/>
              <a:gd name="connsiteX0" fmla="*/ 0 w 4725205"/>
              <a:gd name="connsiteY0" fmla="*/ 5162795 h 5169234"/>
              <a:gd name="connsiteX1" fmla="*/ 2382257 w 4725205"/>
              <a:gd name="connsiteY1" fmla="*/ 1 h 5169234"/>
              <a:gd name="connsiteX2" fmla="*/ 4725205 w 4725205"/>
              <a:gd name="connsiteY2" fmla="*/ 0 h 5169234"/>
              <a:gd name="connsiteX3" fmla="*/ 2304312 w 4725205"/>
              <a:gd name="connsiteY3" fmla="*/ 5169234 h 5169234"/>
              <a:gd name="connsiteX4" fmla="*/ 0 w 4725205"/>
              <a:gd name="connsiteY4" fmla="*/ 5162795 h 5169234"/>
              <a:gd name="connsiteX0" fmla="*/ 0 w 4720656"/>
              <a:gd name="connsiteY0" fmla="*/ 5176443 h 5176443"/>
              <a:gd name="connsiteX1" fmla="*/ 2377708 w 4720656"/>
              <a:gd name="connsiteY1" fmla="*/ 1 h 5176443"/>
              <a:gd name="connsiteX2" fmla="*/ 4720656 w 4720656"/>
              <a:gd name="connsiteY2" fmla="*/ 0 h 5176443"/>
              <a:gd name="connsiteX3" fmla="*/ 2299763 w 4720656"/>
              <a:gd name="connsiteY3" fmla="*/ 5169234 h 5176443"/>
              <a:gd name="connsiteX4" fmla="*/ 0 w 4720656"/>
              <a:gd name="connsiteY4" fmla="*/ 5176443 h 5176443"/>
              <a:gd name="connsiteX0" fmla="*/ 0 w 4720656"/>
              <a:gd name="connsiteY0" fmla="*/ 5176443 h 5176443"/>
              <a:gd name="connsiteX1" fmla="*/ 2377708 w 4720656"/>
              <a:gd name="connsiteY1" fmla="*/ 1 h 5176443"/>
              <a:gd name="connsiteX2" fmla="*/ 4720656 w 4720656"/>
              <a:gd name="connsiteY2" fmla="*/ 0 h 5176443"/>
              <a:gd name="connsiteX3" fmla="*/ 2299763 w 4720656"/>
              <a:gd name="connsiteY3" fmla="*/ 5169234 h 5176443"/>
              <a:gd name="connsiteX4" fmla="*/ 0 w 4720656"/>
              <a:gd name="connsiteY4" fmla="*/ 5176443 h 5176443"/>
              <a:gd name="connsiteX0" fmla="*/ 0 w 4711557"/>
              <a:gd name="connsiteY0" fmla="*/ 5167345 h 5169234"/>
              <a:gd name="connsiteX1" fmla="*/ 2368609 w 4711557"/>
              <a:gd name="connsiteY1" fmla="*/ 1 h 5169234"/>
              <a:gd name="connsiteX2" fmla="*/ 4711557 w 4711557"/>
              <a:gd name="connsiteY2" fmla="*/ 0 h 5169234"/>
              <a:gd name="connsiteX3" fmla="*/ 2290664 w 4711557"/>
              <a:gd name="connsiteY3" fmla="*/ 5169234 h 5169234"/>
              <a:gd name="connsiteX4" fmla="*/ 0 w 4711557"/>
              <a:gd name="connsiteY4" fmla="*/ 5167345 h 51692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11557" h="5169234">
                <a:moveTo>
                  <a:pt x="0" y="5167345"/>
                </a:moveTo>
                <a:lnTo>
                  <a:pt x="2368609" y="1"/>
                </a:lnTo>
                <a:lnTo>
                  <a:pt x="4711557" y="0"/>
                </a:lnTo>
                <a:lnTo>
                  <a:pt x="2290664" y="5169234"/>
                </a:lnTo>
                <a:lnTo>
                  <a:pt x="0" y="5167345"/>
                </a:lnTo>
                <a:close/>
              </a:path>
            </a:pathLst>
          </a:custGeom>
          <a:solidFill>
            <a:srgbClr val="FF5451">
              <a:alpha val="50196"/>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4pPr>
              <a:defRPr>
                <a:ln>
                  <a:noFill/>
                </a:ln>
                <a:noFill/>
              </a:defRPr>
            </a:lvl4pPr>
          </a:lstStyle>
          <a:p>
            <a:pPr lvl="0"/>
            <a:r>
              <a:rPr lang="en-GB"/>
              <a:t>Click to edit Master text styles</a:t>
            </a:r>
          </a:p>
        </p:txBody>
      </p:sp>
      <p:sp>
        <p:nvSpPr>
          <p:cNvPr id="3" name="Textplatzhalter 2"/>
          <p:cNvSpPr>
            <a:spLocks noGrp="1"/>
          </p:cNvSpPr>
          <p:nvPr>
            <p:ph type="body" idx="1"/>
          </p:nvPr>
        </p:nvSpPr>
        <p:spPr>
          <a:xfrm>
            <a:off x="471878" y="1066801"/>
            <a:ext cx="3562911" cy="350998"/>
          </a:xfrm>
        </p:spPr>
        <p:txBody>
          <a:bodyPr anchor="b">
            <a:noAutofit/>
          </a:bodyPr>
          <a:lstStyle>
            <a:lvl1pPr marL="0" indent="0" algn="l">
              <a:buNone/>
              <a:defRPr sz="1800">
                <a:solidFill>
                  <a:schemeClr val="bg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7" name="Bildplatzhalter"/>
          <p:cNvSpPr>
            <a:spLocks noGrp="1"/>
          </p:cNvSpPr>
          <p:nvPr>
            <p:ph type="pic" sz="quarter" idx="10"/>
          </p:nvPr>
        </p:nvSpPr>
        <p:spPr bwMode="auto">
          <a:xfrm>
            <a:off x="2711450" y="0"/>
            <a:ext cx="6432551" cy="51499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1800" baseline="0"/>
            </a:lvl1pPr>
          </a:lstStyle>
          <a:p>
            <a:pPr lvl="0"/>
            <a:r>
              <a:rPr lang="en-GB" noProof="0"/>
              <a:t>Click icon to add picture</a:t>
            </a:r>
            <a:endParaRPr lang="de-DE" noProof="0" dirty="0"/>
          </a:p>
        </p:txBody>
      </p:sp>
      <p:sp>
        <p:nvSpPr>
          <p:cNvPr id="2" name="Titel 1"/>
          <p:cNvSpPr>
            <a:spLocks noGrp="1"/>
          </p:cNvSpPr>
          <p:nvPr>
            <p:ph type="title"/>
          </p:nvPr>
        </p:nvSpPr>
        <p:spPr>
          <a:xfrm>
            <a:off x="471878" y="1447164"/>
            <a:ext cx="3562911" cy="2201545"/>
          </a:xfrm>
        </p:spPr>
        <p:txBody>
          <a:bodyPr anchor="t"/>
          <a:lstStyle>
            <a:lvl1pPr algn="l">
              <a:defRPr sz="2800" b="1" cap="all">
                <a:solidFill>
                  <a:srgbClr val="FFFFFF"/>
                </a:solidFill>
              </a:defRPr>
            </a:lvl1pPr>
          </a:lstStyle>
          <a:p>
            <a:r>
              <a:rPr lang="en-GB"/>
              <a:t>Click to edit Master title style</a:t>
            </a:r>
            <a:endParaRPr lang="de-DE" dirty="0"/>
          </a:p>
        </p:txBody>
      </p:sp>
    </p:spTree>
    <p:extLst>
      <p:ext uri="{BB962C8B-B14F-4D97-AF65-F5344CB8AC3E}">
        <p14:creationId xmlns:p14="http://schemas.microsoft.com/office/powerpoint/2010/main" val="18487126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Zwischenfolie ohne Bild">
    <p:spTree>
      <p:nvGrpSpPr>
        <p:cNvPr id="1" name=""/>
        <p:cNvGrpSpPr/>
        <p:nvPr/>
      </p:nvGrpSpPr>
      <p:grpSpPr>
        <a:xfrm>
          <a:off x="0" y="0"/>
          <a:ext cx="0" cy="0"/>
          <a:chOff x="0" y="0"/>
          <a:chExt cx="0" cy="0"/>
        </a:xfrm>
      </p:grpSpPr>
      <p:pic>
        <p:nvPicPr>
          <p:cNvPr id="4" name="Bild 9"/>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829300" y="0"/>
            <a:ext cx="3314700" cy="5143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el 1"/>
          <p:cNvSpPr>
            <a:spLocks noGrp="1"/>
          </p:cNvSpPr>
          <p:nvPr>
            <p:ph type="ctrTitle"/>
          </p:nvPr>
        </p:nvSpPr>
        <p:spPr>
          <a:xfrm>
            <a:off x="257588" y="2078847"/>
            <a:ext cx="6400800" cy="1487313"/>
          </a:xfrm>
          <a:prstGeom prst="rect">
            <a:avLst/>
          </a:prstGeom>
        </p:spPr>
        <p:txBody>
          <a:bodyPr anchor="t"/>
          <a:lstStyle>
            <a:lvl1pPr>
              <a:defRPr sz="2800">
                <a:solidFill>
                  <a:srgbClr val="262A31"/>
                </a:solidFill>
              </a:defRPr>
            </a:lvl1pPr>
          </a:lstStyle>
          <a:p>
            <a:r>
              <a:rPr lang="en-GB"/>
              <a:t>Click to edit Master title style</a:t>
            </a:r>
            <a:endParaRPr lang="de-DE" dirty="0"/>
          </a:p>
        </p:txBody>
      </p:sp>
      <p:sp>
        <p:nvSpPr>
          <p:cNvPr id="3" name="Untertitel 2"/>
          <p:cNvSpPr>
            <a:spLocks noGrp="1"/>
          </p:cNvSpPr>
          <p:nvPr>
            <p:ph type="subTitle" idx="1"/>
          </p:nvPr>
        </p:nvSpPr>
        <p:spPr>
          <a:xfrm>
            <a:off x="257587" y="1740092"/>
            <a:ext cx="6400800" cy="338755"/>
          </a:xfrm>
          <a:prstGeom prst="rect">
            <a:avLst/>
          </a:prstGeom>
        </p:spPr>
        <p:txBody>
          <a:bodyPr>
            <a:noAutofit/>
          </a:bodyPr>
          <a:lstStyle>
            <a:lvl1pPr marL="0" indent="0" algn="l">
              <a:buNone/>
              <a:defRPr sz="1800">
                <a:solidFill>
                  <a:srgbClr val="262A3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a:t>Click to edit Master subtitle style</a:t>
            </a:r>
            <a:endParaRPr lang="de-DE" dirty="0"/>
          </a:p>
        </p:txBody>
      </p:sp>
      <p:cxnSp>
        <p:nvCxnSpPr>
          <p:cNvPr id="9" name="Gerade Verbindung 10"/>
          <p:cNvCxnSpPr/>
          <p:nvPr userDrawn="1"/>
        </p:nvCxnSpPr>
        <p:spPr>
          <a:xfrm>
            <a:off x="457200" y="4713670"/>
            <a:ext cx="5731459" cy="0"/>
          </a:xfrm>
          <a:prstGeom prst="line">
            <a:avLst/>
          </a:prstGeom>
          <a:ln w="3175" cmpd="sng">
            <a:solidFill>
              <a:srgbClr val="D8413E"/>
            </a:solidFill>
          </a:ln>
          <a:effectLst/>
        </p:spPr>
        <p:style>
          <a:lnRef idx="2">
            <a:schemeClr val="accent1"/>
          </a:lnRef>
          <a:fillRef idx="0">
            <a:schemeClr val="accent1"/>
          </a:fillRef>
          <a:effectRef idx="1">
            <a:schemeClr val="accent1"/>
          </a:effectRef>
          <a:fontRef idx="minor">
            <a:schemeClr val="tx1"/>
          </a:fontRef>
        </p:style>
      </p:cxnSp>
      <p:pic>
        <p:nvPicPr>
          <p:cNvPr id="12" name="Grafik 11"/>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57200" y="4769366"/>
            <a:ext cx="547323" cy="324000"/>
          </a:xfrm>
          <a:prstGeom prst="rect">
            <a:avLst/>
          </a:prstGeom>
        </p:spPr>
      </p:pic>
    </p:spTree>
    <p:extLst>
      <p:ext uri="{BB962C8B-B14F-4D97-AF65-F5344CB8AC3E}">
        <p14:creationId xmlns:p14="http://schemas.microsoft.com/office/powerpoint/2010/main" val="31391062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ild (formatfüllend)">
    <p:spTree>
      <p:nvGrpSpPr>
        <p:cNvPr id="1" name=""/>
        <p:cNvGrpSpPr/>
        <p:nvPr/>
      </p:nvGrpSpPr>
      <p:grpSpPr>
        <a:xfrm>
          <a:off x="0" y="0"/>
          <a:ext cx="0" cy="0"/>
          <a:chOff x="0" y="0"/>
          <a:chExt cx="0" cy="0"/>
        </a:xfrm>
      </p:grpSpPr>
      <p:sp>
        <p:nvSpPr>
          <p:cNvPr id="12" name="Bildplatzhalter 11"/>
          <p:cNvSpPr>
            <a:spLocks noGrp="1"/>
          </p:cNvSpPr>
          <p:nvPr>
            <p:ph type="pic" sz="quarter" idx="15"/>
          </p:nvPr>
        </p:nvSpPr>
        <p:spPr>
          <a:xfrm>
            <a:off x="8468" y="8468"/>
            <a:ext cx="9135532" cy="5135032"/>
          </a:xfrm>
        </p:spPr>
        <p:txBody>
          <a:bodyPr rtlCol="0">
            <a:normAutofit/>
          </a:bodyPr>
          <a:lstStyle/>
          <a:p>
            <a:pPr lvl="0"/>
            <a:r>
              <a:rPr lang="en-GB" noProof="0"/>
              <a:t>Click icon to add picture</a:t>
            </a:r>
            <a:endParaRPr lang="de-DE" noProof="0" dirty="0"/>
          </a:p>
        </p:txBody>
      </p:sp>
    </p:spTree>
    <p:extLst>
      <p:ext uri="{BB962C8B-B14F-4D97-AF65-F5344CB8AC3E}">
        <p14:creationId xmlns:p14="http://schemas.microsoft.com/office/powerpoint/2010/main" val="41037985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Vielen Dank!">
    <p:spTree>
      <p:nvGrpSpPr>
        <p:cNvPr id="1" name=""/>
        <p:cNvGrpSpPr/>
        <p:nvPr/>
      </p:nvGrpSpPr>
      <p:grpSpPr>
        <a:xfrm>
          <a:off x="0" y="0"/>
          <a:ext cx="0" cy="0"/>
          <a:chOff x="0" y="0"/>
          <a:chExt cx="0" cy="0"/>
        </a:xfrm>
      </p:grpSpPr>
      <p:pic>
        <p:nvPicPr>
          <p:cNvPr id="5" name="Bild 9"/>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5648628" y="0"/>
            <a:ext cx="3524250" cy="51579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el 1"/>
          <p:cNvSpPr>
            <a:spLocks noGrp="1"/>
          </p:cNvSpPr>
          <p:nvPr>
            <p:ph type="ctrTitle"/>
          </p:nvPr>
        </p:nvSpPr>
        <p:spPr>
          <a:xfrm>
            <a:off x="365495" y="2078847"/>
            <a:ext cx="7984797" cy="562753"/>
          </a:xfrm>
        </p:spPr>
        <p:txBody>
          <a:bodyPr anchor="t"/>
          <a:lstStyle>
            <a:lvl1pPr>
              <a:defRPr sz="2800">
                <a:solidFill>
                  <a:schemeClr val="tx1"/>
                </a:solidFill>
              </a:defRPr>
            </a:lvl1pPr>
          </a:lstStyle>
          <a:p>
            <a:r>
              <a:rPr lang="en-GB"/>
              <a:t>Click to edit Master title style</a:t>
            </a:r>
            <a:endParaRPr lang="de-DE" dirty="0"/>
          </a:p>
        </p:txBody>
      </p:sp>
      <p:sp>
        <p:nvSpPr>
          <p:cNvPr id="18" name="Inhaltsplatzhalter 3"/>
          <p:cNvSpPr>
            <a:spLocks noGrp="1"/>
          </p:cNvSpPr>
          <p:nvPr>
            <p:ph sz="half" idx="2"/>
          </p:nvPr>
        </p:nvSpPr>
        <p:spPr>
          <a:xfrm>
            <a:off x="365495" y="2834640"/>
            <a:ext cx="4672172" cy="1847427"/>
          </a:xfrm>
        </p:spPr>
        <p:txBody>
          <a:bodyPr>
            <a:noAutofit/>
          </a:bodyPr>
          <a:lstStyle>
            <a:lvl1pPr marL="0" indent="0">
              <a:buNone/>
              <a:defRPr sz="1100" baseline="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marL="457200" indent="0">
              <a:buNone/>
              <a:defRPr sz="11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2pPr>
            <a:lvl3pPr marL="914400" indent="0">
              <a:buNone/>
              <a:defRPr sz="1800"/>
            </a:lvl3pPr>
            <a:lvl4pPr marL="1371600" indent="0">
              <a:buNone/>
              <a:defRPr sz="1600"/>
            </a:lvl4pPr>
            <a:lvl5pPr marL="1828800" indent="0">
              <a:buNone/>
              <a:defRPr sz="1600"/>
            </a:lvl5pPr>
            <a:lvl6pPr>
              <a:defRPr sz="1600"/>
            </a:lvl6pPr>
            <a:lvl7pPr>
              <a:defRPr sz="1600"/>
            </a:lvl7pPr>
            <a:lvl8pPr>
              <a:defRPr sz="1600"/>
            </a:lvl8pPr>
            <a:lvl9pPr>
              <a:defRPr sz="1600"/>
            </a:lvl9pPr>
          </a:lstStyle>
          <a:p>
            <a:pPr lvl="0"/>
            <a:r>
              <a:rPr lang="en-GB"/>
              <a:t>Click to edit Master text styles</a:t>
            </a:r>
          </a:p>
          <a:p>
            <a:pPr lvl="1"/>
            <a:r>
              <a:rPr lang="en-GB"/>
              <a:t>Second level</a:t>
            </a:r>
          </a:p>
        </p:txBody>
      </p:sp>
    </p:spTree>
    <p:extLst>
      <p:ext uri="{BB962C8B-B14F-4D97-AF65-F5344CB8AC3E}">
        <p14:creationId xmlns:p14="http://schemas.microsoft.com/office/powerpoint/2010/main" val="36646492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el und Inhalt mit Untertitel">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457200" y="304799"/>
            <a:ext cx="8234363" cy="758825"/>
          </a:xfrm>
          <a:prstGeom prst="rect">
            <a:avLst/>
          </a:prstGeom>
        </p:spPr>
        <p:txBody>
          <a:bodyPr anchor="b"/>
          <a:lstStyle>
            <a:lvl1pPr>
              <a:defRPr>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stStyle>
          <a:p>
            <a:r>
              <a:rPr lang="de-DE" dirty="0"/>
              <a:t>Titelmasterformat durch Klicken bearbeiten</a:t>
            </a:r>
          </a:p>
        </p:txBody>
      </p:sp>
      <p:sp>
        <p:nvSpPr>
          <p:cNvPr id="3" name="Inhaltsplatzhalter 2"/>
          <p:cNvSpPr>
            <a:spLocks noGrp="1"/>
          </p:cNvSpPr>
          <p:nvPr>
            <p:ph idx="1" hasCustomPrompt="1"/>
          </p:nvPr>
        </p:nvSpPr>
        <p:spPr>
          <a:xfrm>
            <a:off x="457200" y="1617134"/>
            <a:ext cx="8234363" cy="2985558"/>
          </a:xfrm>
          <a:prstGeom prst="rect">
            <a:avLst/>
          </a:prstGeom>
        </p:spPr>
        <p:txBody>
          <a:bodyPr>
            <a:noAutofit/>
          </a:bodyPr>
          <a:lstStyle>
            <a:lvl1pPr marL="269875" indent="-269875">
              <a:buClr>
                <a:srgbClr val="D8413E"/>
              </a:buClr>
              <a:buFont typeface="Symbol" charset="2"/>
              <a:buChar char="-"/>
              <a:defRPr sz="18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marL="714375" indent="-257175">
              <a:buClr>
                <a:srgbClr val="D8413E"/>
              </a:buClr>
              <a:buFont typeface="Symbol" charset="2"/>
              <a:buChar char="-"/>
              <a:defRPr sz="16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2pPr>
            <a:lvl3pPr marL="1160463" indent="-246063">
              <a:buClr>
                <a:srgbClr val="D8413E"/>
              </a:buClr>
              <a:buFont typeface="Symbol" charset="2"/>
              <a:buChar char="-"/>
              <a:defRPr sz="16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3pPr>
            <a:lvl4pPr marL="1617663" indent="-246063">
              <a:buClr>
                <a:srgbClr val="D8413E"/>
              </a:buClr>
              <a:buFont typeface="Symbol" charset="2"/>
              <a:buChar char="-"/>
              <a:defRPr sz="16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4pPr>
            <a:lvl5pPr marL="2063750" indent="-234950">
              <a:buClr>
                <a:srgbClr val="D8413E"/>
              </a:buClr>
              <a:buFont typeface="Symbol" charset="2"/>
              <a:buChar char="-"/>
              <a:defRPr sz="16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5p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platzhalter 7"/>
          <p:cNvSpPr>
            <a:spLocks noGrp="1"/>
          </p:cNvSpPr>
          <p:nvPr>
            <p:ph type="body" sz="quarter" idx="13" hasCustomPrompt="1"/>
          </p:nvPr>
        </p:nvSpPr>
        <p:spPr>
          <a:xfrm>
            <a:off x="457200" y="1125940"/>
            <a:ext cx="8234363" cy="377740"/>
          </a:xfrm>
          <a:prstGeom prst="rect">
            <a:avLst/>
          </a:prstGeom>
        </p:spPr>
        <p:txBody>
          <a:bodyPr anchor="b">
            <a:noAutofit/>
          </a:bodyPr>
          <a:lstStyle>
            <a:lvl1pPr>
              <a:defRPr sz="14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stStyle>
          <a:p>
            <a:pPr lvl="0"/>
            <a:r>
              <a:rPr lang="de-DE" dirty="0"/>
              <a:t>Formatvorlagen des Textmasters bearbeiten</a:t>
            </a:r>
          </a:p>
        </p:txBody>
      </p:sp>
      <p:sp>
        <p:nvSpPr>
          <p:cNvPr id="14" name="Foliennummernplatzhalter 5"/>
          <p:cNvSpPr>
            <a:spLocks noGrp="1"/>
          </p:cNvSpPr>
          <p:nvPr>
            <p:ph type="sldNum" sz="quarter" idx="4"/>
          </p:nvPr>
        </p:nvSpPr>
        <p:spPr>
          <a:xfrm>
            <a:off x="7948613" y="4879075"/>
            <a:ext cx="742950" cy="204716"/>
          </a:xfrm>
          <a:prstGeom prst="rect">
            <a:avLst/>
          </a:prstGeom>
        </p:spPr>
        <p:txBody>
          <a:bodyPr lIns="0" tIns="0" rIns="0" bIns="0" anchor="t" anchorCtr="0"/>
          <a:lstStyle>
            <a:lvl1pPr marL="0" marR="0" indent="0" algn="r" defTabSz="457200" rtl="0" eaLnBrk="1" fontAlgn="base" latinLnBrk="0" hangingPunct="1">
              <a:lnSpc>
                <a:spcPct val="100000"/>
              </a:lnSpc>
              <a:spcBef>
                <a:spcPct val="0"/>
              </a:spcBef>
              <a:spcAft>
                <a:spcPct val="0"/>
              </a:spcAft>
              <a:buClrTx/>
              <a:buSzTx/>
              <a:buFontTx/>
              <a:buNone/>
              <a:tabLst/>
              <a:defRPr/>
            </a:lvl1pPr>
          </a:lstStyle>
          <a:p>
            <a:pPr>
              <a:defRPr/>
            </a:pPr>
            <a:fld id="{248790C2-FB8D-4AD1-BFB1-8D82BB9A4283}" type="slidenum">
              <a:rPr lang="de-DE" altLang="de-DE" sz="1000" smtClean="0">
                <a:solidFill>
                  <a:srgbClr val="D8413E"/>
                </a:solidFill>
                <a:latin typeface="Arial" panose="020B0604020202020204" pitchFamily="34" charset="0"/>
                <a:cs typeface="Arial" panose="020B0604020202020204" pitchFamily="34" charset="0"/>
              </a:rPr>
              <a:pPr>
                <a:defRPr/>
              </a:pPr>
              <a:t>‹#›</a:t>
            </a:fld>
            <a:endParaRPr lang="de-DE" altLang="de-DE" sz="1000" dirty="0">
              <a:solidFill>
                <a:srgbClr val="D8413E"/>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219043630"/>
      </p:ext>
    </p:extLst>
  </p:cSld>
  <p:clrMapOvr>
    <a:masterClrMapping/>
  </p:clrMapOvr>
  <p:extLst>
    <p:ext uri="{DCECCB84-F9BA-43D5-87BE-67443E8EF086}">
      <p15:sldGuideLst xmlns:p15="http://schemas.microsoft.com/office/powerpoint/2012/main">
        <p15:guide id="3" orient="horz" pos="3162"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el und Inhalt ohne Untertitel">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457200" y="304799"/>
            <a:ext cx="8234363" cy="758825"/>
          </a:xfrm>
          <a:prstGeom prst="rect">
            <a:avLst/>
          </a:prstGeom>
        </p:spPr>
        <p:txBody>
          <a:bodyPr anchor="b"/>
          <a:lstStyle>
            <a:lvl1pPr>
              <a:defRPr>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stStyle>
          <a:p>
            <a:r>
              <a:rPr lang="de-DE" dirty="0"/>
              <a:t>Titelmasterformat durch Klicken bearbeiten</a:t>
            </a:r>
          </a:p>
        </p:txBody>
      </p:sp>
      <p:sp>
        <p:nvSpPr>
          <p:cNvPr id="3" name="Inhaltsplatzhalter 2"/>
          <p:cNvSpPr>
            <a:spLocks noGrp="1"/>
          </p:cNvSpPr>
          <p:nvPr>
            <p:ph idx="1" hasCustomPrompt="1"/>
          </p:nvPr>
        </p:nvSpPr>
        <p:spPr>
          <a:xfrm>
            <a:off x="457200" y="1223492"/>
            <a:ext cx="8234363" cy="3379199"/>
          </a:xfrm>
          <a:prstGeom prst="rect">
            <a:avLst/>
          </a:prstGeom>
        </p:spPr>
        <p:txBody>
          <a:bodyPr>
            <a:noAutofit/>
          </a:bodyPr>
          <a:lstStyle>
            <a:lvl1pPr marL="269875" indent="-269875">
              <a:buClr>
                <a:srgbClr val="D8413E"/>
              </a:buClr>
              <a:buFont typeface="Symbol" charset="2"/>
              <a:buChar char="-"/>
              <a:defRPr sz="18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marL="714375" indent="-257175">
              <a:buClr>
                <a:srgbClr val="D8413E"/>
              </a:buClr>
              <a:buFont typeface="Symbol" charset="2"/>
              <a:buChar char="-"/>
              <a:defRPr sz="16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2pPr>
            <a:lvl3pPr marL="1160463" indent="-246063">
              <a:buClr>
                <a:srgbClr val="D8413E"/>
              </a:buClr>
              <a:buFont typeface="Symbol" charset="2"/>
              <a:buChar char="-"/>
              <a:defRPr sz="16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3pPr>
            <a:lvl4pPr marL="1617663" indent="-246063">
              <a:buClr>
                <a:srgbClr val="D8413E"/>
              </a:buClr>
              <a:buFont typeface="Symbol" charset="2"/>
              <a:buChar char="-"/>
              <a:defRPr sz="16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4pPr>
            <a:lvl5pPr marL="2063750" indent="-234950">
              <a:buClr>
                <a:srgbClr val="D8413E"/>
              </a:buClr>
              <a:buFont typeface="Symbol" charset="2"/>
              <a:buChar char="-"/>
              <a:defRPr sz="16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5p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oliennummernplatzhalter 5"/>
          <p:cNvSpPr>
            <a:spLocks noGrp="1"/>
          </p:cNvSpPr>
          <p:nvPr>
            <p:ph type="sldNum" sz="quarter" idx="4"/>
          </p:nvPr>
        </p:nvSpPr>
        <p:spPr>
          <a:xfrm>
            <a:off x="7948613" y="4879075"/>
            <a:ext cx="742950" cy="204716"/>
          </a:xfrm>
          <a:prstGeom prst="rect">
            <a:avLst/>
          </a:prstGeom>
        </p:spPr>
        <p:txBody>
          <a:bodyPr lIns="0" tIns="0" rIns="0" bIns="0" anchor="t" anchorCtr="0"/>
          <a:lstStyle>
            <a:lvl1pPr marL="0" marR="0" indent="0" algn="r" defTabSz="457200" rtl="0" eaLnBrk="1" fontAlgn="base" latinLnBrk="0" hangingPunct="1">
              <a:lnSpc>
                <a:spcPct val="100000"/>
              </a:lnSpc>
              <a:spcBef>
                <a:spcPct val="0"/>
              </a:spcBef>
              <a:spcAft>
                <a:spcPct val="0"/>
              </a:spcAft>
              <a:buClrTx/>
              <a:buSzTx/>
              <a:buFontTx/>
              <a:buNone/>
              <a:tabLst/>
              <a:defRPr/>
            </a:lvl1pPr>
          </a:lstStyle>
          <a:p>
            <a:pPr>
              <a:defRPr/>
            </a:pPr>
            <a:fld id="{AFCF9BA9-AB08-46E1-A235-3AC71B2FE2C1}" type="slidenum">
              <a:rPr lang="de-DE" altLang="de-DE" sz="1000" smtClean="0">
                <a:solidFill>
                  <a:srgbClr val="D8413E"/>
                </a:solidFill>
                <a:latin typeface="Arial" panose="020B0604020202020204" pitchFamily="34" charset="0"/>
                <a:cs typeface="Arial" panose="020B0604020202020204" pitchFamily="34" charset="0"/>
              </a:rPr>
              <a:pPr>
                <a:defRPr/>
              </a:pPr>
              <a:t>‹#›</a:t>
            </a:fld>
            <a:endParaRPr lang="de-DE" altLang="de-DE" sz="1000" dirty="0">
              <a:solidFill>
                <a:srgbClr val="D8413E"/>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069232963"/>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el und Inhalt - 2 Blöcke">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457200" y="304797"/>
            <a:ext cx="8229600" cy="758827"/>
          </a:xfrm>
          <a:prstGeom prst="rect">
            <a:avLst/>
          </a:prstGeom>
        </p:spPr>
        <p:txBody>
          <a:bodyPr anchor="b"/>
          <a:lstStyle>
            <a:lvl1pPr>
              <a:defRPr>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stStyle>
          <a:p>
            <a:r>
              <a:rPr lang="de-DE" dirty="0"/>
              <a:t>Titelmasterformat durch Klicken bearbeiten</a:t>
            </a:r>
          </a:p>
        </p:txBody>
      </p:sp>
      <p:sp>
        <p:nvSpPr>
          <p:cNvPr id="3" name="Inhaltsplatzhalter 2"/>
          <p:cNvSpPr>
            <a:spLocks noGrp="1"/>
          </p:cNvSpPr>
          <p:nvPr>
            <p:ph idx="1" hasCustomPrompt="1"/>
          </p:nvPr>
        </p:nvSpPr>
        <p:spPr>
          <a:xfrm>
            <a:off x="457200" y="1617133"/>
            <a:ext cx="3952240" cy="2977092"/>
          </a:xfrm>
          <a:prstGeom prst="rect">
            <a:avLst/>
          </a:prstGeom>
        </p:spPr>
        <p:txBody>
          <a:bodyPr>
            <a:noAutofit/>
          </a:bodyPr>
          <a:lstStyle>
            <a:lvl1pPr marL="269875" indent="-269875">
              <a:buClr>
                <a:srgbClr val="D8413E"/>
              </a:buClr>
              <a:buFont typeface="Symbol" charset="2"/>
              <a:buChar char="-"/>
              <a:defRPr sz="18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marL="714375" indent="-257175">
              <a:buClr>
                <a:srgbClr val="D8413E"/>
              </a:buClr>
              <a:buFont typeface="Symbol" charset="2"/>
              <a:buChar char="-"/>
              <a:defRPr sz="16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2pPr>
            <a:lvl3pPr marL="1160463" indent="-246063">
              <a:buClr>
                <a:srgbClr val="D8413E"/>
              </a:buClr>
              <a:buFont typeface="Symbol" charset="2"/>
              <a:buChar char="-"/>
              <a:defRPr sz="16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3pPr>
            <a:lvl4pPr marL="1617663" indent="-246063">
              <a:buClr>
                <a:srgbClr val="D8413E"/>
              </a:buClr>
              <a:buFont typeface="Symbol" charset="2"/>
              <a:buChar char="-"/>
              <a:defRPr sz="16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4pPr>
            <a:lvl5pPr marL="2000250" indent="-171450">
              <a:buClr>
                <a:srgbClr val="D8413E"/>
              </a:buClr>
              <a:buFont typeface="Symbol" charset="2"/>
              <a:buChar char="-"/>
              <a:defRPr sz="16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5p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platzhalter 7"/>
          <p:cNvSpPr>
            <a:spLocks noGrp="1"/>
          </p:cNvSpPr>
          <p:nvPr>
            <p:ph type="body" sz="quarter" idx="13" hasCustomPrompt="1"/>
          </p:nvPr>
        </p:nvSpPr>
        <p:spPr>
          <a:xfrm>
            <a:off x="457200" y="1139588"/>
            <a:ext cx="8229600" cy="364092"/>
          </a:xfrm>
          <a:prstGeom prst="rect">
            <a:avLst/>
          </a:prstGeom>
        </p:spPr>
        <p:txBody>
          <a:bodyPr anchor="b">
            <a:noAutofit/>
          </a:bodyPr>
          <a:lstStyle>
            <a:lvl1pPr>
              <a:defRPr sz="14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stStyle>
          <a:p>
            <a:pPr lvl="0"/>
            <a:r>
              <a:rPr lang="de-DE" dirty="0"/>
              <a:t>Formatvorlagen des Textmasters bearbeiten</a:t>
            </a:r>
          </a:p>
        </p:txBody>
      </p:sp>
      <p:sp>
        <p:nvSpPr>
          <p:cNvPr id="9" name="Inhaltsplatzhalter 2"/>
          <p:cNvSpPr>
            <a:spLocks noGrp="1"/>
          </p:cNvSpPr>
          <p:nvPr>
            <p:ph idx="14" hasCustomPrompt="1"/>
          </p:nvPr>
        </p:nvSpPr>
        <p:spPr>
          <a:xfrm>
            <a:off x="4724400" y="1617133"/>
            <a:ext cx="3962400" cy="2977092"/>
          </a:xfrm>
          <a:prstGeom prst="rect">
            <a:avLst/>
          </a:prstGeom>
        </p:spPr>
        <p:txBody>
          <a:bodyPr>
            <a:noAutofit/>
          </a:bodyPr>
          <a:lstStyle>
            <a:lvl1pPr marL="269875" indent="-269875">
              <a:buClr>
                <a:srgbClr val="D8413E"/>
              </a:buClr>
              <a:buFont typeface="Symbol" charset="2"/>
              <a:buChar char="-"/>
              <a:defRPr sz="18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marL="714375" indent="-257175">
              <a:buClr>
                <a:srgbClr val="D8413E"/>
              </a:buClr>
              <a:buFont typeface="Symbol" charset="2"/>
              <a:buChar char="-"/>
              <a:defRPr sz="16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2pPr>
            <a:lvl3pPr marL="1160463" indent="-246063">
              <a:buClr>
                <a:srgbClr val="D8413E"/>
              </a:buClr>
              <a:buFont typeface="Symbol" charset="2"/>
              <a:buChar char="-"/>
              <a:defRPr sz="16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3pPr>
            <a:lvl4pPr marL="1617663" indent="-246063">
              <a:buClr>
                <a:srgbClr val="D8413E"/>
              </a:buClr>
              <a:buFont typeface="Symbol" charset="2"/>
              <a:buChar char="-"/>
              <a:defRPr sz="16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4pPr>
            <a:lvl5pPr marL="2000250" indent="-171450">
              <a:buClr>
                <a:srgbClr val="D8413E"/>
              </a:buClr>
              <a:buFont typeface="Symbol" charset="2"/>
              <a:buChar char="-"/>
              <a:defRPr sz="16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5p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Foliennummernplatzhalter 5"/>
          <p:cNvSpPr>
            <a:spLocks noGrp="1"/>
          </p:cNvSpPr>
          <p:nvPr>
            <p:ph type="sldNum" sz="quarter" idx="4"/>
          </p:nvPr>
        </p:nvSpPr>
        <p:spPr>
          <a:xfrm>
            <a:off x="7948613" y="4879075"/>
            <a:ext cx="742950" cy="204716"/>
          </a:xfrm>
          <a:prstGeom prst="rect">
            <a:avLst/>
          </a:prstGeom>
        </p:spPr>
        <p:txBody>
          <a:bodyPr lIns="0" tIns="0" rIns="0" bIns="0" anchor="t" anchorCtr="0"/>
          <a:lstStyle>
            <a:lvl1pPr marL="0" marR="0" indent="0" algn="r" defTabSz="457200" rtl="0" eaLnBrk="1" fontAlgn="base" latinLnBrk="0" hangingPunct="1">
              <a:lnSpc>
                <a:spcPct val="100000"/>
              </a:lnSpc>
              <a:spcBef>
                <a:spcPct val="0"/>
              </a:spcBef>
              <a:spcAft>
                <a:spcPct val="0"/>
              </a:spcAft>
              <a:buClrTx/>
              <a:buSzTx/>
              <a:buFontTx/>
              <a:buNone/>
              <a:tabLst/>
              <a:defRPr/>
            </a:lvl1pPr>
          </a:lstStyle>
          <a:p>
            <a:pPr>
              <a:defRPr/>
            </a:pPr>
            <a:fld id="{E6F2A070-8A77-484A-BFE7-6B1E5C215647}" type="slidenum">
              <a:rPr lang="de-DE" altLang="de-DE" sz="1000" smtClean="0">
                <a:solidFill>
                  <a:srgbClr val="D8413E"/>
                </a:solidFill>
                <a:latin typeface="Arial" panose="020B0604020202020204" pitchFamily="34" charset="0"/>
                <a:cs typeface="Arial" panose="020B0604020202020204" pitchFamily="34" charset="0"/>
              </a:rPr>
              <a:pPr>
                <a:defRPr/>
              </a:pPr>
              <a:t>‹#›</a:t>
            </a:fld>
            <a:endParaRPr lang="de-DE" altLang="de-DE" sz="1000" dirty="0">
              <a:solidFill>
                <a:srgbClr val="D8413E"/>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67953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Bild mit Bildunterschrift">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457200" y="304797"/>
            <a:ext cx="8229600" cy="758827"/>
          </a:xfrm>
          <a:prstGeom prst="rect">
            <a:avLst/>
          </a:prstGeom>
        </p:spPr>
        <p:txBody>
          <a:bodyPr anchor="b"/>
          <a:lstStyle>
            <a:lvl1pPr>
              <a:defRPr>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stStyle>
          <a:p>
            <a:r>
              <a:rPr lang="de-DE" dirty="0"/>
              <a:t>Titelmasterformat durch Klicken bearbeiten</a:t>
            </a:r>
          </a:p>
        </p:txBody>
      </p:sp>
      <p:sp>
        <p:nvSpPr>
          <p:cNvPr id="12" name="Bildplatzhalter 11"/>
          <p:cNvSpPr>
            <a:spLocks noGrp="1"/>
          </p:cNvSpPr>
          <p:nvPr>
            <p:ph type="pic" sz="quarter" idx="16"/>
          </p:nvPr>
        </p:nvSpPr>
        <p:spPr>
          <a:xfrm>
            <a:off x="457200" y="1243691"/>
            <a:ext cx="8229600" cy="3057375"/>
          </a:xfrm>
          <a:prstGeom prst="rect">
            <a:avLst/>
          </a:prstGeom>
        </p:spPr>
        <p:txBody>
          <a:bodyPr rtlCol="0">
            <a:noAutofit/>
          </a:bodyPr>
          <a:lstStyle>
            <a:lvl1pPr>
              <a:defRPr>
                <a:solidFill>
                  <a:srgbClr val="262A31"/>
                </a:solidFill>
                <a:latin typeface="Arial Unicode MS" panose="020B0604020202020204" pitchFamily="34" charset="-128"/>
                <a:ea typeface="Arial Unicode MS" panose="020B0604020202020204" pitchFamily="34" charset="-128"/>
                <a:cs typeface="Arial Unicode MS" panose="020B0604020202020204" pitchFamily="34" charset="-128"/>
              </a:defRPr>
            </a:lvl1pPr>
          </a:lstStyle>
          <a:p>
            <a:pPr lvl="0"/>
            <a:r>
              <a:rPr lang="de-DE" noProof="0" dirty="0"/>
              <a:t>Bild durch Klicken auf Symbol hinzufügen</a:t>
            </a:r>
          </a:p>
        </p:txBody>
      </p:sp>
      <p:sp>
        <p:nvSpPr>
          <p:cNvPr id="14" name="Inhaltsplatzhalter 2"/>
          <p:cNvSpPr>
            <a:spLocks noGrp="1"/>
          </p:cNvSpPr>
          <p:nvPr>
            <p:ph idx="1"/>
          </p:nvPr>
        </p:nvSpPr>
        <p:spPr>
          <a:xfrm>
            <a:off x="457200" y="4368811"/>
            <a:ext cx="8229600" cy="330196"/>
          </a:xfrm>
          <a:prstGeom prst="rect">
            <a:avLst/>
          </a:prstGeom>
        </p:spPr>
        <p:txBody>
          <a:bodyPr>
            <a:normAutofit/>
          </a:bodyPr>
          <a:lstStyle>
            <a:lvl1pPr marL="0" indent="0">
              <a:buClr>
                <a:srgbClr val="D8413E"/>
              </a:buClr>
              <a:buFont typeface="Symbol" charset="2"/>
              <a:buNone/>
              <a:defRPr sz="1000">
                <a:solidFill>
                  <a:schemeClr val="tx1">
                    <a:lumMod val="50000"/>
                    <a:lumOff val="50000"/>
                  </a:schemeClr>
                </a:solidFill>
              </a:defRPr>
            </a:lvl1pPr>
            <a:lvl2pPr marL="628650" indent="-171450">
              <a:buClr>
                <a:srgbClr val="D8413E"/>
              </a:buClr>
              <a:buFont typeface="Symbol" charset="2"/>
              <a:buChar char="-"/>
              <a:defRPr sz="1200"/>
            </a:lvl2pPr>
            <a:lvl3pPr marL="1085850" indent="-171450">
              <a:buClr>
                <a:srgbClr val="D8413E"/>
              </a:buClr>
              <a:buFont typeface="Symbol" charset="2"/>
              <a:buChar char="-"/>
              <a:defRPr sz="1200"/>
            </a:lvl3pPr>
            <a:lvl4pPr marL="1543050" indent="-171450">
              <a:buClr>
                <a:srgbClr val="D8413E"/>
              </a:buClr>
              <a:buFont typeface="Symbol" charset="2"/>
              <a:buChar char="-"/>
              <a:defRPr sz="1200"/>
            </a:lvl4pPr>
            <a:lvl5pPr marL="2000250" indent="-171450">
              <a:buClr>
                <a:srgbClr val="D8413E"/>
              </a:buClr>
              <a:buFont typeface="Symbol" charset="2"/>
              <a:buChar char="-"/>
              <a:defRPr sz="1200"/>
            </a:lvl5pPr>
          </a:lstStyle>
          <a:p>
            <a:pPr lvl="0"/>
            <a:r>
              <a:rPr lang="de-DE"/>
              <a:t>Formatvorlagen des Textmasters bearbeiten</a:t>
            </a:r>
          </a:p>
        </p:txBody>
      </p:sp>
      <p:sp>
        <p:nvSpPr>
          <p:cNvPr id="8" name="Foliennummernplatzhalter 5"/>
          <p:cNvSpPr>
            <a:spLocks noGrp="1"/>
          </p:cNvSpPr>
          <p:nvPr>
            <p:ph type="sldNum" sz="quarter" idx="4"/>
          </p:nvPr>
        </p:nvSpPr>
        <p:spPr>
          <a:xfrm>
            <a:off x="7948613" y="4879075"/>
            <a:ext cx="742950" cy="204716"/>
          </a:xfrm>
          <a:prstGeom prst="rect">
            <a:avLst/>
          </a:prstGeom>
        </p:spPr>
        <p:txBody>
          <a:bodyPr lIns="0" tIns="0" rIns="0" bIns="0" anchor="t" anchorCtr="0"/>
          <a:lstStyle>
            <a:lvl1pPr marL="0" marR="0" indent="0" algn="r" defTabSz="457200" rtl="0" eaLnBrk="1" fontAlgn="base" latinLnBrk="0" hangingPunct="1">
              <a:lnSpc>
                <a:spcPct val="100000"/>
              </a:lnSpc>
              <a:spcBef>
                <a:spcPct val="0"/>
              </a:spcBef>
              <a:spcAft>
                <a:spcPct val="0"/>
              </a:spcAft>
              <a:buClrTx/>
              <a:buSzTx/>
              <a:buFontTx/>
              <a:buNone/>
              <a:tabLst/>
              <a:defRPr/>
            </a:lvl1pPr>
          </a:lstStyle>
          <a:p>
            <a:pPr>
              <a:defRPr/>
            </a:pPr>
            <a:fld id="{43582BE0-97CE-412F-80F1-16DC6BED1781}" type="slidenum">
              <a:rPr lang="de-DE" altLang="de-DE" sz="1000" smtClean="0">
                <a:solidFill>
                  <a:srgbClr val="D8413E"/>
                </a:solidFill>
                <a:latin typeface="Arial" panose="020B0604020202020204" pitchFamily="34" charset="0"/>
                <a:cs typeface="Arial" panose="020B0604020202020204" pitchFamily="34" charset="0"/>
              </a:rPr>
              <a:pPr>
                <a:defRPr/>
              </a:pPr>
              <a:t>‹#›</a:t>
            </a:fld>
            <a:endParaRPr lang="de-DE" altLang="de-DE" sz="1000" dirty="0">
              <a:solidFill>
                <a:srgbClr val="D8413E"/>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925441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abelle">
    <p:spTree>
      <p:nvGrpSpPr>
        <p:cNvPr id="1" name=""/>
        <p:cNvGrpSpPr/>
        <p:nvPr/>
      </p:nvGrpSpPr>
      <p:grpSpPr>
        <a:xfrm>
          <a:off x="0" y="0"/>
          <a:ext cx="0" cy="0"/>
          <a:chOff x="0" y="0"/>
          <a:chExt cx="0" cy="0"/>
        </a:xfrm>
      </p:grpSpPr>
      <p:sp>
        <p:nvSpPr>
          <p:cNvPr id="7" name="Titel 1"/>
          <p:cNvSpPr>
            <a:spLocks noGrp="1"/>
          </p:cNvSpPr>
          <p:nvPr>
            <p:ph type="title" hasCustomPrompt="1"/>
          </p:nvPr>
        </p:nvSpPr>
        <p:spPr>
          <a:xfrm>
            <a:off x="457200" y="304797"/>
            <a:ext cx="8229600" cy="758827"/>
          </a:xfrm>
          <a:prstGeom prst="rect">
            <a:avLst/>
          </a:prstGeom>
        </p:spPr>
        <p:txBody>
          <a:bodyPr anchor="b"/>
          <a:lstStyle>
            <a:lvl1pPr>
              <a:defRPr>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stStyle>
          <a:p>
            <a:r>
              <a:rPr lang="de-DE" dirty="0"/>
              <a:t>Titelmasterformat durch Klicken bearbeiten</a:t>
            </a:r>
          </a:p>
        </p:txBody>
      </p:sp>
      <p:sp>
        <p:nvSpPr>
          <p:cNvPr id="9" name="Inhaltsplatzhalter 2"/>
          <p:cNvSpPr>
            <a:spLocks noGrp="1"/>
          </p:cNvSpPr>
          <p:nvPr>
            <p:ph idx="1"/>
          </p:nvPr>
        </p:nvSpPr>
        <p:spPr>
          <a:xfrm>
            <a:off x="457200" y="4368811"/>
            <a:ext cx="8229600" cy="330196"/>
          </a:xfrm>
          <a:prstGeom prst="rect">
            <a:avLst/>
          </a:prstGeom>
        </p:spPr>
        <p:txBody>
          <a:bodyPr>
            <a:noAutofit/>
          </a:bodyPr>
          <a:lstStyle>
            <a:lvl1pPr marL="0" indent="0">
              <a:buClr>
                <a:srgbClr val="D8413E"/>
              </a:buClr>
              <a:buFont typeface="Symbol" charset="2"/>
              <a:buNone/>
              <a:defRPr sz="1000">
                <a:solidFill>
                  <a:schemeClr val="tx1">
                    <a:lumMod val="50000"/>
                    <a:lumOff val="50000"/>
                  </a:schemeClr>
                </a:solidFill>
              </a:defRPr>
            </a:lvl1pPr>
            <a:lvl2pPr marL="628650" indent="-171450">
              <a:buClr>
                <a:srgbClr val="D8413E"/>
              </a:buClr>
              <a:buFont typeface="Symbol" charset="2"/>
              <a:buChar char="-"/>
              <a:defRPr sz="1200"/>
            </a:lvl2pPr>
            <a:lvl3pPr marL="1085850" indent="-171450">
              <a:buClr>
                <a:srgbClr val="D8413E"/>
              </a:buClr>
              <a:buFont typeface="Symbol" charset="2"/>
              <a:buChar char="-"/>
              <a:defRPr sz="1200"/>
            </a:lvl3pPr>
            <a:lvl4pPr marL="1543050" indent="-171450">
              <a:buClr>
                <a:srgbClr val="D8413E"/>
              </a:buClr>
              <a:buFont typeface="Symbol" charset="2"/>
              <a:buChar char="-"/>
              <a:defRPr sz="1200"/>
            </a:lvl4pPr>
            <a:lvl5pPr marL="2000250" indent="-171450">
              <a:buClr>
                <a:srgbClr val="D8413E"/>
              </a:buClr>
              <a:buFont typeface="Symbol" charset="2"/>
              <a:buChar char="-"/>
              <a:defRPr sz="1200"/>
            </a:lvl5pPr>
          </a:lstStyle>
          <a:p>
            <a:pPr lvl="0"/>
            <a:r>
              <a:rPr lang="de-DE"/>
              <a:t>Formatvorlagen des Textmasters bearbeiten</a:t>
            </a:r>
          </a:p>
        </p:txBody>
      </p:sp>
      <p:sp>
        <p:nvSpPr>
          <p:cNvPr id="11" name="Tabellenplatzhalter 10"/>
          <p:cNvSpPr>
            <a:spLocks noGrp="1"/>
          </p:cNvSpPr>
          <p:nvPr>
            <p:ph type="tbl" sz="quarter" idx="16"/>
          </p:nvPr>
        </p:nvSpPr>
        <p:spPr>
          <a:xfrm>
            <a:off x="457200" y="1597677"/>
            <a:ext cx="8234363" cy="2692930"/>
          </a:xfrm>
          <a:prstGeom prst="rect">
            <a:avLst/>
          </a:prstGeom>
        </p:spPr>
        <p:txBody>
          <a:bodyPr>
            <a:noAutofit/>
          </a:bodyPr>
          <a:lstStyle>
            <a:lvl1pPr>
              <a:defRPr>
                <a:latin typeface="Arial Unicode MS" panose="020B0604020202020204" pitchFamily="34" charset="-128"/>
                <a:ea typeface="Arial Unicode MS" panose="020B0604020202020204" pitchFamily="34" charset="-128"/>
                <a:cs typeface="Arial Unicode MS" panose="020B0604020202020204" pitchFamily="34" charset="-128"/>
              </a:defRPr>
            </a:lvl1pPr>
          </a:lstStyle>
          <a:p>
            <a:pPr lvl="0"/>
            <a:r>
              <a:rPr lang="de-DE" noProof="0" dirty="0"/>
              <a:t>Tabelle durch Klicken auf Symbol hinzufügen</a:t>
            </a:r>
          </a:p>
        </p:txBody>
      </p:sp>
      <p:sp>
        <p:nvSpPr>
          <p:cNvPr id="12" name="Textplatzhalter 7"/>
          <p:cNvSpPr>
            <a:spLocks noGrp="1"/>
          </p:cNvSpPr>
          <p:nvPr>
            <p:ph type="body" sz="quarter" idx="13" hasCustomPrompt="1"/>
          </p:nvPr>
        </p:nvSpPr>
        <p:spPr>
          <a:xfrm>
            <a:off x="457200" y="1141828"/>
            <a:ext cx="8229600" cy="361852"/>
          </a:xfrm>
          <a:prstGeom prst="rect">
            <a:avLst/>
          </a:prstGeom>
        </p:spPr>
        <p:txBody>
          <a:bodyPr anchor="b">
            <a:noAutofit/>
          </a:bodyPr>
          <a:lstStyle>
            <a:lvl1pPr>
              <a:defRPr sz="14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stStyle>
          <a:p>
            <a:pPr lvl="0"/>
            <a:r>
              <a:rPr lang="de-DE" dirty="0"/>
              <a:t>Formatvorlagen des Textmasters bearbeiten</a:t>
            </a:r>
          </a:p>
        </p:txBody>
      </p:sp>
      <p:sp>
        <p:nvSpPr>
          <p:cNvPr id="10" name="Foliennummernplatzhalter 5"/>
          <p:cNvSpPr>
            <a:spLocks noGrp="1"/>
          </p:cNvSpPr>
          <p:nvPr>
            <p:ph type="sldNum" sz="quarter" idx="4"/>
          </p:nvPr>
        </p:nvSpPr>
        <p:spPr>
          <a:xfrm>
            <a:off x="7948613" y="4879075"/>
            <a:ext cx="742950" cy="204716"/>
          </a:xfrm>
          <a:prstGeom prst="rect">
            <a:avLst/>
          </a:prstGeom>
        </p:spPr>
        <p:txBody>
          <a:bodyPr lIns="0" tIns="0" rIns="0" bIns="0" anchor="t" anchorCtr="0"/>
          <a:lstStyle>
            <a:lvl1pPr marL="0" marR="0" indent="0" algn="r" defTabSz="457200" rtl="0" eaLnBrk="1" fontAlgn="base" latinLnBrk="0" hangingPunct="1">
              <a:lnSpc>
                <a:spcPct val="100000"/>
              </a:lnSpc>
              <a:spcBef>
                <a:spcPct val="0"/>
              </a:spcBef>
              <a:spcAft>
                <a:spcPct val="0"/>
              </a:spcAft>
              <a:buClrTx/>
              <a:buSzTx/>
              <a:buFontTx/>
              <a:buNone/>
              <a:tabLst/>
              <a:defRPr/>
            </a:lvl1pPr>
          </a:lstStyle>
          <a:p>
            <a:pPr>
              <a:defRPr/>
            </a:pPr>
            <a:fld id="{A0321171-B06E-4659-9CF5-7D6E520FDC11}" type="slidenum">
              <a:rPr lang="de-DE" altLang="de-DE" sz="1000" smtClean="0">
                <a:solidFill>
                  <a:srgbClr val="D8413E"/>
                </a:solidFill>
                <a:latin typeface="Arial" panose="020B0604020202020204" pitchFamily="34" charset="0"/>
                <a:cs typeface="Arial" panose="020B0604020202020204" pitchFamily="34" charset="0"/>
              </a:rPr>
              <a:pPr>
                <a:defRPr/>
              </a:pPr>
              <a:t>‹#›</a:t>
            </a:fld>
            <a:endParaRPr lang="de-DE" altLang="de-DE" sz="1000" dirty="0">
              <a:solidFill>
                <a:srgbClr val="D8413E"/>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17188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 Diagramm">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457200" y="304797"/>
            <a:ext cx="8229600" cy="758827"/>
          </a:xfrm>
          <a:prstGeom prst="rect">
            <a:avLst/>
          </a:prstGeom>
        </p:spPr>
        <p:txBody>
          <a:bodyPr anchor="b"/>
          <a:lstStyle>
            <a:lvl1pPr>
              <a:defRPr>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stStyle>
          <a:p>
            <a:r>
              <a:rPr lang="de-DE" dirty="0"/>
              <a:t>Titelmasterformat durch Klicken bearbeiten</a:t>
            </a:r>
          </a:p>
        </p:txBody>
      </p:sp>
      <p:sp>
        <p:nvSpPr>
          <p:cNvPr id="3" name="Inhaltsplatzhalter 2"/>
          <p:cNvSpPr>
            <a:spLocks noGrp="1"/>
          </p:cNvSpPr>
          <p:nvPr>
            <p:ph idx="1"/>
          </p:nvPr>
        </p:nvSpPr>
        <p:spPr>
          <a:xfrm>
            <a:off x="457200" y="4368811"/>
            <a:ext cx="8229600" cy="330196"/>
          </a:xfrm>
          <a:prstGeom prst="rect">
            <a:avLst/>
          </a:prstGeom>
        </p:spPr>
        <p:txBody>
          <a:bodyPr>
            <a:noAutofit/>
          </a:bodyPr>
          <a:lstStyle>
            <a:lvl1pPr marL="0" indent="0">
              <a:buClr>
                <a:srgbClr val="D8413E"/>
              </a:buClr>
              <a:buFont typeface="Symbol" charset="2"/>
              <a:buNone/>
              <a:defRPr sz="1000">
                <a:solidFill>
                  <a:schemeClr val="tx1">
                    <a:lumMod val="50000"/>
                    <a:lumOff val="50000"/>
                  </a:schemeClr>
                </a:solidFill>
              </a:defRPr>
            </a:lvl1pPr>
            <a:lvl2pPr marL="628650" indent="-171450">
              <a:buClr>
                <a:srgbClr val="D8413E"/>
              </a:buClr>
              <a:buFont typeface="Symbol" charset="2"/>
              <a:buChar char="-"/>
              <a:defRPr sz="1200"/>
            </a:lvl2pPr>
            <a:lvl3pPr marL="1085850" indent="-171450">
              <a:buClr>
                <a:srgbClr val="D8413E"/>
              </a:buClr>
              <a:buFont typeface="Symbol" charset="2"/>
              <a:buChar char="-"/>
              <a:defRPr sz="1200"/>
            </a:lvl3pPr>
            <a:lvl4pPr marL="1543050" indent="-171450">
              <a:buClr>
                <a:srgbClr val="D8413E"/>
              </a:buClr>
              <a:buFont typeface="Symbol" charset="2"/>
              <a:buChar char="-"/>
              <a:defRPr sz="1200"/>
            </a:lvl4pPr>
            <a:lvl5pPr marL="2000250" indent="-171450">
              <a:buClr>
                <a:srgbClr val="D8413E"/>
              </a:buClr>
              <a:buFont typeface="Symbol" charset="2"/>
              <a:buChar char="-"/>
              <a:defRPr sz="1200"/>
            </a:lvl5pPr>
          </a:lstStyle>
          <a:p>
            <a:pPr lvl="0"/>
            <a:r>
              <a:rPr lang="de-DE"/>
              <a:t>Formatvorlagen des Textmasters bearbeiten</a:t>
            </a:r>
          </a:p>
        </p:txBody>
      </p:sp>
      <p:sp>
        <p:nvSpPr>
          <p:cNvPr id="8" name="Diagrammplatzhalter 7"/>
          <p:cNvSpPr>
            <a:spLocks noGrp="1"/>
          </p:cNvSpPr>
          <p:nvPr>
            <p:ph type="chart" sz="quarter" idx="16"/>
          </p:nvPr>
        </p:nvSpPr>
        <p:spPr>
          <a:xfrm>
            <a:off x="457200" y="1229028"/>
            <a:ext cx="8229600" cy="3061228"/>
          </a:xfrm>
          <a:prstGeom prst="rect">
            <a:avLst/>
          </a:prstGeom>
        </p:spPr>
        <p:txBody>
          <a:bodyPr rtlCol="0">
            <a:normAutofit/>
          </a:bodyPr>
          <a:lstStyle>
            <a:lvl1pPr>
              <a:defRPr>
                <a:latin typeface="Arial Unicode MS" panose="020B0604020202020204" pitchFamily="34" charset="-128"/>
                <a:ea typeface="Arial Unicode MS" panose="020B0604020202020204" pitchFamily="34" charset="-128"/>
                <a:cs typeface="Arial Unicode MS" panose="020B0604020202020204" pitchFamily="34" charset="-128"/>
              </a:defRPr>
            </a:lvl1pPr>
          </a:lstStyle>
          <a:p>
            <a:pPr lvl="0"/>
            <a:r>
              <a:rPr lang="de-DE" noProof="0" dirty="0"/>
              <a:t>Diagramm durch Klicken auf Symbol hinzufügen</a:t>
            </a:r>
          </a:p>
        </p:txBody>
      </p:sp>
      <p:cxnSp>
        <p:nvCxnSpPr>
          <p:cNvPr id="16" name="Gerade Verbindung 10"/>
          <p:cNvCxnSpPr/>
          <p:nvPr userDrawn="1"/>
        </p:nvCxnSpPr>
        <p:spPr>
          <a:xfrm>
            <a:off x="457200" y="4713670"/>
            <a:ext cx="8229600" cy="0"/>
          </a:xfrm>
          <a:prstGeom prst="line">
            <a:avLst/>
          </a:prstGeom>
          <a:ln w="3175" cmpd="sng">
            <a:solidFill>
              <a:srgbClr val="D8413E"/>
            </a:solidFill>
          </a:ln>
          <a:effectLst/>
        </p:spPr>
        <p:style>
          <a:lnRef idx="2">
            <a:schemeClr val="accent1"/>
          </a:lnRef>
          <a:fillRef idx="0">
            <a:schemeClr val="accent1"/>
          </a:fillRef>
          <a:effectRef idx="1">
            <a:schemeClr val="accent1"/>
          </a:effectRef>
          <a:fontRef idx="minor">
            <a:schemeClr val="tx1"/>
          </a:fontRef>
        </p:style>
      </p:cxnSp>
      <p:sp>
        <p:nvSpPr>
          <p:cNvPr id="10" name="Foliennummernplatzhalter 5"/>
          <p:cNvSpPr>
            <a:spLocks noGrp="1"/>
          </p:cNvSpPr>
          <p:nvPr>
            <p:ph type="sldNum" sz="quarter" idx="4"/>
          </p:nvPr>
        </p:nvSpPr>
        <p:spPr>
          <a:xfrm>
            <a:off x="7948613" y="4879075"/>
            <a:ext cx="742950" cy="204716"/>
          </a:xfrm>
          <a:prstGeom prst="rect">
            <a:avLst/>
          </a:prstGeom>
        </p:spPr>
        <p:txBody>
          <a:bodyPr lIns="0" tIns="0" rIns="0" bIns="0" anchor="t" anchorCtr="0"/>
          <a:lstStyle>
            <a:lvl1pPr marL="0" marR="0" indent="0" algn="r" defTabSz="457200" rtl="0" eaLnBrk="1" fontAlgn="base" latinLnBrk="0" hangingPunct="1">
              <a:lnSpc>
                <a:spcPct val="100000"/>
              </a:lnSpc>
              <a:spcBef>
                <a:spcPct val="0"/>
              </a:spcBef>
              <a:spcAft>
                <a:spcPct val="0"/>
              </a:spcAft>
              <a:buClrTx/>
              <a:buSzTx/>
              <a:buFontTx/>
              <a:buNone/>
              <a:tabLst/>
              <a:defRPr/>
            </a:lvl1pPr>
          </a:lstStyle>
          <a:p>
            <a:pPr>
              <a:defRPr/>
            </a:pPr>
            <a:fld id="{D98C2DD5-50CB-445D-B765-8AD2D4C5531F}" type="slidenum">
              <a:rPr lang="de-DE" altLang="de-DE" sz="1000" smtClean="0">
                <a:solidFill>
                  <a:srgbClr val="D8413E"/>
                </a:solidFill>
                <a:latin typeface="Arial" panose="020B0604020202020204" pitchFamily="34" charset="0"/>
                <a:cs typeface="Arial" panose="020B0604020202020204" pitchFamily="34" charset="0"/>
              </a:rPr>
              <a:pPr>
                <a:defRPr/>
              </a:pPr>
              <a:t>‹#›</a:t>
            </a:fld>
            <a:endParaRPr lang="de-DE" altLang="de-DE" sz="1000" dirty="0">
              <a:solidFill>
                <a:srgbClr val="D8413E"/>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3530451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 Diagramme">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457200" y="304797"/>
            <a:ext cx="8229600" cy="758827"/>
          </a:xfrm>
          <a:prstGeom prst="rect">
            <a:avLst/>
          </a:prstGeom>
        </p:spPr>
        <p:txBody>
          <a:bodyPr anchor="b"/>
          <a:lstStyle>
            <a:lvl1pPr>
              <a:defRPr>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stStyle>
          <a:p>
            <a:r>
              <a:rPr lang="de-DE" dirty="0"/>
              <a:t>Titelmasterformat durch Klicken bearbeiten</a:t>
            </a:r>
          </a:p>
        </p:txBody>
      </p:sp>
      <p:sp>
        <p:nvSpPr>
          <p:cNvPr id="3" name="Inhaltsplatzhalter 2"/>
          <p:cNvSpPr>
            <a:spLocks noGrp="1"/>
          </p:cNvSpPr>
          <p:nvPr>
            <p:ph idx="1"/>
          </p:nvPr>
        </p:nvSpPr>
        <p:spPr>
          <a:xfrm>
            <a:off x="457200" y="4368811"/>
            <a:ext cx="3962400" cy="330196"/>
          </a:xfrm>
          <a:prstGeom prst="rect">
            <a:avLst/>
          </a:prstGeom>
        </p:spPr>
        <p:txBody>
          <a:bodyPr>
            <a:noAutofit/>
          </a:bodyPr>
          <a:lstStyle>
            <a:lvl1pPr marL="0" indent="0">
              <a:buClr>
                <a:srgbClr val="D8413E"/>
              </a:buClr>
              <a:buFont typeface="Symbol" charset="2"/>
              <a:buNone/>
              <a:defRPr sz="1000">
                <a:solidFill>
                  <a:schemeClr val="tx1">
                    <a:lumMod val="50000"/>
                    <a:lumOff val="50000"/>
                  </a:schemeClr>
                </a:solidFill>
              </a:defRPr>
            </a:lvl1pPr>
            <a:lvl2pPr marL="628650" indent="-171450">
              <a:buClr>
                <a:srgbClr val="D8413E"/>
              </a:buClr>
              <a:buFont typeface="Symbol" charset="2"/>
              <a:buChar char="-"/>
              <a:defRPr sz="1200"/>
            </a:lvl2pPr>
            <a:lvl3pPr marL="1085850" indent="-171450">
              <a:buClr>
                <a:srgbClr val="D8413E"/>
              </a:buClr>
              <a:buFont typeface="Symbol" charset="2"/>
              <a:buChar char="-"/>
              <a:defRPr sz="1200"/>
            </a:lvl3pPr>
            <a:lvl4pPr marL="1543050" indent="-171450">
              <a:buClr>
                <a:srgbClr val="D8413E"/>
              </a:buClr>
              <a:buFont typeface="Symbol" charset="2"/>
              <a:buChar char="-"/>
              <a:defRPr sz="1200"/>
            </a:lvl4pPr>
            <a:lvl5pPr marL="2000250" indent="-171450">
              <a:buClr>
                <a:srgbClr val="D8413E"/>
              </a:buClr>
              <a:buFont typeface="Symbol" charset="2"/>
              <a:buChar char="-"/>
              <a:defRPr sz="1200"/>
            </a:lvl5pPr>
          </a:lstStyle>
          <a:p>
            <a:pPr lvl="0"/>
            <a:r>
              <a:rPr lang="de-DE"/>
              <a:t>Formatvorlagen des Textmasters bearbeiten</a:t>
            </a:r>
          </a:p>
        </p:txBody>
      </p:sp>
      <p:sp>
        <p:nvSpPr>
          <p:cNvPr id="8" name="Diagrammplatzhalter 7"/>
          <p:cNvSpPr>
            <a:spLocks noGrp="1"/>
          </p:cNvSpPr>
          <p:nvPr>
            <p:ph type="chart" sz="quarter" idx="16"/>
          </p:nvPr>
        </p:nvSpPr>
        <p:spPr>
          <a:xfrm>
            <a:off x="457200" y="1181092"/>
            <a:ext cx="3962400" cy="3086108"/>
          </a:xfrm>
          <a:prstGeom prst="rect">
            <a:avLst/>
          </a:prstGeom>
        </p:spPr>
        <p:txBody>
          <a:bodyPr rtlCol="0">
            <a:normAutofit/>
          </a:bodyPr>
          <a:lstStyle>
            <a:lvl1pPr>
              <a:defRPr>
                <a:latin typeface="Arial Unicode MS" panose="020B0604020202020204" pitchFamily="34" charset="-128"/>
                <a:ea typeface="Arial Unicode MS" panose="020B0604020202020204" pitchFamily="34" charset="-128"/>
                <a:cs typeface="Arial Unicode MS" panose="020B0604020202020204" pitchFamily="34" charset="-128"/>
              </a:defRPr>
            </a:lvl1pPr>
          </a:lstStyle>
          <a:p>
            <a:pPr lvl="0"/>
            <a:r>
              <a:rPr lang="de-DE" noProof="0" dirty="0"/>
              <a:t>Diagramm durch Klicken auf Symbol hinzufügen</a:t>
            </a:r>
          </a:p>
        </p:txBody>
      </p:sp>
      <p:sp>
        <p:nvSpPr>
          <p:cNvPr id="13" name="Inhaltsplatzhalter 2"/>
          <p:cNvSpPr>
            <a:spLocks noGrp="1"/>
          </p:cNvSpPr>
          <p:nvPr>
            <p:ph idx="20"/>
          </p:nvPr>
        </p:nvSpPr>
        <p:spPr>
          <a:xfrm>
            <a:off x="4714875" y="4368811"/>
            <a:ext cx="3962400" cy="330196"/>
          </a:xfrm>
          <a:prstGeom prst="rect">
            <a:avLst/>
          </a:prstGeom>
        </p:spPr>
        <p:txBody>
          <a:bodyPr>
            <a:noAutofit/>
          </a:bodyPr>
          <a:lstStyle>
            <a:lvl1pPr marL="0" indent="0">
              <a:buClr>
                <a:srgbClr val="D8413E"/>
              </a:buClr>
              <a:buFont typeface="Symbol" charset="2"/>
              <a:buNone/>
              <a:defRPr sz="1000">
                <a:solidFill>
                  <a:schemeClr val="tx1">
                    <a:lumMod val="50000"/>
                    <a:lumOff val="50000"/>
                  </a:schemeClr>
                </a:solidFill>
              </a:defRPr>
            </a:lvl1pPr>
            <a:lvl2pPr marL="628650" indent="-171450">
              <a:buClr>
                <a:srgbClr val="D8413E"/>
              </a:buClr>
              <a:buFont typeface="Symbol" charset="2"/>
              <a:buChar char="-"/>
              <a:defRPr sz="1200"/>
            </a:lvl2pPr>
            <a:lvl3pPr marL="1085850" indent="-171450">
              <a:buClr>
                <a:srgbClr val="D8413E"/>
              </a:buClr>
              <a:buFont typeface="Symbol" charset="2"/>
              <a:buChar char="-"/>
              <a:defRPr sz="1200"/>
            </a:lvl3pPr>
            <a:lvl4pPr marL="1543050" indent="-171450">
              <a:buClr>
                <a:srgbClr val="D8413E"/>
              </a:buClr>
              <a:buFont typeface="Symbol" charset="2"/>
              <a:buChar char="-"/>
              <a:defRPr sz="1200"/>
            </a:lvl4pPr>
            <a:lvl5pPr marL="2000250" indent="-171450">
              <a:buClr>
                <a:srgbClr val="D8413E"/>
              </a:buClr>
              <a:buFont typeface="Symbol" charset="2"/>
              <a:buChar char="-"/>
              <a:defRPr sz="1200"/>
            </a:lvl5pPr>
          </a:lstStyle>
          <a:p>
            <a:pPr lvl="0"/>
            <a:r>
              <a:rPr lang="de-DE"/>
              <a:t>Formatvorlagen des Textmasters bearbeiten</a:t>
            </a:r>
          </a:p>
        </p:txBody>
      </p:sp>
      <p:sp>
        <p:nvSpPr>
          <p:cNvPr id="14" name="Diagrammplatzhalter 7"/>
          <p:cNvSpPr>
            <a:spLocks noGrp="1"/>
          </p:cNvSpPr>
          <p:nvPr>
            <p:ph type="chart" sz="quarter" idx="21"/>
          </p:nvPr>
        </p:nvSpPr>
        <p:spPr>
          <a:xfrm>
            <a:off x="4714875" y="1181092"/>
            <a:ext cx="3962400" cy="3086108"/>
          </a:xfrm>
          <a:prstGeom prst="rect">
            <a:avLst/>
          </a:prstGeom>
        </p:spPr>
        <p:txBody>
          <a:bodyPr rtlCol="0">
            <a:normAutofit/>
          </a:bodyPr>
          <a:lstStyle>
            <a:lvl1pPr>
              <a:defRPr sz="1200">
                <a:latin typeface="Arial Unicode MS" panose="020B0604020202020204" pitchFamily="34" charset="-128"/>
                <a:ea typeface="Arial Unicode MS" panose="020B0604020202020204" pitchFamily="34" charset="-128"/>
                <a:cs typeface="Arial Unicode MS" panose="020B0604020202020204" pitchFamily="34" charset="-128"/>
              </a:defRPr>
            </a:lvl1pPr>
          </a:lstStyle>
          <a:p>
            <a:pPr lvl="0"/>
            <a:r>
              <a:rPr lang="de-DE" noProof="0" dirty="0"/>
              <a:t>Diagramm durch Klicken auf Symbol hinzufügen</a:t>
            </a:r>
          </a:p>
        </p:txBody>
      </p:sp>
      <p:sp>
        <p:nvSpPr>
          <p:cNvPr id="10" name="Foliennummernplatzhalter 5"/>
          <p:cNvSpPr>
            <a:spLocks noGrp="1"/>
          </p:cNvSpPr>
          <p:nvPr>
            <p:ph type="sldNum" sz="quarter" idx="4"/>
          </p:nvPr>
        </p:nvSpPr>
        <p:spPr>
          <a:xfrm>
            <a:off x="7948613" y="4879075"/>
            <a:ext cx="742950" cy="204716"/>
          </a:xfrm>
          <a:prstGeom prst="rect">
            <a:avLst/>
          </a:prstGeom>
        </p:spPr>
        <p:txBody>
          <a:bodyPr lIns="0" tIns="0" rIns="0" bIns="0" anchor="t" anchorCtr="0"/>
          <a:lstStyle>
            <a:lvl1pPr marL="0" marR="0" indent="0" algn="r" defTabSz="457200" rtl="0" eaLnBrk="1" fontAlgn="base" latinLnBrk="0" hangingPunct="1">
              <a:lnSpc>
                <a:spcPct val="100000"/>
              </a:lnSpc>
              <a:spcBef>
                <a:spcPct val="0"/>
              </a:spcBef>
              <a:spcAft>
                <a:spcPct val="0"/>
              </a:spcAft>
              <a:buClrTx/>
              <a:buSzTx/>
              <a:buFontTx/>
              <a:buNone/>
              <a:tabLst/>
              <a:defRPr/>
            </a:lvl1pPr>
          </a:lstStyle>
          <a:p>
            <a:pPr>
              <a:defRPr/>
            </a:pPr>
            <a:fld id="{64035955-D4DF-4360-912A-517416A0AD74}" type="slidenum">
              <a:rPr lang="de-DE" altLang="de-DE" sz="1000" smtClean="0">
                <a:solidFill>
                  <a:srgbClr val="D8413E"/>
                </a:solidFill>
                <a:latin typeface="Arial" panose="020B0604020202020204" pitchFamily="34" charset="0"/>
                <a:cs typeface="Arial" panose="020B0604020202020204" pitchFamily="34" charset="0"/>
              </a:rPr>
              <a:pPr>
                <a:defRPr/>
              </a:pPr>
              <a:t>‹#›</a:t>
            </a:fld>
            <a:endParaRPr lang="de-DE" altLang="de-DE" sz="1000" dirty="0">
              <a:solidFill>
                <a:srgbClr val="D8413E"/>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3915935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Bild mit Text links">
    <p:spTree>
      <p:nvGrpSpPr>
        <p:cNvPr id="1" name=""/>
        <p:cNvGrpSpPr/>
        <p:nvPr/>
      </p:nvGrpSpPr>
      <p:grpSpPr>
        <a:xfrm>
          <a:off x="0" y="0"/>
          <a:ext cx="0" cy="0"/>
          <a:chOff x="0" y="0"/>
          <a:chExt cx="0" cy="0"/>
        </a:xfrm>
      </p:grpSpPr>
      <p:sp>
        <p:nvSpPr>
          <p:cNvPr id="13" name="Titel 1"/>
          <p:cNvSpPr>
            <a:spLocks noGrp="1"/>
          </p:cNvSpPr>
          <p:nvPr>
            <p:ph type="title" hasCustomPrompt="1"/>
          </p:nvPr>
        </p:nvSpPr>
        <p:spPr>
          <a:xfrm>
            <a:off x="457200" y="372533"/>
            <a:ext cx="2692400" cy="999067"/>
          </a:xfrm>
          <a:prstGeom prst="rect">
            <a:avLst/>
          </a:prstGeom>
        </p:spPr>
        <p:txBody>
          <a:bodyPr anchor="b"/>
          <a:lstStyle>
            <a:lvl1pPr algn="l">
              <a:defRPr>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stStyle>
          <a:p>
            <a:r>
              <a:rPr lang="de-DE" dirty="0"/>
              <a:t>Titelmasterformat durch Klicken bearbeiten</a:t>
            </a:r>
          </a:p>
        </p:txBody>
      </p:sp>
      <p:sp>
        <p:nvSpPr>
          <p:cNvPr id="14" name="Inhaltsplatzhalter 2"/>
          <p:cNvSpPr>
            <a:spLocks noGrp="1"/>
          </p:cNvSpPr>
          <p:nvPr>
            <p:ph idx="1" hasCustomPrompt="1"/>
          </p:nvPr>
        </p:nvSpPr>
        <p:spPr>
          <a:xfrm>
            <a:off x="457200" y="1503680"/>
            <a:ext cx="2692400" cy="3195327"/>
          </a:xfrm>
          <a:prstGeom prst="rect">
            <a:avLst/>
          </a:prstGeom>
        </p:spPr>
        <p:txBody>
          <a:bodyPr>
            <a:noAutofit/>
          </a:bodyPr>
          <a:lstStyle>
            <a:lvl1pPr marL="171450" indent="-171450">
              <a:buClr>
                <a:srgbClr val="D8413E"/>
              </a:buClr>
              <a:buFont typeface="Symbol" charset="2"/>
              <a:buChar char="-"/>
              <a:defRPr sz="18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marL="628650" indent="-171450">
              <a:buClr>
                <a:srgbClr val="D8413E"/>
              </a:buClr>
              <a:buFont typeface="Symbol" charset="2"/>
              <a:buChar char="-"/>
              <a:defRPr sz="16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2pPr>
            <a:lvl3pPr marL="1085850" indent="-171450">
              <a:buClr>
                <a:srgbClr val="D8413E"/>
              </a:buClr>
              <a:buFont typeface="Symbol" charset="2"/>
              <a:buChar char="-"/>
              <a:defRPr sz="14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3pPr>
            <a:lvl4pPr marL="1543050" indent="-171450">
              <a:buClr>
                <a:srgbClr val="D8413E"/>
              </a:buClr>
              <a:buFont typeface="Symbol" charset="2"/>
              <a:buChar char="-"/>
              <a:defRPr sz="14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4pPr>
            <a:lvl5pPr marL="2000250" indent="-171450">
              <a:buClr>
                <a:srgbClr val="D8413E"/>
              </a:buClr>
              <a:buFont typeface="Symbol" charset="2"/>
              <a:buChar char="-"/>
              <a:defRPr sz="14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5p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9" name="Bildplatzhalter 18"/>
          <p:cNvSpPr>
            <a:spLocks noGrp="1"/>
          </p:cNvSpPr>
          <p:nvPr>
            <p:ph type="pic" sz="quarter" idx="16"/>
          </p:nvPr>
        </p:nvSpPr>
        <p:spPr>
          <a:xfrm>
            <a:off x="3352800" y="762000"/>
            <a:ext cx="5791200" cy="3489344"/>
          </a:xfrm>
          <a:prstGeom prst="rect">
            <a:avLst/>
          </a:prstGeom>
        </p:spPr>
        <p:txBody>
          <a:bodyPr rtlCol="0">
            <a:normAutofit/>
          </a:bodyPr>
          <a:lstStyle>
            <a:lvl1pPr>
              <a:defRPr>
                <a:latin typeface="Arial Unicode MS" panose="020B0604020202020204" pitchFamily="34" charset="-128"/>
                <a:ea typeface="Arial Unicode MS" panose="020B0604020202020204" pitchFamily="34" charset="-128"/>
                <a:cs typeface="Arial Unicode MS" panose="020B0604020202020204" pitchFamily="34" charset="-128"/>
              </a:defRPr>
            </a:lvl1pPr>
          </a:lstStyle>
          <a:p>
            <a:pPr lvl="0"/>
            <a:r>
              <a:rPr lang="de-DE" noProof="0" dirty="0"/>
              <a:t>Bild durch Klicken auf Symbol hinzufügen</a:t>
            </a:r>
          </a:p>
        </p:txBody>
      </p:sp>
      <p:sp>
        <p:nvSpPr>
          <p:cNvPr id="10" name="Inhaltsplatzhalter 2"/>
          <p:cNvSpPr>
            <a:spLocks noGrp="1"/>
          </p:cNvSpPr>
          <p:nvPr>
            <p:ph idx="19"/>
          </p:nvPr>
        </p:nvSpPr>
        <p:spPr>
          <a:xfrm>
            <a:off x="3352800" y="4368811"/>
            <a:ext cx="5334000" cy="330196"/>
          </a:xfrm>
          <a:prstGeom prst="rect">
            <a:avLst/>
          </a:prstGeom>
        </p:spPr>
        <p:txBody>
          <a:bodyPr lIns="0" rIns="0">
            <a:noAutofit/>
          </a:bodyPr>
          <a:lstStyle>
            <a:lvl1pPr marL="0" indent="0">
              <a:buClr>
                <a:srgbClr val="D8413E"/>
              </a:buClr>
              <a:buFont typeface="Symbol" charset="2"/>
              <a:buNone/>
              <a:defRPr sz="1000">
                <a:solidFill>
                  <a:schemeClr val="tx1">
                    <a:lumMod val="50000"/>
                    <a:lumOff val="50000"/>
                  </a:schemeClr>
                </a:solidFill>
              </a:defRPr>
            </a:lvl1pPr>
            <a:lvl2pPr marL="628650" indent="-171450">
              <a:buClr>
                <a:srgbClr val="D8413E"/>
              </a:buClr>
              <a:buFont typeface="Symbol" charset="2"/>
              <a:buChar char="-"/>
              <a:defRPr sz="1200"/>
            </a:lvl2pPr>
            <a:lvl3pPr marL="1085850" indent="-171450">
              <a:buClr>
                <a:srgbClr val="D8413E"/>
              </a:buClr>
              <a:buFont typeface="Symbol" charset="2"/>
              <a:buChar char="-"/>
              <a:defRPr sz="1200"/>
            </a:lvl3pPr>
            <a:lvl4pPr marL="1543050" indent="-171450">
              <a:buClr>
                <a:srgbClr val="D8413E"/>
              </a:buClr>
              <a:buFont typeface="Symbol" charset="2"/>
              <a:buChar char="-"/>
              <a:defRPr sz="1200"/>
            </a:lvl4pPr>
            <a:lvl5pPr marL="2000250" indent="-171450">
              <a:buClr>
                <a:srgbClr val="D8413E"/>
              </a:buClr>
              <a:buFont typeface="Symbol" charset="2"/>
              <a:buChar char="-"/>
              <a:defRPr sz="1200"/>
            </a:lvl5pPr>
          </a:lstStyle>
          <a:p>
            <a:pPr lvl="0"/>
            <a:r>
              <a:rPr lang="de-DE"/>
              <a:t>Formatvorlagen des Textmasters bearbeiten</a:t>
            </a:r>
          </a:p>
        </p:txBody>
      </p:sp>
      <p:sp>
        <p:nvSpPr>
          <p:cNvPr id="9" name="Foliennummernplatzhalter 5"/>
          <p:cNvSpPr>
            <a:spLocks noGrp="1"/>
          </p:cNvSpPr>
          <p:nvPr>
            <p:ph type="sldNum" sz="quarter" idx="4"/>
          </p:nvPr>
        </p:nvSpPr>
        <p:spPr>
          <a:xfrm>
            <a:off x="7948613" y="4879075"/>
            <a:ext cx="742950" cy="204716"/>
          </a:xfrm>
          <a:prstGeom prst="rect">
            <a:avLst/>
          </a:prstGeom>
        </p:spPr>
        <p:txBody>
          <a:bodyPr lIns="0" tIns="0" rIns="0" bIns="0" anchor="t" anchorCtr="0"/>
          <a:lstStyle>
            <a:lvl1pPr marL="0" marR="0" indent="0" algn="r" defTabSz="457200" rtl="0" eaLnBrk="1" fontAlgn="base" latinLnBrk="0" hangingPunct="1">
              <a:lnSpc>
                <a:spcPct val="100000"/>
              </a:lnSpc>
              <a:spcBef>
                <a:spcPct val="0"/>
              </a:spcBef>
              <a:spcAft>
                <a:spcPct val="0"/>
              </a:spcAft>
              <a:buClrTx/>
              <a:buSzTx/>
              <a:buFontTx/>
              <a:buNone/>
              <a:tabLst/>
              <a:defRPr/>
            </a:lvl1pPr>
          </a:lstStyle>
          <a:p>
            <a:pPr>
              <a:defRPr/>
            </a:pPr>
            <a:fld id="{01A9B2D6-5EFE-4937-AE57-083B7F8CA155}" type="slidenum">
              <a:rPr lang="de-DE" altLang="de-DE" sz="1000" smtClean="0">
                <a:solidFill>
                  <a:srgbClr val="D8413E"/>
                </a:solidFill>
                <a:latin typeface="Arial" panose="020B0604020202020204" pitchFamily="34" charset="0"/>
                <a:cs typeface="Arial" panose="020B0604020202020204" pitchFamily="34" charset="0"/>
              </a:rPr>
              <a:pPr>
                <a:defRPr/>
              </a:pPr>
              <a:t>‹#›</a:t>
            </a:fld>
            <a:endParaRPr lang="de-DE" altLang="de-DE" sz="1000" dirty="0">
              <a:solidFill>
                <a:srgbClr val="D8413E"/>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6118095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cSld name="1_Titel und Inhalt mit Untertitel">
    <p:spTree>
      <p:nvGrpSpPr>
        <p:cNvPr id="1" name=""/>
        <p:cNvGrpSpPr/>
        <p:nvPr/>
      </p:nvGrpSpPr>
      <p:grpSpPr>
        <a:xfrm>
          <a:off x="0" y="0"/>
          <a:ext cx="0" cy="0"/>
          <a:chOff x="0" y="0"/>
          <a:chExt cx="0" cy="0"/>
        </a:xfrm>
      </p:grpSpPr>
      <p:sp>
        <p:nvSpPr>
          <p:cNvPr id="2" name="PlaceHolder 1"/>
          <p:cNvSpPr>
            <a:spLocks noGrp="1"/>
          </p:cNvSpPr>
          <p:nvPr>
            <p:ph type="sldNum" idx="9"/>
          </p:nvPr>
        </p:nvSpPr>
        <p:spPr/>
        <p:txBody>
          <a:bodyPr/>
          <a:lstStyle/>
          <a:p>
            <a:fld id="{BD748327-15BA-4821-BAB4-07C21714FF3F}" type="slidenum">
              <a:t>‹#›</a:t>
            </a:fld>
            <a:endParaRPr/>
          </a:p>
        </p:txBody>
      </p:sp>
    </p:spTree>
    <p:extLst>
      <p:ext uri="{BB962C8B-B14F-4D97-AF65-F5344CB8AC3E}">
        <p14:creationId xmlns:p14="http://schemas.microsoft.com/office/powerpoint/2010/main" val="389115182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4.xml"/><Relationship Id="rId3" Type="http://schemas.openxmlformats.org/officeDocument/2006/relationships/slideLayout" Target="../slideLayouts/slideLayout9.xml"/><Relationship Id="rId7" Type="http://schemas.openxmlformats.org/officeDocument/2006/relationships/slideLayout" Target="../slideLayouts/slideLayout13.xml"/><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slideLayout" Target="../slideLayouts/slideLayout12.xml"/><Relationship Id="rId11" Type="http://schemas.openxmlformats.org/officeDocument/2006/relationships/image" Target="../media/image3.png"/><Relationship Id="rId5" Type="http://schemas.openxmlformats.org/officeDocument/2006/relationships/slideLayout" Target="../slideLayouts/slideLayout11.xml"/><Relationship Id="rId10" Type="http://schemas.openxmlformats.org/officeDocument/2006/relationships/theme" Target="../theme/theme2.xml"/><Relationship Id="rId4" Type="http://schemas.openxmlformats.org/officeDocument/2006/relationships/slideLayout" Target="../slideLayouts/slideLayout10.xml"/><Relationship Id="rId9" Type="http://schemas.openxmlformats.org/officeDocument/2006/relationships/slideLayout" Target="../slideLayouts/slideLayout15.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auto">
      <p:bgPr>
        <a:solidFill>
          <a:schemeClr val="bg1"/>
        </a:solidFill>
        <a:effectLst/>
      </p:bgPr>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457200" y="206375"/>
            <a:ext cx="8229600" cy="857250"/>
          </a:xfrm>
          <a:prstGeom prst="rect">
            <a:avLst/>
          </a:prstGeom>
        </p:spPr>
        <p:txBody>
          <a:bodyPr vert="horz" lIns="91440" tIns="45720" rIns="91440" bIns="45720" rtlCol="0" anchor="ctr">
            <a:noAutofit/>
          </a:bodyPr>
          <a:lstStyle/>
          <a:p>
            <a:r>
              <a:rPr lang="de-DE" dirty="0"/>
              <a:t>Mastertitelformat bearbeiten</a:t>
            </a:r>
          </a:p>
        </p:txBody>
      </p:sp>
      <p:sp>
        <p:nvSpPr>
          <p:cNvPr id="1027" name="Textplatzhalter 2"/>
          <p:cNvSpPr>
            <a:spLocks noGrp="1"/>
          </p:cNvSpPr>
          <p:nvPr>
            <p:ph type="body" idx="1"/>
          </p:nvPr>
        </p:nvSpPr>
        <p:spPr bwMode="auto">
          <a:xfrm>
            <a:off x="457200" y="1063625"/>
            <a:ext cx="8229600" cy="3530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de-DE" altLang="de-DE" dirty="0"/>
              <a:t>SUBHEADLINE</a:t>
            </a:r>
          </a:p>
        </p:txBody>
      </p:sp>
    </p:spTree>
  </p:cSld>
  <p:clrMap bg1="lt1" tx1="dk1" bg2="lt2" tx2="dk2" accent1="accent1" accent2="accent2" accent3="accent3" accent4="accent4" accent5="accent5" accent6="accent6" hlink="hlink" folHlink="folHlink"/>
  <p:sldLayoutIdLst>
    <p:sldLayoutId id="2147483867" r:id="rId1"/>
    <p:sldLayoutId id="2147483884" r:id="rId2"/>
    <p:sldLayoutId id="2147483885" r:id="rId3"/>
    <p:sldLayoutId id="2147483870" r:id="rId4"/>
    <p:sldLayoutId id="2147483877" r:id="rId5"/>
    <p:sldLayoutId id="2147483879" r:id="rId6"/>
  </p:sldLayoutIdLst>
  <p:hf hdr="0" ftr="0" dt="0"/>
  <p:txStyles>
    <p:titleStyle>
      <a:lvl1pPr algn="l" defTabSz="457200" rtl="0" eaLnBrk="1" fontAlgn="base" hangingPunct="1">
        <a:spcBef>
          <a:spcPct val="0"/>
        </a:spcBef>
        <a:spcAft>
          <a:spcPct val="0"/>
        </a:spcAft>
        <a:defRPr sz="2000" b="1" kern="1200" cap="all">
          <a:solidFill>
            <a:srgbClr val="262A3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p:titleStyle>
    <p:bodyStyle>
      <a:lvl1pPr marL="342900" indent="-342900" algn="l" defTabSz="457200" rtl="0" eaLnBrk="1" fontAlgn="base" hangingPunct="1">
        <a:spcBef>
          <a:spcPct val="20000"/>
        </a:spcBef>
        <a:spcAft>
          <a:spcPct val="0"/>
        </a:spcAft>
        <a:buFont typeface="Symbol" panose="05050102010706020507" pitchFamily="18" charset="2"/>
        <a:defRPr sz="1200" kern="1200">
          <a:solidFill>
            <a:srgbClr val="262A3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marL="457200" algn="l" defTabSz="457200" rtl="0" eaLnBrk="1" fontAlgn="base" hangingPunct="1">
        <a:spcBef>
          <a:spcPct val="20000"/>
        </a:spcBef>
        <a:spcAft>
          <a:spcPct val="0"/>
        </a:spcAft>
        <a:buFont typeface="Arial" panose="020B0604020202020204" pitchFamily="34" charset="0"/>
        <a:defRPr kern="1200">
          <a:solidFill>
            <a:schemeClr val="tx1"/>
          </a:solidFill>
          <a:latin typeface="Arial"/>
          <a:ea typeface="MS PGothic" panose="020B0600070205080204" pitchFamily="34" charset="-128"/>
          <a:cs typeface="Arial"/>
        </a:defRPr>
      </a:lvl2pPr>
      <a:lvl3pPr marL="914400" algn="l" defTabSz="457200" rtl="0" eaLnBrk="1" fontAlgn="base" hangingPunct="1">
        <a:spcBef>
          <a:spcPct val="20000"/>
        </a:spcBef>
        <a:spcAft>
          <a:spcPct val="0"/>
        </a:spcAft>
        <a:buFont typeface="Arial" panose="020B0604020202020204" pitchFamily="34" charset="0"/>
        <a:defRPr sz="1200" kern="1200">
          <a:solidFill>
            <a:schemeClr val="tx1"/>
          </a:solidFill>
          <a:latin typeface="Arial"/>
          <a:ea typeface="MS PGothic" panose="020B0600070205080204" pitchFamily="34" charset="-128"/>
          <a:cs typeface="Arial"/>
        </a:defRPr>
      </a:lvl3pPr>
      <a:lvl4pPr marL="1371600" algn="l" defTabSz="457200" rtl="0" eaLnBrk="1" fontAlgn="base" hangingPunct="1">
        <a:spcBef>
          <a:spcPct val="20000"/>
        </a:spcBef>
        <a:spcAft>
          <a:spcPct val="0"/>
        </a:spcAft>
        <a:buFont typeface="Arial" panose="020B0604020202020204" pitchFamily="34" charset="0"/>
        <a:defRPr sz="1200" kern="1200">
          <a:solidFill>
            <a:schemeClr val="tx1"/>
          </a:solidFill>
          <a:latin typeface="Arial"/>
          <a:ea typeface="MS PGothic" panose="020B0600070205080204" pitchFamily="34" charset="-128"/>
          <a:cs typeface="Arial"/>
        </a:defRPr>
      </a:lvl4pPr>
      <a:lvl5pPr marL="1828800" algn="l" defTabSz="457200" rtl="0" eaLnBrk="1" fontAlgn="base" hangingPunct="1">
        <a:spcBef>
          <a:spcPct val="20000"/>
        </a:spcBef>
        <a:spcAft>
          <a:spcPct val="0"/>
        </a:spcAft>
        <a:buFont typeface="Arial" panose="020B0604020202020204" pitchFamily="34" charset="0"/>
        <a:defRPr sz="1200" kern="1200">
          <a:solidFill>
            <a:schemeClr val="tx1"/>
          </a:solidFill>
          <a:latin typeface="Arial"/>
          <a:ea typeface="MS PGothic" panose="020B0600070205080204" pitchFamily="34" charset="-128"/>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de-DE"/>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bwMode="auto">
      <p:bgPr>
        <a:solidFill>
          <a:schemeClr val="bg1"/>
        </a:solidFill>
        <a:effectLst/>
      </p:bgPr>
    </p:bg>
    <p:spTree>
      <p:nvGrpSpPr>
        <p:cNvPr id="1" name=""/>
        <p:cNvGrpSpPr/>
        <p:nvPr/>
      </p:nvGrpSpPr>
      <p:grpSpPr>
        <a:xfrm>
          <a:off x="0" y="0"/>
          <a:ext cx="0" cy="0"/>
          <a:chOff x="0" y="0"/>
          <a:chExt cx="0" cy="0"/>
        </a:xfrm>
      </p:grpSpPr>
      <p:cxnSp>
        <p:nvCxnSpPr>
          <p:cNvPr id="4" name="Gerade Verbindung 9"/>
          <p:cNvCxnSpPr/>
          <p:nvPr userDrawn="1"/>
        </p:nvCxnSpPr>
        <p:spPr>
          <a:xfrm>
            <a:off x="0" y="155575"/>
            <a:ext cx="457200" cy="0"/>
          </a:xfrm>
          <a:prstGeom prst="line">
            <a:avLst/>
          </a:prstGeom>
          <a:ln w="3175" cmpd="sng">
            <a:solidFill>
              <a:srgbClr val="262A31"/>
            </a:solidFill>
          </a:ln>
          <a:effectLst/>
        </p:spPr>
        <p:style>
          <a:lnRef idx="2">
            <a:schemeClr val="accent1"/>
          </a:lnRef>
          <a:fillRef idx="0">
            <a:schemeClr val="accent1"/>
          </a:fillRef>
          <a:effectRef idx="1">
            <a:schemeClr val="accent1"/>
          </a:effectRef>
          <a:fontRef idx="minor">
            <a:schemeClr val="tx1"/>
          </a:fontRef>
        </p:style>
      </p:cxnSp>
      <p:pic>
        <p:nvPicPr>
          <p:cNvPr id="6" name="Grafik 5"/>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457200" y="4769366"/>
            <a:ext cx="547323" cy="324000"/>
          </a:xfrm>
          <a:prstGeom prst="rect">
            <a:avLst/>
          </a:prstGeom>
        </p:spPr>
      </p:pic>
      <p:sp>
        <p:nvSpPr>
          <p:cNvPr id="8" name="Textfeld 7"/>
          <p:cNvSpPr txBox="1"/>
          <p:nvPr userDrawn="1"/>
        </p:nvSpPr>
        <p:spPr>
          <a:xfrm>
            <a:off x="457200" y="22671"/>
            <a:ext cx="7001933" cy="276999"/>
          </a:xfrm>
          <a:prstGeom prst="rect">
            <a:avLst/>
          </a:prstGeom>
          <a:noFill/>
        </p:spPr>
        <p:txBody>
          <a:bodyPr wrap="square" rtlCol="0">
            <a:spAutoFit/>
          </a:bodyPr>
          <a:lstStyle/>
          <a:p>
            <a:r>
              <a:rPr lang="de-DE" sz="1200" b="1" dirty="0">
                <a:latin typeface="Arial Unicode MS" panose="020B0604020202020204" pitchFamily="34" charset="-128"/>
                <a:ea typeface="Arial Unicode MS" panose="020B0604020202020204" pitchFamily="34" charset="-128"/>
                <a:cs typeface="Arial Unicode MS" panose="020B0604020202020204" pitchFamily="34" charset="-128"/>
              </a:rPr>
              <a:t>Titel der Präsentation</a:t>
            </a:r>
            <a:r>
              <a:rPr lang="de-DE" sz="1200" b="1" baseline="0" dirty="0">
                <a:latin typeface="Arial Unicode MS" panose="020B0604020202020204" pitchFamily="34" charset="-128"/>
                <a:ea typeface="Arial Unicode MS" panose="020B0604020202020204" pitchFamily="34" charset="-128"/>
                <a:cs typeface="Arial Unicode MS" panose="020B0604020202020204" pitchFamily="34" charset="-128"/>
              </a:rPr>
              <a:t> </a:t>
            </a:r>
            <a:r>
              <a:rPr lang="de-DE" sz="1200" dirty="0">
                <a:latin typeface="Arial Unicode MS" panose="020B0604020202020204" pitchFamily="34" charset="-128"/>
                <a:ea typeface="Arial Unicode MS" panose="020B0604020202020204" pitchFamily="34" charset="-128"/>
                <a:cs typeface="Arial Unicode MS" panose="020B0604020202020204" pitchFamily="34" charset="-128"/>
              </a:rPr>
              <a:t>| Untertitel</a:t>
            </a:r>
          </a:p>
        </p:txBody>
      </p:sp>
      <p:cxnSp>
        <p:nvCxnSpPr>
          <p:cNvPr id="9" name="Gerade Verbindung 10"/>
          <p:cNvCxnSpPr/>
          <p:nvPr userDrawn="1"/>
        </p:nvCxnSpPr>
        <p:spPr>
          <a:xfrm>
            <a:off x="457200" y="4713670"/>
            <a:ext cx="8229600" cy="0"/>
          </a:xfrm>
          <a:prstGeom prst="line">
            <a:avLst/>
          </a:prstGeom>
          <a:ln w="3175" cmpd="sng">
            <a:solidFill>
              <a:srgbClr val="D8413E"/>
            </a:solidFill>
          </a:ln>
          <a:effectLst/>
        </p:spPr>
        <p:style>
          <a:lnRef idx="2">
            <a:schemeClr val="accent1"/>
          </a:lnRef>
          <a:fillRef idx="0">
            <a:schemeClr val="accent1"/>
          </a:fillRef>
          <a:effectRef idx="1">
            <a:schemeClr val="accent1"/>
          </a:effectRef>
          <a:fontRef idx="minor">
            <a:schemeClr val="tx1"/>
          </a:fontRef>
        </p:style>
      </p:cxnSp>
      <p:sp>
        <p:nvSpPr>
          <p:cNvPr id="2" name="Textfeld 1"/>
          <p:cNvSpPr txBox="1"/>
          <p:nvPr userDrawn="1"/>
        </p:nvSpPr>
        <p:spPr>
          <a:xfrm>
            <a:off x="1154545" y="4837382"/>
            <a:ext cx="6785496" cy="230832"/>
          </a:xfrm>
          <a:prstGeom prst="rect">
            <a:avLst/>
          </a:prstGeom>
          <a:noFill/>
        </p:spPr>
        <p:txBody>
          <a:bodyPr wrap="square" rtlCol="0">
            <a:spAutoFit/>
          </a:bodyPr>
          <a:lstStyle/>
          <a:p>
            <a:pPr algn="l"/>
            <a:r>
              <a:rPr lang="de-DE" sz="900" dirty="0">
                <a:solidFill>
                  <a:schemeClr val="accent4"/>
                </a:solidFill>
                <a:latin typeface="Arial" panose="020B0604020202020204" pitchFamily="34" charset="0"/>
                <a:cs typeface="Arial" panose="020B0604020202020204" pitchFamily="34" charset="0"/>
              </a:rPr>
              <a:t>Einrichtungsname</a:t>
            </a:r>
          </a:p>
        </p:txBody>
      </p:sp>
    </p:spTree>
    <p:extLst>
      <p:ext uri="{BB962C8B-B14F-4D97-AF65-F5344CB8AC3E}">
        <p14:creationId xmlns:p14="http://schemas.microsoft.com/office/powerpoint/2010/main" val="3392803545"/>
      </p:ext>
    </p:extLst>
  </p:cSld>
  <p:clrMap bg1="lt1" tx1="dk1" bg2="lt2" tx2="dk2" accent1="accent1" accent2="accent2" accent3="accent3" accent4="accent4" accent5="accent5" accent6="accent6" hlink="hlink" folHlink="folHlink"/>
  <p:sldLayoutIdLst>
    <p:sldLayoutId id="2147483871" r:id="rId1"/>
    <p:sldLayoutId id="2147483882" r:id="rId2"/>
    <p:sldLayoutId id="2147483872" r:id="rId3"/>
    <p:sldLayoutId id="2147483873" r:id="rId4"/>
    <p:sldLayoutId id="2147483874" r:id="rId5"/>
    <p:sldLayoutId id="2147483875" r:id="rId6"/>
    <p:sldLayoutId id="2147483876" r:id="rId7"/>
    <p:sldLayoutId id="2147483878" r:id="rId8"/>
    <p:sldLayoutId id="2147483886" r:id="rId9"/>
  </p:sldLayoutIdLst>
  <p:hf hdr="0" ftr="0" dt="0"/>
  <p:txStyles>
    <p:titleStyle>
      <a:lvl1pPr algn="l" defTabSz="457200" rtl="0" eaLnBrk="1" fontAlgn="base" hangingPunct="1">
        <a:spcBef>
          <a:spcPct val="0"/>
        </a:spcBef>
        <a:spcAft>
          <a:spcPct val="0"/>
        </a:spcAft>
        <a:defRPr sz="2000" b="1" kern="1200" cap="all">
          <a:solidFill>
            <a:srgbClr val="262A31"/>
          </a:solidFill>
          <a:latin typeface="Arial"/>
          <a:ea typeface="MS PGothic" panose="020B0600070205080204" pitchFamily="34" charset="-128"/>
          <a:cs typeface="Arial"/>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p:titleStyle>
    <p:bodyStyle>
      <a:lvl1pPr marL="342900" indent="-342900" algn="l" defTabSz="457200" rtl="0" eaLnBrk="1" fontAlgn="base" hangingPunct="1">
        <a:spcBef>
          <a:spcPct val="20000"/>
        </a:spcBef>
        <a:spcAft>
          <a:spcPct val="0"/>
        </a:spcAft>
        <a:buFont typeface="Symbol" panose="05050102010706020507" pitchFamily="18" charset="2"/>
        <a:defRPr sz="1200" kern="1200">
          <a:solidFill>
            <a:srgbClr val="262A31"/>
          </a:solidFill>
          <a:latin typeface="Arial"/>
          <a:ea typeface="MS PGothic" panose="020B0600070205080204" pitchFamily="34" charset="-128"/>
          <a:cs typeface="Arial"/>
        </a:defRPr>
      </a:lvl1pPr>
      <a:lvl2pPr marL="457200" algn="l" defTabSz="457200" rtl="0" eaLnBrk="1" fontAlgn="base" hangingPunct="1">
        <a:spcBef>
          <a:spcPct val="20000"/>
        </a:spcBef>
        <a:spcAft>
          <a:spcPct val="0"/>
        </a:spcAft>
        <a:buFont typeface="Arial" panose="020B0604020202020204" pitchFamily="34" charset="0"/>
        <a:defRPr kern="1200">
          <a:solidFill>
            <a:schemeClr val="tx1"/>
          </a:solidFill>
          <a:latin typeface="Arial"/>
          <a:ea typeface="MS PGothic" panose="020B0600070205080204" pitchFamily="34" charset="-128"/>
          <a:cs typeface="Arial"/>
        </a:defRPr>
      </a:lvl2pPr>
      <a:lvl3pPr marL="914400" algn="l" defTabSz="457200" rtl="0" eaLnBrk="1" fontAlgn="base" hangingPunct="1">
        <a:spcBef>
          <a:spcPct val="20000"/>
        </a:spcBef>
        <a:spcAft>
          <a:spcPct val="0"/>
        </a:spcAft>
        <a:buFont typeface="Arial" panose="020B0604020202020204" pitchFamily="34" charset="0"/>
        <a:defRPr sz="1200" kern="1200">
          <a:solidFill>
            <a:schemeClr val="tx1"/>
          </a:solidFill>
          <a:latin typeface="Arial"/>
          <a:ea typeface="MS PGothic" panose="020B0600070205080204" pitchFamily="34" charset="-128"/>
          <a:cs typeface="Arial"/>
        </a:defRPr>
      </a:lvl3pPr>
      <a:lvl4pPr marL="1371600" algn="l" defTabSz="457200" rtl="0" eaLnBrk="1" fontAlgn="base" hangingPunct="1">
        <a:spcBef>
          <a:spcPct val="20000"/>
        </a:spcBef>
        <a:spcAft>
          <a:spcPct val="0"/>
        </a:spcAft>
        <a:buFont typeface="Arial" panose="020B0604020202020204" pitchFamily="34" charset="0"/>
        <a:defRPr sz="1200" kern="1200">
          <a:solidFill>
            <a:schemeClr val="tx1"/>
          </a:solidFill>
          <a:latin typeface="Arial"/>
          <a:ea typeface="MS PGothic" panose="020B0600070205080204" pitchFamily="34" charset="-128"/>
          <a:cs typeface="Arial"/>
        </a:defRPr>
      </a:lvl4pPr>
      <a:lvl5pPr marL="1828800" algn="l" defTabSz="457200" rtl="0" eaLnBrk="1" fontAlgn="base" hangingPunct="1">
        <a:spcBef>
          <a:spcPct val="20000"/>
        </a:spcBef>
        <a:spcAft>
          <a:spcPct val="0"/>
        </a:spcAft>
        <a:buFont typeface="Arial" panose="020B0604020202020204" pitchFamily="34" charset="0"/>
        <a:defRPr sz="1200" kern="1200">
          <a:solidFill>
            <a:schemeClr val="tx1"/>
          </a:solidFill>
          <a:latin typeface="Arial"/>
          <a:ea typeface="MS PGothic" panose="020B0600070205080204" pitchFamily="34" charset="-128"/>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de-DE"/>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10.emf"/></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11.emf"/></Relationships>
</file>

<file path=ppt/slides/_rels/slide6.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7.xml"/><Relationship Id="rId5" Type="http://schemas.openxmlformats.org/officeDocument/2006/relationships/image" Target="../media/image15.emf"/><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image" Target="../media/image15.emf"/><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17.emf"/><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7.xml"/><Relationship Id="rId5" Type="http://schemas.openxmlformats.org/officeDocument/2006/relationships/image" Target="../media/image18.png"/><Relationship Id="rId4" Type="http://schemas.openxmlformats.org/officeDocument/2006/relationships/image" Target="../media/image17.emf"/></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7.xml"/><Relationship Id="rId5" Type="http://schemas.openxmlformats.org/officeDocument/2006/relationships/image" Target="../media/image19.emf"/><Relationship Id="rId4" Type="http://schemas.openxmlformats.org/officeDocument/2006/relationships/image" Target="../media/image18.png"/></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7.xml"/><Relationship Id="rId5" Type="http://schemas.openxmlformats.org/officeDocument/2006/relationships/image" Target="../media/image22.png"/><Relationship Id="rId4" Type="http://schemas.openxmlformats.org/officeDocument/2006/relationships/image" Target="../media/image21.emf"/></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15.xml"/><Relationship Id="rId5" Type="http://schemas.openxmlformats.org/officeDocument/2006/relationships/image" Target="../media/image24.png"/><Relationship Id="rId4" Type="http://schemas.openxmlformats.org/officeDocument/2006/relationships/image" Target="../media/image23.png"/></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15.xml"/><Relationship Id="rId4" Type="http://schemas.openxmlformats.org/officeDocument/2006/relationships/image" Target="../media/image25.png"/></Relationships>
</file>

<file path=ppt/slides/_rels/slide18.xml.rels><?xml version="1.0" encoding="UTF-8" standalone="yes"?>
<Relationships xmlns="http://schemas.openxmlformats.org/package/2006/relationships"><Relationship Id="rId3" Type="http://schemas.openxmlformats.org/officeDocument/2006/relationships/image" Target="../media/image26.svg"/><Relationship Id="rId2" Type="http://schemas.openxmlformats.org/officeDocument/2006/relationships/image" Target="../media/image5.png"/><Relationship Id="rId1" Type="http://schemas.openxmlformats.org/officeDocument/2006/relationships/slideLayout" Target="../slideLayouts/slideLayout15.xml"/></Relationships>
</file>

<file path=ppt/slides/_rels/slide19.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image" Target="../media/image5.png"/><Relationship Id="rId1" Type="http://schemas.openxmlformats.org/officeDocument/2006/relationships/slideLayout" Target="../slideLayouts/slideLayout15.xml"/><Relationship Id="rId4" Type="http://schemas.openxmlformats.org/officeDocument/2006/relationships/image" Target="../media/image28.emf"/></Relationships>
</file>

<file path=ppt/slides/_rels/slide20.xml.rels><?xml version="1.0" encoding="UTF-8" standalone="yes"?>
<Relationships xmlns="http://schemas.openxmlformats.org/package/2006/relationships"><Relationship Id="rId3" Type="http://schemas.openxmlformats.org/officeDocument/2006/relationships/image" Target="../media/image28.emf"/><Relationship Id="rId2" Type="http://schemas.openxmlformats.org/officeDocument/2006/relationships/image" Target="../media/image5.png"/><Relationship Id="rId1" Type="http://schemas.openxmlformats.org/officeDocument/2006/relationships/slideLayout" Target="../slideLayouts/slideLayout15.xml"/><Relationship Id="rId4" Type="http://schemas.openxmlformats.org/officeDocument/2006/relationships/image" Target="../media/image29.svg"/></Relationships>
</file>

<file path=ppt/slides/_rels/slide21.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image" Target="../media/image5.png"/><Relationship Id="rId1" Type="http://schemas.openxmlformats.org/officeDocument/2006/relationships/slideLayout" Target="../slideLayouts/slideLayout15.xml"/><Relationship Id="rId4" Type="http://schemas.openxmlformats.org/officeDocument/2006/relationships/image" Target="../media/image31.png"/></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32.png"/></Relationships>
</file>

<file path=ppt/slides/_rels/slide23.xml.rels><?xml version="1.0" encoding="UTF-8" standalone="yes"?>
<Relationships xmlns="http://schemas.openxmlformats.org/package/2006/relationships"><Relationship Id="rId3" Type="http://schemas.openxmlformats.org/officeDocument/2006/relationships/image" Target="../media/image33.svg"/><Relationship Id="rId2" Type="http://schemas.openxmlformats.org/officeDocument/2006/relationships/image" Target="../media/image5.png"/><Relationship Id="rId1" Type="http://schemas.openxmlformats.org/officeDocument/2006/relationships/slideLayout" Target="../slideLayouts/slideLayout15.xml"/><Relationship Id="rId4" Type="http://schemas.openxmlformats.org/officeDocument/2006/relationships/image" Target="../media/image34.png"/></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15.xml"/><Relationship Id="rId4" Type="http://schemas.openxmlformats.org/officeDocument/2006/relationships/image" Target="../media/image35.png"/></Relationships>
</file>

<file path=ppt/slides/_rels/slide2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15.xml"/><Relationship Id="rId5" Type="http://schemas.openxmlformats.org/officeDocument/2006/relationships/image" Target="../media/image36.svg"/><Relationship Id="rId4" Type="http://schemas.openxmlformats.org/officeDocument/2006/relationships/image" Target="../media/image35.png"/></Relationships>
</file>

<file path=ppt/slides/_rels/slide26.xml.rels><?xml version="1.0" encoding="UTF-8" standalone="yes"?>
<Relationships xmlns="http://schemas.openxmlformats.org/package/2006/relationships"><Relationship Id="rId3" Type="http://schemas.openxmlformats.org/officeDocument/2006/relationships/image" Target="../media/image37.svg"/><Relationship Id="rId2" Type="http://schemas.openxmlformats.org/officeDocument/2006/relationships/image" Target="../media/image5.png"/><Relationship Id="rId1" Type="http://schemas.openxmlformats.org/officeDocument/2006/relationships/slideLayout" Target="../slideLayouts/slideLayout15.xml"/><Relationship Id="rId4" Type="http://schemas.openxmlformats.org/officeDocument/2006/relationships/image" Target="../media/image38.svg"/></Relationships>
</file>

<file path=ppt/slides/_rels/slide27.xml.rels><?xml version="1.0" encoding="UTF-8" standalone="yes"?>
<Relationships xmlns="http://schemas.openxmlformats.org/package/2006/relationships"><Relationship Id="rId3" Type="http://schemas.openxmlformats.org/officeDocument/2006/relationships/image" Target="../media/image39.svg"/><Relationship Id="rId2" Type="http://schemas.openxmlformats.org/officeDocument/2006/relationships/image" Target="../media/image5.png"/><Relationship Id="rId1" Type="http://schemas.openxmlformats.org/officeDocument/2006/relationships/slideLayout" Target="../slideLayouts/slideLayout15.xml"/><Relationship Id="rId4" Type="http://schemas.openxmlformats.org/officeDocument/2006/relationships/image" Target="../media/image40.sv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ild 10" descr="Logo Universität Leipzig">
            <a:extLst>
              <a:ext uri="{FF2B5EF4-FFF2-40B4-BE49-F238E27FC236}">
                <a16:creationId xmlns:a16="http://schemas.microsoft.com/office/drawing/2014/main" id="{1727DE0D-6C6D-D0B8-E27C-48F66B20B62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bwMode="auto">
          <a:xfrm>
            <a:off x="0" y="5093"/>
            <a:ext cx="3429000" cy="14423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410" name="Titel 1"/>
          <p:cNvSpPr>
            <a:spLocks noGrp="1"/>
          </p:cNvSpPr>
          <p:nvPr>
            <p:ph type="ctrTitle"/>
          </p:nvPr>
        </p:nvSpPr>
        <p:spPr bwMode="auto">
          <a:xfrm>
            <a:off x="295275" y="2257425"/>
            <a:ext cx="8093075" cy="1485900"/>
          </a:xfrm>
        </p:spPr>
        <p:txBody>
          <a:bodyPr wrap="square" numCol="1" anchorCtr="0" compatLnSpc="1">
            <a:prstTxWarp prst="textNoShape">
              <a:avLst/>
            </a:prstTxWarp>
          </a:bodyPr>
          <a:lstStyle/>
          <a:p>
            <a:pPr eaLnBrk="1" hangingPunct="1"/>
            <a:r>
              <a:rPr lang="de-DE" altLang="de-DE" sz="2800" cap="none" dirty="0">
                <a:latin typeface="Arial" panose="020B0604020202020204" pitchFamily="34" charset="0"/>
                <a:cs typeface="Arial" panose="020B0604020202020204" pitchFamily="34" charset="0"/>
              </a:rPr>
              <a:t>Fortgeschrittene Methoden in d</a:t>
            </a:r>
            <a:r>
              <a:rPr lang="de-DE" altLang="de-DE" cap="none" dirty="0">
                <a:latin typeface="Arial" panose="020B0604020202020204" pitchFamily="34" charset="0"/>
                <a:cs typeface="Arial" panose="020B0604020202020204" pitchFamily="34" charset="0"/>
              </a:rPr>
              <a:t>er</a:t>
            </a:r>
            <a:r>
              <a:rPr lang="de-DE" altLang="de-DE" sz="2800" cap="none" dirty="0">
                <a:latin typeface="Arial" panose="020B0604020202020204" pitchFamily="34" charset="0"/>
                <a:cs typeface="Arial" panose="020B0604020202020204" pitchFamily="34" charset="0"/>
              </a:rPr>
              <a:t> Bierinformatik</a:t>
            </a:r>
          </a:p>
        </p:txBody>
      </p:sp>
      <p:sp>
        <p:nvSpPr>
          <p:cNvPr id="17411" name="Untertitel 2"/>
          <p:cNvSpPr>
            <a:spLocks noGrp="1"/>
          </p:cNvSpPr>
          <p:nvPr>
            <p:ph type="subTitle" idx="1"/>
          </p:nvPr>
        </p:nvSpPr>
        <p:spPr>
          <a:xfrm>
            <a:off x="295275" y="1769509"/>
            <a:ext cx="6400800" cy="473075"/>
          </a:xfrm>
        </p:spPr>
        <p:txBody>
          <a:bodyPr/>
          <a:lstStyle/>
          <a:p>
            <a:pPr eaLnBrk="1" hangingPunct="1"/>
            <a:r>
              <a:rPr lang="de-DE" altLang="de-DE" i="1" dirty="0">
                <a:latin typeface="Arial" panose="020B0604020202020204" pitchFamily="34" charset="0"/>
                <a:cs typeface="Arial" panose="020B0604020202020204" pitchFamily="34" charset="0"/>
              </a:rPr>
              <a:t>„Breaking BMGs“</a:t>
            </a:r>
          </a:p>
        </p:txBody>
      </p:sp>
      <p:sp>
        <p:nvSpPr>
          <p:cNvPr id="17414" name="Inhaltsplatzhalter 3"/>
          <p:cNvSpPr>
            <a:spLocks noGrp="1"/>
          </p:cNvSpPr>
          <p:nvPr>
            <p:ph sz="half" idx="4294967295"/>
          </p:nvPr>
        </p:nvSpPr>
        <p:spPr>
          <a:xfrm>
            <a:off x="295275" y="3225800"/>
            <a:ext cx="3744913" cy="517525"/>
          </a:xfrm>
        </p:spPr>
        <p:txBody>
          <a:bodyPr/>
          <a:lstStyle/>
          <a:p>
            <a:pPr marL="0" indent="0" eaLnBrk="1" hangingPunct="1"/>
            <a:r>
              <a:rPr lang="de-DE" altLang="de-DE" sz="1600" dirty="0">
                <a:latin typeface="Arial" panose="020B0604020202020204" pitchFamily="34" charset="0"/>
                <a:cs typeface="Arial" panose="020B0604020202020204" pitchFamily="34" charset="0"/>
              </a:rPr>
              <a:t>SS 2026</a:t>
            </a:r>
          </a:p>
          <a:p>
            <a:pPr marL="0" indent="0"/>
            <a:r>
              <a:rPr lang="de-DE" altLang="de-DE" sz="1600" dirty="0">
                <a:latin typeface="Arial" panose="020B0604020202020204" pitchFamily="34" charset="0"/>
                <a:cs typeface="Arial" panose="020B0604020202020204" pitchFamily="34" charset="0"/>
              </a:rPr>
              <a:t>Dr. Julia van </a:t>
            </a:r>
            <a:r>
              <a:rPr lang="de-DE" altLang="de-DE" sz="1600" dirty="0" err="1">
                <a:latin typeface="Arial" panose="020B0604020202020204" pitchFamily="34" charset="0"/>
                <a:cs typeface="Arial" panose="020B0604020202020204" pitchFamily="34" charset="0"/>
              </a:rPr>
              <a:t>Beesel</a:t>
            </a:r>
            <a:r>
              <a:rPr lang="de-DE" altLang="de-DE" sz="1600" dirty="0">
                <a:latin typeface="Arial" panose="020B0604020202020204" pitchFamily="34" charset="0"/>
                <a:cs typeface="Arial" panose="020B0604020202020204" pitchFamily="34" charset="0"/>
              </a:rPr>
              <a:t>, Max Kleineberg, Tony </a:t>
            </a:r>
            <a:r>
              <a:rPr lang="de-DE" altLang="de-DE" sz="1600" dirty="0" err="1">
                <a:latin typeface="Arial" panose="020B0604020202020204" pitchFamily="34" charset="0"/>
                <a:cs typeface="Arial" panose="020B0604020202020204" pitchFamily="34" charset="0"/>
              </a:rPr>
              <a:t>Iberler</a:t>
            </a:r>
            <a:r>
              <a:rPr lang="de-DE" altLang="de-DE" sz="1600" dirty="0">
                <a:latin typeface="Arial" panose="020B0604020202020204" pitchFamily="34" charset="0"/>
                <a:cs typeface="Arial" panose="020B0604020202020204" pitchFamily="34" charset="0"/>
              </a:rPr>
              <a:t>, Dr. Alexander Mordhorst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7" name="Inhaltsplatzhalter 2"/>
          <p:cNvSpPr>
            <a:spLocks noGrp="1"/>
          </p:cNvSpPr>
          <p:nvPr>
            <p:ph idx="1"/>
          </p:nvPr>
        </p:nvSpPr>
        <p:spPr>
          <a:xfrm>
            <a:off x="391443" y="850434"/>
            <a:ext cx="8234363" cy="3442632"/>
          </a:xfrm>
        </p:spPr>
        <p:txBody>
          <a:bodyPr>
            <a:normAutofit/>
          </a:bodyPr>
          <a:lstStyle/>
          <a:p>
            <a:pPr marL="342900" indent="-342900">
              <a:buFont typeface="+mj-lt"/>
              <a:buAutoNum type="arabicPeriod"/>
              <a:defRPr/>
            </a:pPr>
            <a:r>
              <a:rPr lang="de-DE" altLang="de-DE" sz="2000" dirty="0" err="1">
                <a:latin typeface="Arial" panose="020B0604020202020204" pitchFamily="34" charset="0"/>
                <a:ea typeface="ＭＳ Ｐゴシック" charset="0"/>
                <a:cs typeface="Arial" panose="020B0604020202020204" pitchFamily="34" charset="0"/>
              </a:rPr>
              <a:t>Compare</a:t>
            </a:r>
            <a:r>
              <a:rPr lang="de-DE" altLang="de-DE" sz="2000" dirty="0">
                <a:latin typeface="Arial" panose="020B0604020202020204" pitchFamily="34" charset="0"/>
                <a:ea typeface="ＭＳ Ｐゴシック" charset="0"/>
                <a:cs typeface="Arial" panose="020B0604020202020204" pitchFamily="34" charset="0"/>
              </a:rPr>
              <a:t> the </a:t>
            </a:r>
            <a:r>
              <a:rPr lang="de-DE" altLang="de-DE" sz="2000" dirty="0" err="1">
                <a:latin typeface="Arial" panose="020B0604020202020204" pitchFamily="34" charset="0"/>
                <a:ea typeface="ＭＳ Ｐゴシック" charset="0"/>
                <a:cs typeface="Arial" panose="020B0604020202020204" pitchFamily="34" charset="0"/>
              </a:rPr>
              <a:t>definition</a:t>
            </a:r>
            <a:r>
              <a:rPr lang="de-DE" altLang="de-DE" sz="2000" dirty="0">
                <a:latin typeface="Arial" panose="020B0604020202020204" pitchFamily="34" charset="0"/>
                <a:ea typeface="ＭＳ Ｐゴシック" charset="0"/>
                <a:cs typeface="Arial" panose="020B0604020202020204" pitchFamily="34" charset="0"/>
              </a:rPr>
              <a:t> of </a:t>
            </a:r>
            <a:r>
              <a:rPr lang="de-DE" altLang="de-DE" sz="2000" dirty="0" err="1">
                <a:latin typeface="Arial" panose="020B0604020202020204" pitchFamily="34" charset="0"/>
                <a:ea typeface="ＭＳ Ｐゴシック" charset="0"/>
                <a:cs typeface="Arial" panose="020B0604020202020204" pitchFamily="34" charset="0"/>
              </a:rPr>
              <a:t>best</a:t>
            </a:r>
            <a:r>
              <a:rPr lang="de-DE" altLang="de-DE" sz="2000" dirty="0">
                <a:latin typeface="Arial" panose="020B0604020202020204" pitchFamily="34" charset="0"/>
                <a:ea typeface="ＭＳ Ｐゴシック" charset="0"/>
                <a:cs typeface="Arial" panose="020B0604020202020204" pitchFamily="34" charset="0"/>
              </a:rPr>
              <a:t> </a:t>
            </a:r>
            <a:r>
              <a:rPr lang="de-DE" altLang="de-DE" sz="2000" dirty="0" err="1">
                <a:latin typeface="Arial" panose="020B0604020202020204" pitchFamily="34" charset="0"/>
                <a:ea typeface="ＭＳ Ｐゴシック" charset="0"/>
                <a:cs typeface="Arial" panose="020B0604020202020204" pitchFamily="34" charset="0"/>
              </a:rPr>
              <a:t>matches</a:t>
            </a:r>
            <a:r>
              <a:rPr lang="de-DE" altLang="de-DE" sz="2000" dirty="0">
                <a:latin typeface="Arial" panose="020B0604020202020204" pitchFamily="34" charset="0"/>
                <a:ea typeface="ＭＳ Ｐゴシック" charset="0"/>
                <a:cs typeface="Arial" panose="020B0604020202020204" pitchFamily="34" charset="0"/>
              </a:rPr>
              <a:t> and </a:t>
            </a:r>
            <a:r>
              <a:rPr lang="de-DE" altLang="de-DE" sz="2000" dirty="0" err="1">
                <a:latin typeface="Arial" panose="020B0604020202020204" pitchFamily="34" charset="0"/>
                <a:ea typeface="ＭＳ Ｐゴシック" charset="0"/>
                <a:cs typeface="Arial" panose="020B0604020202020204" pitchFamily="34" charset="0"/>
              </a:rPr>
              <a:t>weak</a:t>
            </a:r>
            <a:r>
              <a:rPr lang="de-DE" altLang="de-DE" sz="2000" dirty="0">
                <a:latin typeface="Arial" panose="020B0604020202020204" pitchFamily="34" charset="0"/>
                <a:ea typeface="ＭＳ Ｐゴシック" charset="0"/>
                <a:cs typeface="Arial" panose="020B0604020202020204" pitchFamily="34" charset="0"/>
              </a:rPr>
              <a:t> </a:t>
            </a:r>
            <a:r>
              <a:rPr lang="de-DE" altLang="de-DE" sz="2000" dirty="0" err="1">
                <a:latin typeface="Arial" panose="020B0604020202020204" pitchFamily="34" charset="0"/>
                <a:ea typeface="ＭＳ Ｐゴシック" charset="0"/>
                <a:cs typeface="Arial" panose="020B0604020202020204" pitchFamily="34" charset="0"/>
              </a:rPr>
              <a:t>best</a:t>
            </a:r>
            <a:r>
              <a:rPr lang="de-DE" altLang="de-DE" sz="2000" dirty="0">
                <a:latin typeface="Arial" panose="020B0604020202020204" pitchFamily="34" charset="0"/>
                <a:ea typeface="ＭＳ Ｐゴシック" charset="0"/>
                <a:cs typeface="Arial" panose="020B0604020202020204" pitchFamily="34" charset="0"/>
              </a:rPr>
              <a:t> </a:t>
            </a:r>
            <a:r>
              <a:rPr lang="de-DE" altLang="de-DE" sz="2000" dirty="0" err="1">
                <a:latin typeface="Arial" panose="020B0604020202020204" pitchFamily="34" charset="0"/>
                <a:ea typeface="ＭＳ Ｐゴシック" charset="0"/>
                <a:cs typeface="Arial" panose="020B0604020202020204" pitchFamily="34" charset="0"/>
              </a:rPr>
              <a:t>matches</a:t>
            </a:r>
            <a:r>
              <a:rPr lang="de-DE" altLang="de-DE" sz="2000" dirty="0">
                <a:latin typeface="Arial" panose="020B0604020202020204" pitchFamily="34" charset="0"/>
                <a:ea typeface="ＭＳ Ｐゴシック" charset="0"/>
                <a:cs typeface="Arial" panose="020B0604020202020204" pitchFamily="34" charset="0"/>
              </a:rPr>
              <a:t>:</a:t>
            </a:r>
          </a:p>
          <a:p>
            <a:pPr marL="787400" lvl="1" indent="-342900">
              <a:buFont typeface="+mj-lt"/>
              <a:buAutoNum type="alphaLcParenR"/>
              <a:defRPr/>
            </a:pPr>
            <a:r>
              <a:rPr lang="en-DE" sz="1800" dirty="0"/>
              <a:t>Check whether every best match in (N, σ) is also a weak best match. Test this computationally, but also try to give a formal argument. </a:t>
            </a:r>
          </a:p>
          <a:p>
            <a:pPr marL="787400" lvl="1" indent="-342900">
              <a:buFont typeface="+mj-lt"/>
              <a:buAutoNum type="alphaLcParenR"/>
              <a:defRPr/>
            </a:pPr>
            <a:r>
              <a:rPr lang="en-DE" sz="1800" dirty="0"/>
              <a:t>Check if a modified version of the BIC-cherry + expansion procedure yields networks that explain weak best match graphs. </a:t>
            </a:r>
          </a:p>
          <a:p>
            <a:pPr marL="342900" indent="-342900">
              <a:buFont typeface="+mj-lt"/>
              <a:buAutoNum type="arabicPeriod"/>
              <a:defRPr/>
            </a:pPr>
            <a:r>
              <a:rPr lang="en-DE" sz="2000" dirty="0"/>
              <a:t>Find a way to edit the explaining networks for (weak) best matches to become more tree like. </a:t>
            </a:r>
          </a:p>
          <a:p>
            <a:pPr marL="342900" indent="-342900">
              <a:buFont typeface="+mj-lt"/>
              <a:buAutoNum type="arabicPeriod"/>
              <a:defRPr/>
            </a:pPr>
            <a:endParaRPr lang="de-DE" altLang="de-DE" b="1" dirty="0">
              <a:latin typeface="Arial" panose="020B0604020202020204" pitchFamily="34" charset="0"/>
              <a:cs typeface="Arial" panose="020B0604020202020204" pitchFamily="34" charset="0"/>
            </a:endParaRPr>
          </a:p>
        </p:txBody>
      </p:sp>
      <p:sp>
        <p:nvSpPr>
          <p:cNvPr id="6" name="Foliennummernplatzhalter 1"/>
          <p:cNvSpPr>
            <a:spLocks noGrp="1"/>
          </p:cNvSpPr>
          <p:nvPr>
            <p:ph type="sldNum" sz="quarter" idx="4"/>
          </p:nvPr>
        </p:nvSpPr>
        <p:spPr>
          <a:xfrm>
            <a:off x="7948613" y="4879075"/>
            <a:ext cx="742950" cy="204716"/>
          </a:xfrm>
        </p:spPr>
        <p:txBody>
          <a:bodyPr/>
          <a:lstStyle/>
          <a:p>
            <a:pPr>
              <a:defRPr/>
            </a:pPr>
            <a:fld id="{ABC642DC-4027-4785-8EC1-7265DE27C531}" type="slidenum">
              <a:rPr lang="de-DE" altLang="de-DE" sz="1000" smtClean="0">
                <a:solidFill>
                  <a:srgbClr val="D8413E"/>
                </a:solidFill>
                <a:latin typeface="Arial" panose="020B0604020202020204" pitchFamily="34" charset="0"/>
                <a:cs typeface="Arial" panose="020B0604020202020204" pitchFamily="34" charset="0"/>
              </a:rPr>
              <a:t>2</a:t>
            </a:fld>
            <a:endParaRPr lang="de-DE" altLang="de-DE" sz="1000" dirty="0">
              <a:solidFill>
                <a:srgbClr val="D8413E"/>
              </a:solidFill>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5B65E0B5-832F-9B0E-1BCB-37B8EAA8EE8F}"/>
              </a:ext>
            </a:extLst>
          </p:cNvPr>
          <p:cNvPicPr>
            <a:picLocks noChangeAspect="1"/>
          </p:cNvPicPr>
          <p:nvPr/>
        </p:nvPicPr>
        <p:blipFill>
          <a:blip r:embed="rId3"/>
          <a:stretch>
            <a:fillRect/>
          </a:stretch>
        </p:blipFill>
        <p:spPr>
          <a:xfrm flipV="1">
            <a:off x="0" y="25718"/>
            <a:ext cx="4381751" cy="433530"/>
          </a:xfrm>
          <a:prstGeom prst="rect">
            <a:avLst/>
          </a:prstGeom>
        </p:spPr>
      </p:pic>
      <p:pic>
        <p:nvPicPr>
          <p:cNvPr id="8" name="Picture 7">
            <a:extLst>
              <a:ext uri="{FF2B5EF4-FFF2-40B4-BE49-F238E27FC236}">
                <a16:creationId xmlns:a16="http://schemas.microsoft.com/office/drawing/2014/main" id="{591BCECF-4983-6487-CF89-CB8CD683CC46}"/>
              </a:ext>
            </a:extLst>
          </p:cNvPr>
          <p:cNvPicPr>
            <a:picLocks noChangeAspect="1"/>
          </p:cNvPicPr>
          <p:nvPr/>
        </p:nvPicPr>
        <p:blipFill>
          <a:blip r:embed="rId3"/>
          <a:stretch>
            <a:fillRect/>
          </a:stretch>
        </p:blipFill>
        <p:spPr>
          <a:xfrm flipV="1">
            <a:off x="1184495" y="4764668"/>
            <a:ext cx="4381751" cy="319123"/>
          </a:xfrm>
          <a:prstGeom prst="rect">
            <a:avLst/>
          </a:prstGeom>
        </p:spPr>
      </p:pic>
      <p:sp>
        <p:nvSpPr>
          <p:cNvPr id="21506" name="Titel 1"/>
          <p:cNvSpPr>
            <a:spLocks noGrp="1"/>
          </p:cNvSpPr>
          <p:nvPr>
            <p:ph type="title"/>
          </p:nvPr>
        </p:nvSpPr>
        <p:spPr bwMode="auto">
          <a:xfrm>
            <a:off x="264569" y="-136930"/>
            <a:ext cx="8234363" cy="758825"/>
          </a:xfrm>
        </p:spPr>
        <p:txBody>
          <a:bodyPr wrap="square" numCol="1" anchorCtr="0" compatLnSpc="1">
            <a:prstTxWarp prst="textNoShape">
              <a:avLst/>
            </a:prstTxWarp>
          </a:bodyPr>
          <a:lstStyle/>
          <a:p>
            <a:pPr eaLnBrk="1" hangingPunct="1">
              <a:defRPr/>
            </a:pPr>
            <a:r>
              <a:rPr lang="de-DE" altLang="de-DE" dirty="0" err="1">
                <a:latin typeface="Arial" panose="020B0604020202020204" pitchFamily="34" charset="0"/>
                <a:cs typeface="Arial" panose="020B0604020202020204" pitchFamily="34" charset="0"/>
              </a:rPr>
              <a:t>Objectives</a:t>
            </a:r>
            <a:endParaRPr lang="de-DE" altLang="de-DE" cap="none" dirty="0">
              <a:latin typeface="Arial" panose="020B0604020202020204" pitchFamily="34" charset="0"/>
              <a:cs typeface="Arial" panose="020B0604020202020204" pitchFamily="34" charset="0"/>
            </a:endParaRPr>
          </a:p>
        </p:txBody>
      </p:sp>
      <p:sp>
        <p:nvSpPr>
          <p:cNvPr id="9" name="Titel 1">
            <a:extLst>
              <a:ext uri="{FF2B5EF4-FFF2-40B4-BE49-F238E27FC236}">
                <a16:creationId xmlns:a16="http://schemas.microsoft.com/office/drawing/2014/main" id="{30EE2D39-2D5D-1AA3-A57B-AD925C88B479}"/>
              </a:ext>
            </a:extLst>
          </p:cNvPr>
          <p:cNvSpPr txBox="1">
            <a:spLocks/>
          </p:cNvSpPr>
          <p:nvPr/>
        </p:nvSpPr>
        <p:spPr bwMode="auto">
          <a:xfrm>
            <a:off x="391444" y="124852"/>
            <a:ext cx="8234363" cy="758825"/>
          </a:xfrm>
          <a:prstGeom prst="rect">
            <a:avLst/>
          </a:prstGeom>
        </p:spPr>
        <p:txBody>
          <a:bodyPr wrap="square" numCol="1" anchor="b" anchorCtr="0" compatLnSpc="1">
            <a:prstTxWarp prst="textNoShape">
              <a:avLst/>
            </a:prstTxWarp>
          </a:bodyPr>
          <a:lstStyle>
            <a:lvl1pPr algn="l" defTabSz="457200" rtl="0" eaLnBrk="1" fontAlgn="base" hangingPunct="1">
              <a:spcBef>
                <a:spcPct val="0"/>
              </a:spcBef>
              <a:spcAft>
                <a:spcPct val="0"/>
              </a:spcAft>
              <a:defRPr sz="2000" b="1" kern="12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defRPr/>
            </a:pPr>
            <a:endParaRPr lang="de-DE" altLang="de-DE" sz="1400" b="0" cap="none" dirty="0">
              <a:latin typeface="Arial" panose="020B0604020202020204" pitchFamily="34" charset="0"/>
              <a:cs typeface="Arial" panose="020B0604020202020204" pitchFamily="3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CC59DB-C6F9-4B81-BC24-BE1B4AC9549C}"/>
            </a:ext>
          </a:extLst>
        </p:cNvPr>
        <p:cNvGrpSpPr/>
        <p:nvPr/>
      </p:nvGrpSpPr>
      <p:grpSpPr>
        <a:xfrm>
          <a:off x="0" y="0"/>
          <a:ext cx="0" cy="0"/>
          <a:chOff x="0" y="0"/>
          <a:chExt cx="0" cy="0"/>
        </a:xfrm>
      </p:grpSpPr>
      <p:sp>
        <p:nvSpPr>
          <p:cNvPr id="6" name="Foliennummernplatzhalter 1">
            <a:extLst>
              <a:ext uri="{FF2B5EF4-FFF2-40B4-BE49-F238E27FC236}">
                <a16:creationId xmlns:a16="http://schemas.microsoft.com/office/drawing/2014/main" id="{EA169C17-5DC3-F56E-3655-5E6A489EEE2B}"/>
              </a:ext>
            </a:extLst>
          </p:cNvPr>
          <p:cNvSpPr>
            <a:spLocks noGrp="1"/>
          </p:cNvSpPr>
          <p:nvPr>
            <p:ph type="sldNum" sz="quarter" idx="4"/>
          </p:nvPr>
        </p:nvSpPr>
        <p:spPr>
          <a:xfrm>
            <a:off x="7948613" y="4879075"/>
            <a:ext cx="742950" cy="204716"/>
          </a:xfrm>
        </p:spPr>
        <p:txBody>
          <a:bodyPr/>
          <a:lstStyle/>
          <a:p>
            <a:pPr>
              <a:defRPr/>
            </a:pPr>
            <a:fld id="{ABC642DC-4027-4785-8EC1-7265DE27C531}" type="slidenum">
              <a:rPr lang="de-DE" altLang="de-DE" sz="1000" smtClean="0">
                <a:solidFill>
                  <a:srgbClr val="D8413E"/>
                </a:solidFill>
                <a:latin typeface="Arial" panose="020B0604020202020204" pitchFamily="34" charset="0"/>
                <a:cs typeface="Arial" panose="020B0604020202020204" pitchFamily="34" charset="0"/>
              </a:rPr>
              <a:t>3</a:t>
            </a:fld>
            <a:endParaRPr lang="de-DE" altLang="de-DE" sz="1000" dirty="0">
              <a:solidFill>
                <a:srgbClr val="D8413E"/>
              </a:solidFill>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B917E750-37B0-7BB8-B67E-C74668974FFA}"/>
              </a:ext>
            </a:extLst>
          </p:cNvPr>
          <p:cNvPicPr>
            <a:picLocks noChangeAspect="1"/>
          </p:cNvPicPr>
          <p:nvPr/>
        </p:nvPicPr>
        <p:blipFill>
          <a:blip r:embed="rId2"/>
          <a:stretch>
            <a:fillRect/>
          </a:stretch>
        </p:blipFill>
        <p:spPr>
          <a:xfrm flipV="1">
            <a:off x="0" y="25718"/>
            <a:ext cx="4381751" cy="433530"/>
          </a:xfrm>
          <a:prstGeom prst="rect">
            <a:avLst/>
          </a:prstGeom>
        </p:spPr>
      </p:pic>
      <p:pic>
        <p:nvPicPr>
          <p:cNvPr id="8" name="Picture 7">
            <a:extLst>
              <a:ext uri="{FF2B5EF4-FFF2-40B4-BE49-F238E27FC236}">
                <a16:creationId xmlns:a16="http://schemas.microsoft.com/office/drawing/2014/main" id="{9C07E3E4-8AAD-E7AA-B83D-960C14FEA849}"/>
              </a:ext>
            </a:extLst>
          </p:cNvPr>
          <p:cNvPicPr>
            <a:picLocks noChangeAspect="1"/>
          </p:cNvPicPr>
          <p:nvPr/>
        </p:nvPicPr>
        <p:blipFill>
          <a:blip r:embed="rId2"/>
          <a:stretch>
            <a:fillRect/>
          </a:stretch>
        </p:blipFill>
        <p:spPr>
          <a:xfrm flipV="1">
            <a:off x="1184495" y="4764668"/>
            <a:ext cx="4381751" cy="319123"/>
          </a:xfrm>
          <a:prstGeom prst="rect">
            <a:avLst/>
          </a:prstGeom>
        </p:spPr>
      </p:pic>
      <p:sp>
        <p:nvSpPr>
          <p:cNvPr id="21506" name="Titel 1">
            <a:extLst>
              <a:ext uri="{FF2B5EF4-FFF2-40B4-BE49-F238E27FC236}">
                <a16:creationId xmlns:a16="http://schemas.microsoft.com/office/drawing/2014/main" id="{42321905-17EA-3772-4C81-6E6112B83CA6}"/>
              </a:ext>
            </a:extLst>
          </p:cNvPr>
          <p:cNvSpPr>
            <a:spLocks noGrp="1"/>
          </p:cNvSpPr>
          <p:nvPr>
            <p:ph type="title"/>
          </p:nvPr>
        </p:nvSpPr>
        <p:spPr bwMode="auto">
          <a:xfrm>
            <a:off x="264569" y="-136930"/>
            <a:ext cx="8234363" cy="758825"/>
          </a:xfrm>
        </p:spPr>
        <p:txBody>
          <a:bodyPr wrap="square" numCol="1" anchorCtr="0" compatLnSpc="1">
            <a:prstTxWarp prst="textNoShape">
              <a:avLst/>
            </a:prstTxWarp>
          </a:bodyPr>
          <a:lstStyle/>
          <a:p>
            <a:pPr eaLnBrk="1" hangingPunct="1">
              <a:defRPr/>
            </a:pPr>
            <a:r>
              <a:rPr lang="de-DE" altLang="de-DE" dirty="0" err="1">
                <a:latin typeface="Arial" panose="020B0604020202020204" pitchFamily="34" charset="0"/>
                <a:cs typeface="Arial" panose="020B0604020202020204" pitchFamily="34" charset="0"/>
              </a:rPr>
              <a:t>Objective</a:t>
            </a:r>
            <a:r>
              <a:rPr lang="de-DE" altLang="de-DE" dirty="0">
                <a:latin typeface="Arial" panose="020B0604020202020204" pitchFamily="34" charset="0"/>
                <a:cs typeface="Arial" panose="020B0604020202020204" pitchFamily="34" charset="0"/>
              </a:rPr>
              <a:t> 1a</a:t>
            </a:r>
            <a:endParaRPr lang="de-DE" altLang="de-DE" cap="none" dirty="0">
              <a:latin typeface="Arial" panose="020B0604020202020204" pitchFamily="34" charset="0"/>
              <a:cs typeface="Arial" panose="020B0604020202020204" pitchFamily="34" charset="0"/>
            </a:endParaRPr>
          </a:p>
        </p:txBody>
      </p:sp>
      <p:sp>
        <p:nvSpPr>
          <p:cNvPr id="2" name="Titel 1">
            <a:extLst>
              <a:ext uri="{FF2B5EF4-FFF2-40B4-BE49-F238E27FC236}">
                <a16:creationId xmlns:a16="http://schemas.microsoft.com/office/drawing/2014/main" id="{26442F56-410C-1895-0DD2-2CA344D3657D}"/>
              </a:ext>
            </a:extLst>
          </p:cNvPr>
          <p:cNvSpPr txBox="1">
            <a:spLocks/>
          </p:cNvSpPr>
          <p:nvPr/>
        </p:nvSpPr>
        <p:spPr bwMode="auto">
          <a:xfrm>
            <a:off x="382390" y="356218"/>
            <a:ext cx="8234363" cy="758825"/>
          </a:xfrm>
          <a:prstGeom prst="rect">
            <a:avLst/>
          </a:prstGeom>
        </p:spPr>
        <p:txBody>
          <a:bodyPr wrap="square" numCol="1" anchor="b" anchorCtr="0" compatLnSpc="1">
            <a:prstTxWarp prst="textNoShape">
              <a:avLst/>
            </a:prstTxWarp>
          </a:bodyPr>
          <a:lstStyle>
            <a:lvl1pPr algn="l" defTabSz="457200" rtl="0" eaLnBrk="1" fontAlgn="base" hangingPunct="1">
              <a:spcBef>
                <a:spcPct val="0"/>
              </a:spcBef>
              <a:spcAft>
                <a:spcPct val="0"/>
              </a:spcAft>
              <a:defRPr sz="2000" b="1" kern="12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buClr>
                <a:srgbClr val="D8413E"/>
              </a:buClr>
              <a:defRPr/>
            </a:pPr>
            <a:r>
              <a:rPr lang="en-DE" sz="1400" b="0" dirty="0"/>
              <a:t>Check whether every best match is also a weak best match: </a:t>
            </a:r>
            <a:r>
              <a:rPr lang="en-DE" sz="1400" u="sng" dirty="0"/>
              <a:t>Formal Argument</a:t>
            </a:r>
            <a:endParaRPr lang="de-DE" altLang="de-DE" sz="1400" u="sng" cap="none" dirty="0">
              <a:latin typeface="Arial" panose="020B0604020202020204" pitchFamily="34" charset="0"/>
              <a:cs typeface="Arial" panose="020B0604020202020204" pitchFamily="34" charset="0"/>
            </a:endParaRPr>
          </a:p>
          <a:p>
            <a:pPr>
              <a:buClr>
                <a:srgbClr val="D8413E"/>
              </a:buClr>
              <a:defRPr/>
            </a:pPr>
            <a:endParaRPr lang="de-DE" altLang="de-DE" sz="1400" u="sng" cap="none" dirty="0">
              <a:latin typeface="Arial" panose="020B0604020202020204" pitchFamily="34" charset="0"/>
              <a:cs typeface="Arial" panose="020B0604020202020204" pitchFamily="34" charset="0"/>
            </a:endParaRPr>
          </a:p>
        </p:txBody>
      </p: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833D62FC-C6AF-6533-EAA1-FAD1E80CE4A7}"/>
                  </a:ext>
                </a:extLst>
              </p:cNvPr>
              <p:cNvSpPr txBox="1"/>
              <p:nvPr/>
            </p:nvSpPr>
            <p:spPr>
              <a:xfrm>
                <a:off x="2230900" y="1719000"/>
                <a:ext cx="4682200" cy="466200"/>
              </a:xfrm>
              <a:prstGeom prst="rect">
                <a:avLst/>
              </a:prstGeom>
            </p:spPr>
            <p:txBody>
              <a:bodyPr/>
              <a:lstStyle/>
              <a:p>
                <a:pPr/>
                <a14:m>
                  <m:oMathPara xmlns:m="http://schemas.openxmlformats.org/officeDocument/2006/math">
                    <m:oMath>
                      <m:r>
                        <a:rPr lang="ar-AE" smtClean="0">
                          <a:latin typeface="Cambria Math" panose="02040503050406030204" pitchFamily="18" charset="0"/>
                        </a:rPr>
                        <m:t>𝑄</m:t>
                      </m:r>
                      <m:d>
                        <m:dPr>
                          <m:ctrlPr>
                            <a:rPr lang="ar-AE">
                              <a:latin typeface="Cambria Math" panose="02040503050406030204" pitchFamily="18" charset="0"/>
                            </a:rPr>
                          </m:ctrlPr>
                        </m:dPr>
                        <m:e>
                          <m:r>
                            <a:rPr lang="ar-AE">
                              <a:latin typeface="Cambria Math" panose="02040503050406030204" pitchFamily="18" charset="0"/>
                            </a:rPr>
                            <m:t>𝑥</m:t>
                          </m:r>
                          <m:r>
                            <a:rPr lang="ar-AE">
                              <a:latin typeface="Cambria Math" panose="02040503050406030204" pitchFamily="18" charset="0"/>
                            </a:rPr>
                            <m:t>,</m:t>
                          </m:r>
                          <m:r>
                            <a:rPr lang="ar-AE">
                              <a:latin typeface="Cambria Math" panose="02040503050406030204" pitchFamily="18" charset="0"/>
                            </a:rPr>
                            <m:t>𝜏</m:t>
                          </m:r>
                        </m:e>
                      </m:d>
                      <m:r>
                        <a:rPr lang="ar-AE">
                          <a:latin typeface="Cambria Math" panose="02040503050406030204" pitchFamily="18" charset="0"/>
                        </a:rPr>
                        <m:t>=</m:t>
                      </m:r>
                      <m:limLow>
                        <m:limLowPr>
                          <m:ctrlPr>
                            <a:rPr lang="ar-AE">
                              <a:latin typeface="Cambria Math" panose="02040503050406030204" pitchFamily="18" charset="0"/>
                            </a:rPr>
                          </m:ctrlPr>
                        </m:limLowPr>
                        <m:e>
                          <m:r>
                            <a:rPr lang="ar-AE">
                              <a:latin typeface="Cambria Math" panose="02040503050406030204" pitchFamily="18" charset="0"/>
                            </a:rPr>
                            <m:t>𝑚𝑖𝑛</m:t>
                          </m:r>
                        </m:e>
                        <m:lim>
                          <m:r>
                            <a:rPr lang="ar-AE">
                              <a:latin typeface="Cambria Math" panose="02040503050406030204" pitchFamily="18" charset="0"/>
                            </a:rPr>
                            <m:t>≼</m:t>
                          </m:r>
                        </m:lim>
                      </m:limLow>
                      <m:d>
                        <m:dPr>
                          <m:begChr m:val="{"/>
                          <m:endChr m:val="}"/>
                          <m:ctrlPr>
                            <a:rPr lang="ar-AE">
                              <a:latin typeface="Cambria Math" panose="02040503050406030204" pitchFamily="18" charset="0"/>
                            </a:rPr>
                          </m:ctrlPr>
                        </m:dPr>
                        <m:e>
                          <m:r>
                            <a:rPr lang="ar-AE">
                              <a:latin typeface="Cambria Math" panose="02040503050406030204" pitchFamily="18" charset="0"/>
                            </a:rPr>
                            <m:t>𝑣</m:t>
                          </m:r>
                          <m:r>
                            <a:rPr lang="ar-AE">
                              <a:latin typeface="Cambria Math" panose="02040503050406030204" pitchFamily="18" charset="0"/>
                            </a:rPr>
                            <m:t>∈</m:t>
                          </m:r>
                          <m:r>
                            <m:rPr>
                              <m:sty m:val="p"/>
                            </m:rPr>
                            <a:rPr lang="en-GB" b="0" i="0" smtClean="0">
                              <a:latin typeface="Cambria Math" panose="02040503050406030204" pitchFamily="18" charset="0"/>
                            </a:rPr>
                            <m:t>L</m:t>
                          </m:r>
                          <m:r>
                            <m:rPr>
                              <m:sty m:val="p"/>
                            </m:rPr>
                            <a:rPr lang="de-DE" b="0" i="0" smtClean="0">
                              <a:latin typeface="Cambria Math" panose="02040503050406030204" pitchFamily="18" charset="0"/>
                            </a:rPr>
                            <m:t>CA</m:t>
                          </m:r>
                          <m:d>
                            <m:dPr>
                              <m:ctrlPr>
                                <a:rPr lang="ar-AE">
                                  <a:latin typeface="Cambria Math" panose="02040503050406030204" pitchFamily="18" charset="0"/>
                                </a:rPr>
                              </m:ctrlPr>
                            </m:dPr>
                            <m:e>
                              <m:r>
                                <a:rPr lang="ar-AE">
                                  <a:latin typeface="Cambria Math" panose="02040503050406030204" pitchFamily="18" charset="0"/>
                                </a:rPr>
                                <m:t>𝑥</m:t>
                              </m:r>
                              <m:r>
                                <a:rPr lang="ar-AE">
                                  <a:latin typeface="Cambria Math" panose="02040503050406030204" pitchFamily="18" charset="0"/>
                                </a:rPr>
                                <m:t>,</m:t>
                              </m:r>
                              <m:r>
                                <a:rPr lang="ar-AE">
                                  <a:latin typeface="Cambria Math" panose="02040503050406030204" pitchFamily="18" charset="0"/>
                                </a:rPr>
                                <m:t>𝑦</m:t>
                              </m:r>
                            </m:e>
                          </m:d>
                          <m:r>
                            <a:rPr lang="ar-AE">
                              <a:latin typeface="Cambria Math" panose="02040503050406030204" pitchFamily="18" charset="0"/>
                            </a:rPr>
                            <m:t>:</m:t>
                          </m:r>
                          <m:r>
                            <a:rPr lang="ar-AE">
                              <a:latin typeface="Cambria Math" panose="02040503050406030204" pitchFamily="18" charset="0"/>
                            </a:rPr>
                            <m:t>𝜎</m:t>
                          </m:r>
                          <m:d>
                            <m:dPr>
                              <m:ctrlPr>
                                <a:rPr lang="ar-AE">
                                  <a:latin typeface="Cambria Math" panose="02040503050406030204" pitchFamily="18" charset="0"/>
                                </a:rPr>
                              </m:ctrlPr>
                            </m:dPr>
                            <m:e>
                              <m:r>
                                <a:rPr lang="ar-AE">
                                  <a:latin typeface="Cambria Math" panose="02040503050406030204" pitchFamily="18" charset="0"/>
                                </a:rPr>
                                <m:t>𝑦</m:t>
                              </m:r>
                            </m:e>
                          </m:d>
                          <m:r>
                            <a:rPr lang="ar-AE">
                              <a:latin typeface="Cambria Math" panose="02040503050406030204" pitchFamily="18" charset="0"/>
                            </a:rPr>
                            <m:t>=</m:t>
                          </m:r>
                          <m:r>
                            <a:rPr lang="ar-AE">
                              <a:latin typeface="Cambria Math" panose="02040503050406030204" pitchFamily="18" charset="0"/>
                            </a:rPr>
                            <m:t>𝜏</m:t>
                          </m:r>
                        </m:e>
                      </m:d>
                    </m:oMath>
                  </m:oMathPara>
                </a14:m>
                <a:endParaRPr dirty="0"/>
              </a:p>
            </p:txBody>
          </p:sp>
        </mc:Choice>
        <mc:Fallback>
          <p:sp>
            <p:nvSpPr>
              <p:cNvPr id="3" name="TextBox 2">
                <a:extLst>
                  <a:ext uri="{FF2B5EF4-FFF2-40B4-BE49-F238E27FC236}">
                    <a16:creationId xmlns:a16="http://schemas.microsoft.com/office/drawing/2014/main" id="{833D62FC-C6AF-6533-EAA1-FAD1E80CE4A7}"/>
                  </a:ext>
                </a:extLst>
              </p:cNvPr>
              <p:cNvSpPr txBox="1">
                <a:spLocks noRot="1" noChangeAspect="1" noMove="1" noResize="1" noEditPoints="1" noAdjustHandles="1" noChangeArrowheads="1" noChangeShapeType="1" noTextEdit="1"/>
              </p:cNvSpPr>
              <p:nvPr/>
            </p:nvSpPr>
            <p:spPr>
              <a:xfrm>
                <a:off x="2230900" y="1719000"/>
                <a:ext cx="4682200" cy="466200"/>
              </a:xfrm>
              <a:prstGeom prst="rect">
                <a:avLst/>
              </a:prstGeom>
              <a:blipFill>
                <a:blip r:embed="rId3"/>
                <a:stretch>
                  <a:fillRect b="-2703"/>
                </a:stretch>
              </a:blipFill>
            </p:spPr>
            <p:txBody>
              <a:bodyPr/>
              <a:lstStyle/>
              <a:p>
                <a:r>
                  <a:rPr lang="en-DE">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772C809A-DE1E-C425-D629-574C423DBEE5}"/>
                  </a:ext>
                </a:extLst>
              </p:cNvPr>
              <p:cNvSpPr txBox="1"/>
              <p:nvPr/>
            </p:nvSpPr>
            <p:spPr>
              <a:xfrm>
                <a:off x="2751480" y="1114560"/>
                <a:ext cx="3641400" cy="320040"/>
              </a:xfrm>
              <a:prstGeom prst="rect">
                <a:avLst/>
              </a:prstGeom>
            </p:spPr>
            <p:txBody>
              <a:bodyPr/>
              <a:lstStyle/>
              <a:p>
                <a:pPr/>
                <a14:m>
                  <m:oMathPara xmlns:m="http://schemas.openxmlformats.org/officeDocument/2006/math">
                    <m:oMath>
                      <m:r>
                        <a:rPr>
                          <a:latin typeface="Cambria Math" panose="02040503050406030204" pitchFamily="18" charset="0"/>
                        </a:rPr>
                        <m:t>∀</m:t>
                      </m:r>
                      <m:r>
                        <a:rPr>
                          <a:latin typeface="Cambria Math" panose="02040503050406030204" pitchFamily="18" charset="0"/>
                        </a:rPr>
                        <m:t>𝑥</m:t>
                      </m:r>
                      <m:r>
                        <a:rPr>
                          <a:latin typeface="Cambria Math" panose="02040503050406030204" pitchFamily="18" charset="0"/>
                        </a:rPr>
                        <m:t>∈</m:t>
                      </m:r>
                      <m:r>
                        <a:rPr>
                          <a:latin typeface="Cambria Math" panose="02040503050406030204" pitchFamily="18" charset="0"/>
                        </a:rPr>
                        <m:t>𝐿</m:t>
                      </m:r>
                      <m:d>
                        <m:dPr>
                          <m:ctrlPr>
                            <a:rPr>
                              <a:latin typeface="Cambria Math" panose="02040503050406030204" pitchFamily="18" charset="0"/>
                            </a:rPr>
                          </m:ctrlPr>
                        </m:dPr>
                        <m:e>
                          <m:r>
                            <a:rPr>
                              <a:latin typeface="Cambria Math" panose="02040503050406030204" pitchFamily="18" charset="0"/>
                            </a:rPr>
                            <m:t>𝑁</m:t>
                          </m:r>
                        </m:e>
                      </m:d>
                      <m:r>
                        <a:rPr>
                          <a:latin typeface="Cambria Math" panose="02040503050406030204" pitchFamily="18" charset="0"/>
                        </a:rPr>
                        <m:t>∧</m:t>
                      </m:r>
                      <m:r>
                        <a:rPr>
                          <a:latin typeface="Cambria Math" panose="02040503050406030204" pitchFamily="18" charset="0"/>
                        </a:rPr>
                        <m:t>𝜏</m:t>
                      </m:r>
                      <m:r>
                        <a:rPr>
                          <a:latin typeface="Cambria Math" panose="02040503050406030204" pitchFamily="18" charset="0"/>
                        </a:rPr>
                        <m:t>∈</m:t>
                      </m:r>
                      <m:r>
                        <a:rPr>
                          <a:latin typeface="Cambria Math" panose="02040503050406030204" pitchFamily="18" charset="0"/>
                        </a:rPr>
                        <m:t>𝜎</m:t>
                      </m:r>
                      <m:d>
                        <m:dPr>
                          <m:ctrlPr>
                            <a:rPr>
                              <a:latin typeface="Cambria Math" panose="02040503050406030204" pitchFamily="18" charset="0"/>
                            </a:rPr>
                          </m:ctrlPr>
                        </m:dPr>
                        <m:e>
                          <m:r>
                            <a:rPr>
                              <a:latin typeface="Cambria Math" panose="02040503050406030204" pitchFamily="18" charset="0"/>
                            </a:rPr>
                            <m:t>𝐿</m:t>
                          </m:r>
                          <m:d>
                            <m:dPr>
                              <m:ctrlPr>
                                <a:rPr>
                                  <a:latin typeface="Cambria Math" panose="02040503050406030204" pitchFamily="18" charset="0"/>
                                </a:rPr>
                              </m:ctrlPr>
                            </m:dPr>
                            <m:e>
                              <m:r>
                                <a:rPr>
                                  <a:latin typeface="Cambria Math" panose="02040503050406030204" pitchFamily="18" charset="0"/>
                                </a:rPr>
                                <m:t>𝑁</m:t>
                              </m:r>
                            </m:e>
                          </m:d>
                        </m:e>
                      </m:d>
                      <m:r>
                        <a:rPr>
                          <a:latin typeface="Cambria Math" panose="02040503050406030204" pitchFamily="18" charset="0"/>
                        </a:rPr>
                        <m:t>∖</m:t>
                      </m:r>
                      <m:d>
                        <m:dPr>
                          <m:begChr m:val="{"/>
                          <m:endChr m:val="}"/>
                          <m:ctrlPr>
                            <a:rPr>
                              <a:latin typeface="Cambria Math" panose="02040503050406030204" pitchFamily="18" charset="0"/>
                            </a:rPr>
                          </m:ctrlPr>
                        </m:dPr>
                        <m:e>
                          <m:r>
                            <a:rPr>
                              <a:latin typeface="Cambria Math" panose="02040503050406030204" pitchFamily="18" charset="0"/>
                            </a:rPr>
                            <m:t>𝜎</m:t>
                          </m:r>
                          <m:d>
                            <m:dPr>
                              <m:ctrlPr>
                                <a:rPr>
                                  <a:latin typeface="Cambria Math" panose="02040503050406030204" pitchFamily="18" charset="0"/>
                                </a:rPr>
                              </m:ctrlPr>
                            </m:dPr>
                            <m:e>
                              <m:r>
                                <a:rPr>
                                  <a:latin typeface="Cambria Math" panose="02040503050406030204" pitchFamily="18" charset="0"/>
                                </a:rPr>
                                <m:t>𝑥</m:t>
                              </m:r>
                            </m:e>
                          </m:d>
                        </m:e>
                      </m:d>
                    </m:oMath>
                  </m:oMathPara>
                </a14:m>
                <a:endParaRPr dirty="0"/>
              </a:p>
            </p:txBody>
          </p:sp>
        </mc:Choice>
        <mc:Fallback>
          <p:sp>
            <p:nvSpPr>
              <p:cNvPr id="4" name="TextBox 3">
                <a:extLst>
                  <a:ext uri="{FF2B5EF4-FFF2-40B4-BE49-F238E27FC236}">
                    <a16:creationId xmlns:a16="http://schemas.microsoft.com/office/drawing/2014/main" id="{772C809A-DE1E-C425-D629-574C423DBEE5}"/>
                  </a:ext>
                </a:extLst>
              </p:cNvPr>
              <p:cNvSpPr txBox="1">
                <a:spLocks noRot="1" noChangeAspect="1" noMove="1" noResize="1" noEditPoints="1" noAdjustHandles="1" noChangeArrowheads="1" noChangeShapeType="1" noTextEdit="1"/>
              </p:cNvSpPr>
              <p:nvPr/>
            </p:nvSpPr>
            <p:spPr>
              <a:xfrm>
                <a:off x="2751480" y="1114560"/>
                <a:ext cx="3641400" cy="320040"/>
              </a:xfrm>
              <a:prstGeom prst="rect">
                <a:avLst/>
              </a:prstGeom>
              <a:blipFill>
                <a:blip r:embed="rId4"/>
                <a:stretch>
                  <a:fillRect b="-38462"/>
                </a:stretch>
              </a:blipFill>
            </p:spPr>
            <p:txBody>
              <a:bodyPr/>
              <a:lstStyle/>
              <a:p>
                <a:r>
                  <a:rPr lang="en-DE">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4BF2211E-964B-9F52-5ED8-5FDFD55D804C}"/>
                  </a:ext>
                </a:extLst>
              </p:cNvPr>
              <p:cNvSpPr txBox="1"/>
              <p:nvPr/>
            </p:nvSpPr>
            <p:spPr>
              <a:xfrm>
                <a:off x="1513440" y="2971800"/>
                <a:ext cx="6117480" cy="329040"/>
              </a:xfrm>
              <a:prstGeom prst="rect">
                <a:avLst/>
              </a:prstGeom>
            </p:spPr>
            <p:txBody>
              <a:bodyPr/>
              <a:lstStyle/>
              <a:p>
                <a:pPr/>
                <a14:m>
                  <m:oMathPara xmlns:m="http://schemas.openxmlformats.org/officeDocument/2006/math">
                    <m:oMath>
                      <m:r>
                        <a:rPr lang="ar-AE" smtClean="0">
                          <a:latin typeface="Cambria Math" panose="02040503050406030204" pitchFamily="18" charset="0"/>
                        </a:rPr>
                        <m:t>∀</m:t>
                      </m:r>
                      <m:r>
                        <a:rPr lang="ar-AE" smtClean="0">
                          <a:latin typeface="Cambria Math" panose="02040503050406030204" pitchFamily="18" charset="0"/>
                        </a:rPr>
                        <m:t>𝑥</m:t>
                      </m:r>
                      <m:r>
                        <a:rPr lang="ar-AE" smtClean="0">
                          <a:latin typeface="Cambria Math" panose="02040503050406030204" pitchFamily="18" charset="0"/>
                        </a:rPr>
                        <m:t>,</m:t>
                      </m:r>
                      <m:r>
                        <a:rPr lang="ar-AE" smtClean="0">
                          <a:latin typeface="Cambria Math" panose="02040503050406030204" pitchFamily="18" charset="0"/>
                        </a:rPr>
                        <m:t>𝑦</m:t>
                      </m:r>
                      <m:r>
                        <a:rPr lang="ar-AE" smtClean="0">
                          <a:latin typeface="Cambria Math" panose="02040503050406030204" pitchFamily="18" charset="0"/>
                        </a:rPr>
                        <m:t>∈</m:t>
                      </m:r>
                      <m:r>
                        <a:rPr lang="ar-AE" smtClean="0">
                          <a:latin typeface="Cambria Math" panose="02040503050406030204" pitchFamily="18" charset="0"/>
                        </a:rPr>
                        <m:t>𝐿</m:t>
                      </m:r>
                      <m:d>
                        <m:dPr>
                          <m:ctrlPr>
                            <a:rPr lang="ar-AE">
                              <a:latin typeface="Cambria Math" panose="02040503050406030204" pitchFamily="18" charset="0"/>
                            </a:rPr>
                          </m:ctrlPr>
                        </m:dPr>
                        <m:e>
                          <m:r>
                            <a:rPr lang="ar-AE">
                              <a:latin typeface="Cambria Math" panose="02040503050406030204" pitchFamily="18" charset="0"/>
                            </a:rPr>
                            <m:t>𝑁</m:t>
                          </m:r>
                        </m:e>
                      </m:d>
                      <m:r>
                        <a:rPr lang="ar-AE">
                          <a:latin typeface="Cambria Math" panose="02040503050406030204" pitchFamily="18" charset="0"/>
                        </a:rPr>
                        <m:t>,</m:t>
                      </m:r>
                      <m:r>
                        <a:rPr lang="ar-AE">
                          <a:latin typeface="Cambria Math" panose="02040503050406030204" pitchFamily="18" charset="0"/>
                        </a:rPr>
                        <m:t>𝜎</m:t>
                      </m:r>
                      <m:d>
                        <m:dPr>
                          <m:ctrlPr>
                            <a:rPr lang="ar-AE">
                              <a:latin typeface="Cambria Math" panose="02040503050406030204" pitchFamily="18" charset="0"/>
                            </a:rPr>
                          </m:ctrlPr>
                        </m:dPr>
                        <m:e>
                          <m:r>
                            <a:rPr lang="ar-AE">
                              <a:latin typeface="Cambria Math" panose="02040503050406030204" pitchFamily="18" charset="0"/>
                            </a:rPr>
                            <m:t>𝑦</m:t>
                          </m:r>
                        </m:e>
                      </m:d>
                      <m:r>
                        <a:rPr lang="ar-AE">
                          <a:latin typeface="Cambria Math" panose="02040503050406030204" pitchFamily="18" charset="0"/>
                        </a:rPr>
                        <m:t>≠</m:t>
                      </m:r>
                      <m:r>
                        <a:rPr lang="ar-AE">
                          <a:latin typeface="Cambria Math" panose="02040503050406030204" pitchFamily="18" charset="0"/>
                        </a:rPr>
                        <m:t>𝜎</m:t>
                      </m:r>
                      <m:d>
                        <m:dPr>
                          <m:ctrlPr>
                            <a:rPr lang="ar-AE">
                              <a:latin typeface="Cambria Math" panose="02040503050406030204" pitchFamily="18" charset="0"/>
                            </a:rPr>
                          </m:ctrlPr>
                        </m:dPr>
                        <m:e>
                          <m:r>
                            <a:rPr lang="ar-AE">
                              <a:latin typeface="Cambria Math" panose="02040503050406030204" pitchFamily="18" charset="0"/>
                            </a:rPr>
                            <m:t>𝑥</m:t>
                          </m:r>
                        </m:e>
                      </m:d>
                      <m:r>
                        <a:rPr lang="ar-AE">
                          <a:latin typeface="Cambria Math" panose="02040503050406030204" pitchFamily="18" charset="0"/>
                        </a:rPr>
                        <m:t>:</m:t>
                      </m:r>
                      <m:r>
                        <m:rPr>
                          <m:sty m:val="p"/>
                        </m:rPr>
                        <a:rPr lang="en-GB" b="0" i="0" smtClean="0">
                          <a:latin typeface="Cambria Math" panose="02040503050406030204" pitchFamily="18" charset="0"/>
                        </a:rPr>
                        <m:t>L</m:t>
                      </m:r>
                      <m:r>
                        <m:rPr>
                          <m:sty m:val="p"/>
                        </m:rPr>
                        <a:rPr lang="de-DE" b="0" i="0" smtClean="0">
                          <a:latin typeface="Cambria Math" panose="02040503050406030204" pitchFamily="18" charset="0"/>
                        </a:rPr>
                        <m:t>CA</m:t>
                      </m:r>
                      <m:d>
                        <m:dPr>
                          <m:ctrlPr>
                            <a:rPr lang="ar-AE">
                              <a:latin typeface="Cambria Math" panose="02040503050406030204" pitchFamily="18" charset="0"/>
                            </a:rPr>
                          </m:ctrlPr>
                        </m:dPr>
                        <m:e>
                          <m:r>
                            <a:rPr lang="ar-AE">
                              <a:latin typeface="Cambria Math" panose="02040503050406030204" pitchFamily="18" charset="0"/>
                            </a:rPr>
                            <m:t>𝑥</m:t>
                          </m:r>
                          <m:r>
                            <a:rPr lang="ar-AE">
                              <a:latin typeface="Cambria Math" panose="02040503050406030204" pitchFamily="18" charset="0"/>
                            </a:rPr>
                            <m:t>,</m:t>
                          </m:r>
                          <m:r>
                            <a:rPr lang="ar-AE">
                              <a:latin typeface="Cambria Math" panose="02040503050406030204" pitchFamily="18" charset="0"/>
                            </a:rPr>
                            <m:t>𝑦</m:t>
                          </m:r>
                        </m:e>
                      </m:d>
                      <m:r>
                        <a:rPr lang="ar-AE">
                          <a:latin typeface="Cambria Math" panose="02040503050406030204" pitchFamily="18" charset="0"/>
                        </a:rPr>
                        <m:t>∩</m:t>
                      </m:r>
                      <m:r>
                        <a:rPr lang="ar-AE">
                          <a:latin typeface="Cambria Math" panose="02040503050406030204" pitchFamily="18" charset="0"/>
                        </a:rPr>
                        <m:t>𝑄</m:t>
                      </m:r>
                      <m:d>
                        <m:dPr>
                          <m:ctrlPr>
                            <a:rPr lang="ar-AE">
                              <a:latin typeface="Cambria Math" panose="02040503050406030204" pitchFamily="18" charset="0"/>
                            </a:rPr>
                          </m:ctrlPr>
                        </m:dPr>
                        <m:e>
                          <m:r>
                            <a:rPr lang="ar-AE">
                              <a:latin typeface="Cambria Math" panose="02040503050406030204" pitchFamily="18" charset="0"/>
                            </a:rPr>
                            <m:t>𝑥</m:t>
                          </m:r>
                          <m:r>
                            <a:rPr lang="ar-AE">
                              <a:latin typeface="Cambria Math" panose="02040503050406030204" pitchFamily="18" charset="0"/>
                            </a:rPr>
                            <m:t>,</m:t>
                          </m:r>
                          <m:r>
                            <a:rPr lang="ar-AE">
                              <a:latin typeface="Cambria Math" panose="02040503050406030204" pitchFamily="18" charset="0"/>
                            </a:rPr>
                            <m:t>𝜎</m:t>
                          </m:r>
                          <m:d>
                            <m:dPr>
                              <m:ctrlPr>
                                <a:rPr lang="ar-AE">
                                  <a:latin typeface="Cambria Math" panose="02040503050406030204" pitchFamily="18" charset="0"/>
                                </a:rPr>
                              </m:ctrlPr>
                            </m:dPr>
                            <m:e>
                              <m:r>
                                <a:rPr lang="ar-AE">
                                  <a:latin typeface="Cambria Math" panose="02040503050406030204" pitchFamily="18" charset="0"/>
                                </a:rPr>
                                <m:t>𝑦</m:t>
                              </m:r>
                            </m:e>
                          </m:d>
                        </m:e>
                      </m:d>
                      <m:r>
                        <a:rPr lang="ar-AE">
                          <a:latin typeface="Cambria Math" panose="02040503050406030204" pitchFamily="18" charset="0"/>
                        </a:rPr>
                        <m:t>≠∅</m:t>
                      </m:r>
                    </m:oMath>
                  </m:oMathPara>
                </a14:m>
                <a:endParaRPr dirty="0"/>
              </a:p>
            </p:txBody>
          </p:sp>
        </mc:Choice>
        <mc:Fallback>
          <p:sp>
            <p:nvSpPr>
              <p:cNvPr id="5" name="TextBox 4">
                <a:extLst>
                  <a:ext uri="{FF2B5EF4-FFF2-40B4-BE49-F238E27FC236}">
                    <a16:creationId xmlns:a16="http://schemas.microsoft.com/office/drawing/2014/main" id="{4BF2211E-964B-9F52-5ED8-5FDFD55D804C}"/>
                  </a:ext>
                </a:extLst>
              </p:cNvPr>
              <p:cNvSpPr txBox="1">
                <a:spLocks noRot="1" noChangeAspect="1" noMove="1" noResize="1" noEditPoints="1" noAdjustHandles="1" noChangeArrowheads="1" noChangeShapeType="1" noTextEdit="1"/>
              </p:cNvSpPr>
              <p:nvPr/>
            </p:nvSpPr>
            <p:spPr>
              <a:xfrm>
                <a:off x="1513440" y="2971800"/>
                <a:ext cx="6117480" cy="329040"/>
              </a:xfrm>
              <a:prstGeom prst="rect">
                <a:avLst/>
              </a:prstGeom>
              <a:blipFill>
                <a:blip r:embed="rId5"/>
                <a:stretch>
                  <a:fillRect b="-30769"/>
                </a:stretch>
              </a:blipFill>
            </p:spPr>
            <p:txBody>
              <a:bodyPr/>
              <a:lstStyle/>
              <a:p>
                <a:r>
                  <a:rPr lang="en-DE">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648BD785-70D9-AE1A-18E9-E99A67A93F56}"/>
                  </a:ext>
                </a:extLst>
              </p:cNvPr>
              <p:cNvSpPr txBox="1"/>
              <p:nvPr/>
            </p:nvSpPr>
            <p:spPr>
              <a:xfrm>
                <a:off x="1740960" y="4114800"/>
                <a:ext cx="5662080" cy="329040"/>
              </a:xfrm>
              <a:prstGeom prst="rect">
                <a:avLst/>
              </a:prstGeom>
            </p:spPr>
            <p:txBody>
              <a:bodyPr/>
              <a:lstStyle/>
              <a:p>
                <a:pPr/>
                <a14:m>
                  <m:oMathPara xmlns:m="http://schemas.openxmlformats.org/officeDocument/2006/math">
                    <m:oMath>
                      <m:r>
                        <a:rPr lang="ar-AE" smtClean="0">
                          <a:latin typeface="Cambria Math" panose="02040503050406030204" pitchFamily="18" charset="0"/>
                        </a:rPr>
                        <m:t>∀</m:t>
                      </m:r>
                      <m:r>
                        <a:rPr lang="ar-AE" smtClean="0">
                          <a:latin typeface="Cambria Math" panose="02040503050406030204" pitchFamily="18" charset="0"/>
                        </a:rPr>
                        <m:t>𝑥</m:t>
                      </m:r>
                      <m:r>
                        <a:rPr lang="ar-AE" smtClean="0">
                          <a:latin typeface="Cambria Math" panose="02040503050406030204" pitchFamily="18" charset="0"/>
                        </a:rPr>
                        <m:t>,</m:t>
                      </m:r>
                      <m:r>
                        <a:rPr lang="ar-AE" smtClean="0">
                          <a:latin typeface="Cambria Math" panose="02040503050406030204" pitchFamily="18" charset="0"/>
                        </a:rPr>
                        <m:t>𝑦</m:t>
                      </m:r>
                      <m:r>
                        <a:rPr lang="ar-AE" smtClean="0">
                          <a:latin typeface="Cambria Math" panose="02040503050406030204" pitchFamily="18" charset="0"/>
                        </a:rPr>
                        <m:t>∈</m:t>
                      </m:r>
                      <m:r>
                        <a:rPr lang="ar-AE" smtClean="0">
                          <a:latin typeface="Cambria Math" panose="02040503050406030204" pitchFamily="18" charset="0"/>
                        </a:rPr>
                        <m:t>𝐿</m:t>
                      </m:r>
                      <m:d>
                        <m:dPr>
                          <m:ctrlPr>
                            <a:rPr lang="ar-AE">
                              <a:latin typeface="Cambria Math" panose="02040503050406030204" pitchFamily="18" charset="0"/>
                            </a:rPr>
                          </m:ctrlPr>
                        </m:dPr>
                        <m:e>
                          <m:r>
                            <a:rPr lang="ar-AE">
                              <a:latin typeface="Cambria Math" panose="02040503050406030204" pitchFamily="18" charset="0"/>
                            </a:rPr>
                            <m:t>𝑁</m:t>
                          </m:r>
                        </m:e>
                      </m:d>
                      <m:r>
                        <a:rPr lang="ar-AE">
                          <a:latin typeface="Cambria Math" panose="02040503050406030204" pitchFamily="18" charset="0"/>
                        </a:rPr>
                        <m:t>,</m:t>
                      </m:r>
                      <m:r>
                        <a:rPr lang="ar-AE">
                          <a:latin typeface="Cambria Math" panose="02040503050406030204" pitchFamily="18" charset="0"/>
                        </a:rPr>
                        <m:t>𝜎</m:t>
                      </m:r>
                      <m:d>
                        <m:dPr>
                          <m:ctrlPr>
                            <a:rPr lang="ar-AE">
                              <a:latin typeface="Cambria Math" panose="02040503050406030204" pitchFamily="18" charset="0"/>
                            </a:rPr>
                          </m:ctrlPr>
                        </m:dPr>
                        <m:e>
                          <m:r>
                            <a:rPr lang="ar-AE">
                              <a:latin typeface="Cambria Math" panose="02040503050406030204" pitchFamily="18" charset="0"/>
                            </a:rPr>
                            <m:t>𝑦</m:t>
                          </m:r>
                        </m:e>
                      </m:d>
                      <m:r>
                        <a:rPr lang="ar-AE">
                          <a:latin typeface="Cambria Math" panose="02040503050406030204" pitchFamily="18" charset="0"/>
                        </a:rPr>
                        <m:t>≠</m:t>
                      </m:r>
                      <m:r>
                        <a:rPr lang="ar-AE">
                          <a:latin typeface="Cambria Math" panose="02040503050406030204" pitchFamily="18" charset="0"/>
                        </a:rPr>
                        <m:t>𝜎</m:t>
                      </m:r>
                      <m:d>
                        <m:dPr>
                          <m:ctrlPr>
                            <a:rPr lang="ar-AE">
                              <a:latin typeface="Cambria Math" panose="02040503050406030204" pitchFamily="18" charset="0"/>
                            </a:rPr>
                          </m:ctrlPr>
                        </m:dPr>
                        <m:e>
                          <m:r>
                            <a:rPr lang="ar-AE">
                              <a:latin typeface="Cambria Math" panose="02040503050406030204" pitchFamily="18" charset="0"/>
                            </a:rPr>
                            <m:t>𝑥</m:t>
                          </m:r>
                        </m:e>
                      </m:d>
                      <m:r>
                        <a:rPr lang="ar-AE">
                          <a:latin typeface="Cambria Math" panose="02040503050406030204" pitchFamily="18" charset="0"/>
                        </a:rPr>
                        <m:t>:</m:t>
                      </m:r>
                      <m:r>
                        <m:rPr>
                          <m:sty m:val="p"/>
                        </m:rPr>
                        <a:rPr lang="en-GB" b="0" i="0" smtClean="0">
                          <a:latin typeface="Cambria Math" panose="02040503050406030204" pitchFamily="18" charset="0"/>
                        </a:rPr>
                        <m:t>L</m:t>
                      </m:r>
                      <m:r>
                        <m:rPr>
                          <m:sty m:val="p"/>
                        </m:rPr>
                        <a:rPr lang="de-DE" b="0" i="0" smtClean="0">
                          <a:latin typeface="Cambria Math" panose="02040503050406030204" pitchFamily="18" charset="0"/>
                        </a:rPr>
                        <m:t>CA</m:t>
                      </m:r>
                      <m:d>
                        <m:dPr>
                          <m:ctrlPr>
                            <a:rPr lang="ar-AE">
                              <a:latin typeface="Cambria Math" panose="02040503050406030204" pitchFamily="18" charset="0"/>
                            </a:rPr>
                          </m:ctrlPr>
                        </m:dPr>
                        <m:e>
                          <m:r>
                            <a:rPr lang="ar-AE">
                              <a:latin typeface="Cambria Math" panose="02040503050406030204" pitchFamily="18" charset="0"/>
                            </a:rPr>
                            <m:t>𝑥</m:t>
                          </m:r>
                          <m:r>
                            <a:rPr lang="ar-AE">
                              <a:latin typeface="Cambria Math" panose="02040503050406030204" pitchFamily="18" charset="0"/>
                            </a:rPr>
                            <m:t>,</m:t>
                          </m:r>
                          <m:r>
                            <a:rPr lang="ar-AE">
                              <a:latin typeface="Cambria Math" panose="02040503050406030204" pitchFamily="18" charset="0"/>
                            </a:rPr>
                            <m:t>𝑦</m:t>
                          </m:r>
                        </m:e>
                      </m:d>
                      <m:r>
                        <a:rPr lang="ar-AE">
                          <a:latin typeface="Cambria Math" panose="02040503050406030204" pitchFamily="18" charset="0"/>
                        </a:rPr>
                        <m:t>⊆</m:t>
                      </m:r>
                      <m:r>
                        <a:rPr lang="ar-AE">
                          <a:latin typeface="Cambria Math" panose="02040503050406030204" pitchFamily="18" charset="0"/>
                        </a:rPr>
                        <m:t>𝑄</m:t>
                      </m:r>
                      <m:d>
                        <m:dPr>
                          <m:ctrlPr>
                            <a:rPr lang="ar-AE">
                              <a:latin typeface="Cambria Math" panose="02040503050406030204" pitchFamily="18" charset="0"/>
                            </a:rPr>
                          </m:ctrlPr>
                        </m:dPr>
                        <m:e>
                          <m:r>
                            <a:rPr lang="ar-AE">
                              <a:latin typeface="Cambria Math" panose="02040503050406030204" pitchFamily="18" charset="0"/>
                            </a:rPr>
                            <m:t>𝑥</m:t>
                          </m:r>
                          <m:r>
                            <a:rPr lang="ar-AE">
                              <a:latin typeface="Cambria Math" panose="02040503050406030204" pitchFamily="18" charset="0"/>
                            </a:rPr>
                            <m:t>,</m:t>
                          </m:r>
                          <m:r>
                            <a:rPr lang="ar-AE">
                              <a:latin typeface="Cambria Math" panose="02040503050406030204" pitchFamily="18" charset="0"/>
                            </a:rPr>
                            <m:t>𝜎</m:t>
                          </m:r>
                          <m:d>
                            <m:dPr>
                              <m:ctrlPr>
                                <a:rPr lang="ar-AE">
                                  <a:latin typeface="Cambria Math" panose="02040503050406030204" pitchFamily="18" charset="0"/>
                                </a:rPr>
                              </m:ctrlPr>
                            </m:dPr>
                            <m:e>
                              <m:r>
                                <a:rPr lang="ar-AE">
                                  <a:latin typeface="Cambria Math" panose="02040503050406030204" pitchFamily="18" charset="0"/>
                                </a:rPr>
                                <m:t>𝑦</m:t>
                              </m:r>
                            </m:e>
                          </m:d>
                        </m:e>
                      </m:d>
                    </m:oMath>
                  </m:oMathPara>
                </a14:m>
                <a:endParaRPr dirty="0"/>
              </a:p>
            </p:txBody>
          </p:sp>
        </mc:Choice>
        <mc:Fallback>
          <p:sp>
            <p:nvSpPr>
              <p:cNvPr id="10" name="TextBox 9">
                <a:extLst>
                  <a:ext uri="{FF2B5EF4-FFF2-40B4-BE49-F238E27FC236}">
                    <a16:creationId xmlns:a16="http://schemas.microsoft.com/office/drawing/2014/main" id="{648BD785-70D9-AE1A-18E9-E99A67A93F56}"/>
                  </a:ext>
                </a:extLst>
              </p:cNvPr>
              <p:cNvSpPr txBox="1">
                <a:spLocks noRot="1" noChangeAspect="1" noMove="1" noResize="1" noEditPoints="1" noAdjustHandles="1" noChangeArrowheads="1" noChangeShapeType="1" noTextEdit="1"/>
              </p:cNvSpPr>
              <p:nvPr/>
            </p:nvSpPr>
            <p:spPr>
              <a:xfrm>
                <a:off x="1740960" y="4114800"/>
                <a:ext cx="5662080" cy="329040"/>
              </a:xfrm>
              <a:prstGeom prst="rect">
                <a:avLst/>
              </a:prstGeom>
              <a:blipFill>
                <a:blip r:embed="rId6"/>
                <a:stretch>
                  <a:fillRect b="-30769"/>
                </a:stretch>
              </a:blipFill>
            </p:spPr>
            <p:txBody>
              <a:bodyPr/>
              <a:lstStyle/>
              <a:p>
                <a:r>
                  <a:rPr lang="en-DE">
                    <a:noFill/>
                  </a:rPr>
                  <a:t> </a:t>
                </a:r>
              </a:p>
            </p:txBody>
          </p:sp>
        </mc:Fallback>
      </mc:AlternateContent>
      <p:sp>
        <p:nvSpPr>
          <p:cNvPr id="11" name="Inhaltsplatzhalter 1">
            <a:extLst>
              <a:ext uri="{FF2B5EF4-FFF2-40B4-BE49-F238E27FC236}">
                <a16:creationId xmlns:a16="http://schemas.microsoft.com/office/drawing/2014/main" id="{79335FEE-9674-FEF8-59DA-8F7CE2E1B148}"/>
              </a:ext>
            </a:extLst>
          </p:cNvPr>
          <p:cNvSpPr txBox="1"/>
          <p:nvPr/>
        </p:nvSpPr>
        <p:spPr>
          <a:xfrm>
            <a:off x="3314880" y="2514600"/>
            <a:ext cx="2514600" cy="440280"/>
          </a:xfrm>
          <a:prstGeom prst="rect">
            <a:avLst/>
          </a:prstGeom>
          <a:noFill/>
          <a:ln w="0">
            <a:noFill/>
          </a:ln>
        </p:spPr>
        <p:txBody>
          <a:bodyPr lIns="90000" tIns="45000" rIns="90000" bIns="45000" anchor="t">
            <a:normAutofit/>
          </a:bodyPr>
          <a:lstStyle/>
          <a:p>
            <a:pPr defTabSz="457200">
              <a:lnSpc>
                <a:spcPct val="100000"/>
              </a:lnSpc>
              <a:spcBef>
                <a:spcPts val="360"/>
              </a:spcBef>
              <a:tabLst>
                <a:tab pos="0" algn="l"/>
              </a:tabLst>
            </a:pPr>
            <a:r>
              <a:rPr lang="de-DE" sz="1800" b="0" u="none" strike="noStrike">
                <a:solidFill>
                  <a:schemeClr val="dk1"/>
                </a:solidFill>
                <a:effectLst/>
                <a:uFillTx/>
                <a:latin typeface="Arial Unicode MS"/>
                <a:ea typeface="ＭＳ Ｐゴシック"/>
              </a:rPr>
              <a:t>Weak Best Matches: </a:t>
            </a:r>
            <a:endParaRPr lang="de-DE" sz="1800" b="0" u="none" strike="noStrike" cap="all">
              <a:solidFill>
                <a:schemeClr val="dk1"/>
              </a:solidFill>
              <a:effectLst/>
              <a:uFillTx/>
              <a:latin typeface="Arial Unicode MS"/>
            </a:endParaRPr>
          </a:p>
        </p:txBody>
      </p:sp>
      <p:sp>
        <p:nvSpPr>
          <p:cNvPr id="12" name="Inhaltsplatzhalter 5">
            <a:extLst>
              <a:ext uri="{FF2B5EF4-FFF2-40B4-BE49-F238E27FC236}">
                <a16:creationId xmlns:a16="http://schemas.microsoft.com/office/drawing/2014/main" id="{B956435A-70F9-1896-BDD5-7BE35938EEEE}"/>
              </a:ext>
            </a:extLst>
          </p:cNvPr>
          <p:cNvSpPr txBox="1"/>
          <p:nvPr/>
        </p:nvSpPr>
        <p:spPr>
          <a:xfrm>
            <a:off x="3372120" y="3661920"/>
            <a:ext cx="2400120" cy="440280"/>
          </a:xfrm>
          <a:prstGeom prst="rect">
            <a:avLst/>
          </a:prstGeom>
          <a:noFill/>
          <a:ln w="0">
            <a:noFill/>
          </a:ln>
        </p:spPr>
        <p:txBody>
          <a:bodyPr lIns="90000" tIns="45000" rIns="90000" bIns="45000" anchor="t">
            <a:normAutofit/>
          </a:bodyPr>
          <a:lstStyle/>
          <a:p>
            <a:pPr defTabSz="457200">
              <a:lnSpc>
                <a:spcPct val="100000"/>
              </a:lnSpc>
              <a:spcBef>
                <a:spcPts val="360"/>
              </a:spcBef>
              <a:tabLst>
                <a:tab pos="0" algn="l"/>
              </a:tabLst>
            </a:pPr>
            <a:r>
              <a:rPr lang="de-DE" sz="1800" b="0" u="none" strike="noStrike">
                <a:solidFill>
                  <a:schemeClr val="dk1"/>
                </a:solidFill>
                <a:effectLst/>
                <a:uFillTx/>
                <a:latin typeface="Arial Unicode MS"/>
                <a:ea typeface="ＭＳ Ｐゴシック"/>
              </a:rPr>
              <a:t>Strict Best Matches: </a:t>
            </a:r>
            <a:endParaRPr lang="de-DE" sz="1800" b="0" u="none" strike="noStrike" cap="all">
              <a:solidFill>
                <a:schemeClr val="dk1"/>
              </a:solidFill>
              <a:effectLst/>
              <a:uFillTx/>
              <a:latin typeface="Arial Unicode MS"/>
            </a:endParaRPr>
          </a:p>
        </p:txBody>
      </p:sp>
    </p:spTree>
    <p:extLst>
      <p:ext uri="{BB962C8B-B14F-4D97-AF65-F5344CB8AC3E}">
        <p14:creationId xmlns:p14="http://schemas.microsoft.com/office/powerpoint/2010/main" val="7204016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DC0BB0-87BC-AD8B-0386-974746CFFD16}"/>
            </a:ext>
          </a:extLst>
        </p:cNvPr>
        <p:cNvGrpSpPr/>
        <p:nvPr/>
      </p:nvGrpSpPr>
      <p:grpSpPr>
        <a:xfrm>
          <a:off x="0" y="0"/>
          <a:ext cx="0" cy="0"/>
          <a:chOff x="0" y="0"/>
          <a:chExt cx="0" cy="0"/>
        </a:xfrm>
      </p:grpSpPr>
      <p:sp>
        <p:nvSpPr>
          <p:cNvPr id="6" name="Foliennummernplatzhalter 1">
            <a:extLst>
              <a:ext uri="{FF2B5EF4-FFF2-40B4-BE49-F238E27FC236}">
                <a16:creationId xmlns:a16="http://schemas.microsoft.com/office/drawing/2014/main" id="{CD7FB9F4-9A66-D526-66F6-EAE8A1ACF0B1}"/>
              </a:ext>
            </a:extLst>
          </p:cNvPr>
          <p:cNvSpPr>
            <a:spLocks noGrp="1"/>
          </p:cNvSpPr>
          <p:nvPr>
            <p:ph type="sldNum" sz="quarter" idx="4"/>
          </p:nvPr>
        </p:nvSpPr>
        <p:spPr>
          <a:xfrm>
            <a:off x="7948613" y="4879075"/>
            <a:ext cx="742950" cy="204716"/>
          </a:xfrm>
        </p:spPr>
        <p:txBody>
          <a:bodyPr/>
          <a:lstStyle/>
          <a:p>
            <a:pPr>
              <a:defRPr/>
            </a:pPr>
            <a:fld id="{ABC642DC-4027-4785-8EC1-7265DE27C531}" type="slidenum">
              <a:rPr lang="de-DE" altLang="de-DE" sz="1000" smtClean="0">
                <a:solidFill>
                  <a:srgbClr val="D8413E"/>
                </a:solidFill>
                <a:latin typeface="Arial" panose="020B0604020202020204" pitchFamily="34" charset="0"/>
                <a:cs typeface="Arial" panose="020B0604020202020204" pitchFamily="34" charset="0"/>
              </a:rPr>
              <a:t>4</a:t>
            </a:fld>
            <a:endParaRPr lang="de-DE" altLang="de-DE" sz="1000" dirty="0">
              <a:solidFill>
                <a:srgbClr val="D8413E"/>
              </a:solidFill>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610DFBEE-19A9-35A2-0E0F-BA2765674DA7}"/>
              </a:ext>
            </a:extLst>
          </p:cNvPr>
          <p:cNvPicPr>
            <a:picLocks noChangeAspect="1"/>
          </p:cNvPicPr>
          <p:nvPr/>
        </p:nvPicPr>
        <p:blipFill>
          <a:blip r:embed="rId3"/>
          <a:stretch>
            <a:fillRect/>
          </a:stretch>
        </p:blipFill>
        <p:spPr>
          <a:xfrm flipV="1">
            <a:off x="0" y="25718"/>
            <a:ext cx="4381751" cy="433530"/>
          </a:xfrm>
          <a:prstGeom prst="rect">
            <a:avLst/>
          </a:prstGeom>
        </p:spPr>
      </p:pic>
      <p:pic>
        <p:nvPicPr>
          <p:cNvPr id="8" name="Picture 7">
            <a:extLst>
              <a:ext uri="{FF2B5EF4-FFF2-40B4-BE49-F238E27FC236}">
                <a16:creationId xmlns:a16="http://schemas.microsoft.com/office/drawing/2014/main" id="{2911FA39-FA4A-307C-0413-71AAA796CFCE}"/>
              </a:ext>
            </a:extLst>
          </p:cNvPr>
          <p:cNvPicPr>
            <a:picLocks noChangeAspect="1"/>
          </p:cNvPicPr>
          <p:nvPr/>
        </p:nvPicPr>
        <p:blipFill>
          <a:blip r:embed="rId3"/>
          <a:stretch>
            <a:fillRect/>
          </a:stretch>
        </p:blipFill>
        <p:spPr>
          <a:xfrm flipV="1">
            <a:off x="264568" y="4639847"/>
            <a:ext cx="8613101" cy="443942"/>
          </a:xfrm>
          <a:prstGeom prst="rect">
            <a:avLst/>
          </a:prstGeom>
        </p:spPr>
      </p:pic>
      <p:sp>
        <p:nvSpPr>
          <p:cNvPr id="21506" name="Titel 1">
            <a:extLst>
              <a:ext uri="{FF2B5EF4-FFF2-40B4-BE49-F238E27FC236}">
                <a16:creationId xmlns:a16="http://schemas.microsoft.com/office/drawing/2014/main" id="{CBF13D32-DD94-BAEB-1B7A-09D235420533}"/>
              </a:ext>
            </a:extLst>
          </p:cNvPr>
          <p:cNvSpPr>
            <a:spLocks noGrp="1"/>
          </p:cNvSpPr>
          <p:nvPr>
            <p:ph type="title"/>
          </p:nvPr>
        </p:nvSpPr>
        <p:spPr bwMode="auto">
          <a:xfrm>
            <a:off x="264569" y="-136930"/>
            <a:ext cx="8234363" cy="758825"/>
          </a:xfrm>
        </p:spPr>
        <p:txBody>
          <a:bodyPr wrap="square" numCol="1" anchorCtr="0" compatLnSpc="1">
            <a:prstTxWarp prst="textNoShape">
              <a:avLst/>
            </a:prstTxWarp>
          </a:bodyPr>
          <a:lstStyle/>
          <a:p>
            <a:pPr eaLnBrk="1" hangingPunct="1">
              <a:defRPr/>
            </a:pPr>
            <a:r>
              <a:rPr lang="de-DE" altLang="de-DE" dirty="0" err="1">
                <a:latin typeface="Arial" panose="020B0604020202020204" pitchFamily="34" charset="0"/>
                <a:cs typeface="Arial" panose="020B0604020202020204" pitchFamily="34" charset="0"/>
              </a:rPr>
              <a:t>Objective</a:t>
            </a:r>
            <a:r>
              <a:rPr lang="de-DE" altLang="de-DE" dirty="0">
                <a:latin typeface="Arial" panose="020B0604020202020204" pitchFamily="34" charset="0"/>
                <a:cs typeface="Arial" panose="020B0604020202020204" pitchFamily="34" charset="0"/>
              </a:rPr>
              <a:t> 1a</a:t>
            </a:r>
            <a:endParaRPr lang="de-DE" altLang="de-DE" cap="none" dirty="0">
              <a:latin typeface="Arial" panose="020B0604020202020204" pitchFamily="34" charset="0"/>
              <a:cs typeface="Arial" panose="020B0604020202020204" pitchFamily="34" charset="0"/>
            </a:endParaRPr>
          </a:p>
        </p:txBody>
      </p:sp>
      <p:sp>
        <p:nvSpPr>
          <p:cNvPr id="9" name="Titel 1">
            <a:extLst>
              <a:ext uri="{FF2B5EF4-FFF2-40B4-BE49-F238E27FC236}">
                <a16:creationId xmlns:a16="http://schemas.microsoft.com/office/drawing/2014/main" id="{875DB290-5A43-05CD-E9A6-262850C7C474}"/>
              </a:ext>
            </a:extLst>
          </p:cNvPr>
          <p:cNvSpPr txBox="1">
            <a:spLocks/>
          </p:cNvSpPr>
          <p:nvPr/>
        </p:nvSpPr>
        <p:spPr bwMode="auto">
          <a:xfrm>
            <a:off x="382390" y="356218"/>
            <a:ext cx="8234363" cy="758825"/>
          </a:xfrm>
          <a:prstGeom prst="rect">
            <a:avLst/>
          </a:prstGeom>
        </p:spPr>
        <p:txBody>
          <a:bodyPr wrap="square" numCol="1" anchor="b" anchorCtr="0" compatLnSpc="1">
            <a:prstTxWarp prst="textNoShape">
              <a:avLst/>
            </a:prstTxWarp>
          </a:bodyPr>
          <a:lstStyle>
            <a:lvl1pPr algn="l" defTabSz="457200" rtl="0" eaLnBrk="1" fontAlgn="base" hangingPunct="1">
              <a:spcBef>
                <a:spcPct val="0"/>
              </a:spcBef>
              <a:spcAft>
                <a:spcPct val="0"/>
              </a:spcAft>
              <a:defRPr sz="2000" b="1" kern="12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buClr>
                <a:srgbClr val="D8413E"/>
              </a:buClr>
              <a:defRPr/>
            </a:pPr>
            <a:r>
              <a:rPr lang="en-DE" sz="1400" b="0" dirty="0"/>
              <a:t>Check whether every best match is also a weak best match: </a:t>
            </a:r>
            <a:r>
              <a:rPr lang="en-DE" sz="1400" u="sng" dirty="0"/>
              <a:t>Computational Evaluation</a:t>
            </a:r>
            <a:endParaRPr lang="de-DE" altLang="de-DE" sz="1400" u="sng" cap="none" dirty="0">
              <a:latin typeface="Arial" panose="020B0604020202020204" pitchFamily="34" charset="0"/>
              <a:cs typeface="Arial" panose="020B0604020202020204" pitchFamily="34" charset="0"/>
            </a:endParaRPr>
          </a:p>
        </p:txBody>
      </p:sp>
      <p:pic>
        <p:nvPicPr>
          <p:cNvPr id="10" name="Picture 9">
            <a:extLst>
              <a:ext uri="{FF2B5EF4-FFF2-40B4-BE49-F238E27FC236}">
                <a16:creationId xmlns:a16="http://schemas.microsoft.com/office/drawing/2014/main" id="{BF38140D-8208-FAE4-F214-800AA51F5242}"/>
              </a:ext>
            </a:extLst>
          </p:cNvPr>
          <p:cNvPicPr>
            <a:picLocks noChangeAspect="1"/>
          </p:cNvPicPr>
          <p:nvPr/>
        </p:nvPicPr>
        <p:blipFill>
          <a:blip r:embed="rId4"/>
          <a:stretch>
            <a:fillRect/>
          </a:stretch>
        </p:blipFill>
        <p:spPr>
          <a:xfrm>
            <a:off x="939971" y="1199312"/>
            <a:ext cx="7380000" cy="3402180"/>
          </a:xfrm>
          <a:prstGeom prst="rect">
            <a:avLst/>
          </a:prstGeom>
        </p:spPr>
      </p:pic>
    </p:spTree>
    <p:extLst>
      <p:ext uri="{BB962C8B-B14F-4D97-AF65-F5344CB8AC3E}">
        <p14:creationId xmlns:p14="http://schemas.microsoft.com/office/powerpoint/2010/main" val="27759954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A3CDA-5AF5-A6D3-98C6-07340EF769A5}"/>
            </a:ext>
          </a:extLst>
        </p:cNvPr>
        <p:cNvGrpSpPr/>
        <p:nvPr/>
      </p:nvGrpSpPr>
      <p:grpSpPr>
        <a:xfrm>
          <a:off x="0" y="0"/>
          <a:ext cx="0" cy="0"/>
          <a:chOff x="0" y="0"/>
          <a:chExt cx="0" cy="0"/>
        </a:xfrm>
      </p:grpSpPr>
      <p:sp>
        <p:nvSpPr>
          <p:cNvPr id="6" name="Foliennummernplatzhalter 1">
            <a:extLst>
              <a:ext uri="{FF2B5EF4-FFF2-40B4-BE49-F238E27FC236}">
                <a16:creationId xmlns:a16="http://schemas.microsoft.com/office/drawing/2014/main" id="{0AA3DCBE-5894-4B19-B110-D35CD866CD8B}"/>
              </a:ext>
            </a:extLst>
          </p:cNvPr>
          <p:cNvSpPr>
            <a:spLocks noGrp="1"/>
          </p:cNvSpPr>
          <p:nvPr>
            <p:ph type="sldNum" sz="quarter" idx="4"/>
          </p:nvPr>
        </p:nvSpPr>
        <p:spPr>
          <a:xfrm>
            <a:off x="7948613" y="4879075"/>
            <a:ext cx="742950" cy="204716"/>
          </a:xfrm>
        </p:spPr>
        <p:txBody>
          <a:bodyPr/>
          <a:lstStyle/>
          <a:p>
            <a:pPr>
              <a:defRPr/>
            </a:pPr>
            <a:fld id="{ABC642DC-4027-4785-8EC1-7265DE27C531}" type="slidenum">
              <a:rPr lang="de-DE" altLang="de-DE" sz="1000" smtClean="0">
                <a:solidFill>
                  <a:srgbClr val="D8413E"/>
                </a:solidFill>
                <a:latin typeface="Arial" panose="020B0604020202020204" pitchFamily="34" charset="0"/>
                <a:cs typeface="Arial" panose="020B0604020202020204" pitchFamily="34" charset="0"/>
              </a:rPr>
              <a:t>5</a:t>
            </a:fld>
            <a:endParaRPr lang="de-DE" altLang="de-DE" sz="1000" dirty="0">
              <a:solidFill>
                <a:srgbClr val="D8413E"/>
              </a:solidFill>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1AEB7D94-A509-0617-3162-0E4BEB90CFA0}"/>
              </a:ext>
            </a:extLst>
          </p:cNvPr>
          <p:cNvPicPr>
            <a:picLocks noChangeAspect="1"/>
          </p:cNvPicPr>
          <p:nvPr/>
        </p:nvPicPr>
        <p:blipFill>
          <a:blip r:embed="rId3"/>
          <a:stretch>
            <a:fillRect/>
          </a:stretch>
        </p:blipFill>
        <p:spPr>
          <a:xfrm flipV="1">
            <a:off x="0" y="25718"/>
            <a:ext cx="4381751" cy="433530"/>
          </a:xfrm>
          <a:prstGeom prst="rect">
            <a:avLst/>
          </a:prstGeom>
        </p:spPr>
      </p:pic>
      <p:pic>
        <p:nvPicPr>
          <p:cNvPr id="8" name="Picture 7">
            <a:extLst>
              <a:ext uri="{FF2B5EF4-FFF2-40B4-BE49-F238E27FC236}">
                <a16:creationId xmlns:a16="http://schemas.microsoft.com/office/drawing/2014/main" id="{3E3532E4-F4C8-8267-9DA4-82669292E7F0}"/>
              </a:ext>
            </a:extLst>
          </p:cNvPr>
          <p:cNvPicPr>
            <a:picLocks noChangeAspect="1"/>
          </p:cNvPicPr>
          <p:nvPr/>
        </p:nvPicPr>
        <p:blipFill>
          <a:blip r:embed="rId3"/>
          <a:stretch>
            <a:fillRect/>
          </a:stretch>
        </p:blipFill>
        <p:spPr>
          <a:xfrm flipV="1">
            <a:off x="264568" y="4639847"/>
            <a:ext cx="8613101" cy="443942"/>
          </a:xfrm>
          <a:prstGeom prst="rect">
            <a:avLst/>
          </a:prstGeom>
        </p:spPr>
      </p:pic>
      <p:sp>
        <p:nvSpPr>
          <p:cNvPr id="21506" name="Titel 1">
            <a:extLst>
              <a:ext uri="{FF2B5EF4-FFF2-40B4-BE49-F238E27FC236}">
                <a16:creationId xmlns:a16="http://schemas.microsoft.com/office/drawing/2014/main" id="{411400D7-08D6-8B49-DD20-2F549B8C1072}"/>
              </a:ext>
            </a:extLst>
          </p:cNvPr>
          <p:cNvSpPr>
            <a:spLocks noGrp="1"/>
          </p:cNvSpPr>
          <p:nvPr>
            <p:ph type="title"/>
          </p:nvPr>
        </p:nvSpPr>
        <p:spPr bwMode="auto">
          <a:xfrm>
            <a:off x="264569" y="-136930"/>
            <a:ext cx="8234363" cy="758825"/>
          </a:xfrm>
        </p:spPr>
        <p:txBody>
          <a:bodyPr wrap="square" numCol="1" anchorCtr="0" compatLnSpc="1">
            <a:prstTxWarp prst="textNoShape">
              <a:avLst/>
            </a:prstTxWarp>
          </a:bodyPr>
          <a:lstStyle/>
          <a:p>
            <a:pPr eaLnBrk="1" hangingPunct="1">
              <a:defRPr/>
            </a:pPr>
            <a:r>
              <a:rPr lang="de-DE" altLang="de-DE" dirty="0" err="1">
                <a:latin typeface="Arial" panose="020B0604020202020204" pitchFamily="34" charset="0"/>
                <a:cs typeface="Arial" panose="020B0604020202020204" pitchFamily="34" charset="0"/>
              </a:rPr>
              <a:t>Objective</a:t>
            </a:r>
            <a:r>
              <a:rPr lang="de-DE" altLang="de-DE" dirty="0">
                <a:latin typeface="Arial" panose="020B0604020202020204" pitchFamily="34" charset="0"/>
                <a:cs typeface="Arial" panose="020B0604020202020204" pitchFamily="34" charset="0"/>
              </a:rPr>
              <a:t> 1a</a:t>
            </a:r>
            <a:endParaRPr lang="de-DE" altLang="de-DE" cap="none" dirty="0">
              <a:latin typeface="Arial" panose="020B0604020202020204" pitchFamily="34" charset="0"/>
              <a:cs typeface="Arial" panose="020B0604020202020204" pitchFamily="34" charset="0"/>
            </a:endParaRPr>
          </a:p>
        </p:txBody>
      </p:sp>
      <p:sp>
        <p:nvSpPr>
          <p:cNvPr id="9" name="Titel 1">
            <a:extLst>
              <a:ext uri="{FF2B5EF4-FFF2-40B4-BE49-F238E27FC236}">
                <a16:creationId xmlns:a16="http://schemas.microsoft.com/office/drawing/2014/main" id="{460DD4A5-3164-255A-FCD2-B3B8E2718B35}"/>
              </a:ext>
            </a:extLst>
          </p:cNvPr>
          <p:cNvSpPr txBox="1">
            <a:spLocks/>
          </p:cNvSpPr>
          <p:nvPr/>
        </p:nvSpPr>
        <p:spPr bwMode="auto">
          <a:xfrm>
            <a:off x="382390" y="356218"/>
            <a:ext cx="8234363" cy="758825"/>
          </a:xfrm>
          <a:prstGeom prst="rect">
            <a:avLst/>
          </a:prstGeom>
        </p:spPr>
        <p:txBody>
          <a:bodyPr wrap="square" numCol="1" anchor="b" anchorCtr="0" compatLnSpc="1">
            <a:prstTxWarp prst="textNoShape">
              <a:avLst/>
            </a:prstTxWarp>
          </a:bodyPr>
          <a:lstStyle>
            <a:lvl1pPr algn="l" defTabSz="457200" rtl="0" eaLnBrk="1" fontAlgn="base" hangingPunct="1">
              <a:spcBef>
                <a:spcPct val="0"/>
              </a:spcBef>
              <a:spcAft>
                <a:spcPct val="0"/>
              </a:spcAft>
              <a:defRPr sz="2000" b="1" kern="12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buClr>
                <a:srgbClr val="D8413E"/>
              </a:buClr>
              <a:defRPr/>
            </a:pPr>
            <a:r>
              <a:rPr lang="en-DE" sz="1400" b="0" dirty="0"/>
              <a:t>Check whether every best match is also a weak best match: </a:t>
            </a:r>
            <a:r>
              <a:rPr lang="en-DE" sz="1400" u="sng" dirty="0"/>
              <a:t>Computational Evaluation</a:t>
            </a:r>
            <a:endParaRPr lang="de-DE" altLang="de-DE" sz="1400" u="sng" cap="none" dirty="0">
              <a:latin typeface="Arial" panose="020B0604020202020204" pitchFamily="34" charset="0"/>
              <a:cs typeface="Arial" panose="020B0604020202020204" pitchFamily="34" charset="0"/>
            </a:endParaRPr>
          </a:p>
        </p:txBody>
      </p:sp>
      <p:pic>
        <p:nvPicPr>
          <p:cNvPr id="27" name="Picture 26">
            <a:extLst>
              <a:ext uri="{FF2B5EF4-FFF2-40B4-BE49-F238E27FC236}">
                <a16:creationId xmlns:a16="http://schemas.microsoft.com/office/drawing/2014/main" id="{9D6F81C5-CE36-E091-A8AD-3A33C893EB46}"/>
              </a:ext>
            </a:extLst>
          </p:cNvPr>
          <p:cNvPicPr>
            <a:picLocks noChangeAspect="1"/>
          </p:cNvPicPr>
          <p:nvPr/>
        </p:nvPicPr>
        <p:blipFill>
          <a:blip r:embed="rId4"/>
          <a:stretch>
            <a:fillRect/>
          </a:stretch>
        </p:blipFill>
        <p:spPr>
          <a:xfrm>
            <a:off x="881118" y="1115043"/>
            <a:ext cx="7380000" cy="3926159"/>
          </a:xfrm>
          <a:prstGeom prst="rect">
            <a:avLst/>
          </a:prstGeom>
        </p:spPr>
      </p:pic>
    </p:spTree>
    <p:extLst>
      <p:ext uri="{BB962C8B-B14F-4D97-AF65-F5344CB8AC3E}">
        <p14:creationId xmlns:p14="http://schemas.microsoft.com/office/powerpoint/2010/main" val="35821323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D2B785-F3EE-189C-37CC-1AC560CCFF97}"/>
            </a:ext>
          </a:extLst>
        </p:cNvPr>
        <p:cNvGrpSpPr/>
        <p:nvPr/>
      </p:nvGrpSpPr>
      <p:grpSpPr>
        <a:xfrm>
          <a:off x="0" y="0"/>
          <a:ext cx="0" cy="0"/>
          <a:chOff x="0" y="0"/>
          <a:chExt cx="0" cy="0"/>
        </a:xfrm>
      </p:grpSpPr>
      <p:sp>
        <p:nvSpPr>
          <p:cNvPr id="6" name="Foliennummernplatzhalter 1">
            <a:extLst>
              <a:ext uri="{FF2B5EF4-FFF2-40B4-BE49-F238E27FC236}">
                <a16:creationId xmlns:a16="http://schemas.microsoft.com/office/drawing/2014/main" id="{59F6CF85-35C3-9C1E-13CE-C3D222A7069D}"/>
              </a:ext>
            </a:extLst>
          </p:cNvPr>
          <p:cNvSpPr>
            <a:spLocks noGrp="1"/>
          </p:cNvSpPr>
          <p:nvPr>
            <p:ph type="sldNum" sz="quarter" idx="4"/>
          </p:nvPr>
        </p:nvSpPr>
        <p:spPr>
          <a:xfrm>
            <a:off x="7948613" y="4879075"/>
            <a:ext cx="742950" cy="204716"/>
          </a:xfrm>
        </p:spPr>
        <p:txBody>
          <a:bodyPr/>
          <a:lstStyle/>
          <a:p>
            <a:pPr>
              <a:defRPr/>
            </a:pPr>
            <a:fld id="{ABC642DC-4027-4785-8EC1-7265DE27C531}" type="slidenum">
              <a:rPr lang="de-DE" altLang="de-DE" sz="1000" smtClean="0">
                <a:solidFill>
                  <a:srgbClr val="D8413E"/>
                </a:solidFill>
                <a:latin typeface="Arial" panose="020B0604020202020204" pitchFamily="34" charset="0"/>
                <a:cs typeface="Arial" panose="020B0604020202020204" pitchFamily="34" charset="0"/>
              </a:rPr>
              <a:t>6</a:t>
            </a:fld>
            <a:endParaRPr lang="de-DE" altLang="de-DE" sz="1000" dirty="0">
              <a:solidFill>
                <a:srgbClr val="D8413E"/>
              </a:solidFill>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1CAA75D1-266E-0C01-80F7-DEB994D8CF73}"/>
              </a:ext>
            </a:extLst>
          </p:cNvPr>
          <p:cNvPicPr>
            <a:picLocks noChangeAspect="1"/>
          </p:cNvPicPr>
          <p:nvPr/>
        </p:nvPicPr>
        <p:blipFill>
          <a:blip r:embed="rId2"/>
          <a:stretch>
            <a:fillRect/>
          </a:stretch>
        </p:blipFill>
        <p:spPr>
          <a:xfrm flipV="1">
            <a:off x="0" y="25718"/>
            <a:ext cx="4381751" cy="433530"/>
          </a:xfrm>
          <a:prstGeom prst="rect">
            <a:avLst/>
          </a:prstGeom>
        </p:spPr>
      </p:pic>
      <p:pic>
        <p:nvPicPr>
          <p:cNvPr id="8" name="Picture 7">
            <a:extLst>
              <a:ext uri="{FF2B5EF4-FFF2-40B4-BE49-F238E27FC236}">
                <a16:creationId xmlns:a16="http://schemas.microsoft.com/office/drawing/2014/main" id="{E7115965-6151-A01F-804C-E352F9789D62}"/>
              </a:ext>
            </a:extLst>
          </p:cNvPr>
          <p:cNvPicPr>
            <a:picLocks noChangeAspect="1"/>
          </p:cNvPicPr>
          <p:nvPr/>
        </p:nvPicPr>
        <p:blipFill>
          <a:blip r:embed="rId2"/>
          <a:stretch>
            <a:fillRect/>
          </a:stretch>
        </p:blipFill>
        <p:spPr>
          <a:xfrm flipV="1">
            <a:off x="1184495" y="4764668"/>
            <a:ext cx="4381751" cy="319123"/>
          </a:xfrm>
          <a:prstGeom prst="rect">
            <a:avLst/>
          </a:prstGeom>
        </p:spPr>
      </p:pic>
      <p:sp>
        <p:nvSpPr>
          <p:cNvPr id="21506" name="Titel 1">
            <a:extLst>
              <a:ext uri="{FF2B5EF4-FFF2-40B4-BE49-F238E27FC236}">
                <a16:creationId xmlns:a16="http://schemas.microsoft.com/office/drawing/2014/main" id="{251F66D3-75B9-F8C1-B6A0-BFCD0E233773}"/>
              </a:ext>
            </a:extLst>
          </p:cNvPr>
          <p:cNvSpPr>
            <a:spLocks noGrp="1"/>
          </p:cNvSpPr>
          <p:nvPr>
            <p:ph type="title"/>
          </p:nvPr>
        </p:nvSpPr>
        <p:spPr bwMode="auto">
          <a:xfrm>
            <a:off x="264569" y="-136930"/>
            <a:ext cx="8234363" cy="758825"/>
          </a:xfrm>
        </p:spPr>
        <p:txBody>
          <a:bodyPr wrap="square" numCol="1" anchorCtr="0" compatLnSpc="1">
            <a:prstTxWarp prst="textNoShape">
              <a:avLst/>
            </a:prstTxWarp>
          </a:bodyPr>
          <a:lstStyle/>
          <a:p>
            <a:pPr eaLnBrk="1" hangingPunct="1">
              <a:defRPr/>
            </a:pPr>
            <a:r>
              <a:rPr lang="de-DE" altLang="de-DE" dirty="0" err="1">
                <a:latin typeface="Arial" panose="020B0604020202020204" pitchFamily="34" charset="0"/>
                <a:cs typeface="Arial" panose="020B0604020202020204" pitchFamily="34" charset="0"/>
              </a:rPr>
              <a:t>Objective</a:t>
            </a:r>
            <a:r>
              <a:rPr lang="de-DE" altLang="de-DE" dirty="0">
                <a:latin typeface="Arial" panose="020B0604020202020204" pitchFamily="34" charset="0"/>
                <a:cs typeface="Arial" panose="020B0604020202020204" pitchFamily="34" charset="0"/>
              </a:rPr>
              <a:t> 1B</a:t>
            </a:r>
            <a:endParaRPr lang="de-DE" altLang="de-DE" cap="none" dirty="0">
              <a:latin typeface="Arial" panose="020B0604020202020204" pitchFamily="34" charset="0"/>
              <a:cs typeface="Arial" panose="020B0604020202020204" pitchFamily="34" charset="0"/>
            </a:endParaRPr>
          </a:p>
        </p:txBody>
      </p:sp>
      <p:sp>
        <p:nvSpPr>
          <p:cNvPr id="9" name="Titel 1">
            <a:extLst>
              <a:ext uri="{FF2B5EF4-FFF2-40B4-BE49-F238E27FC236}">
                <a16:creationId xmlns:a16="http://schemas.microsoft.com/office/drawing/2014/main" id="{47E2E1D8-0F7D-E5A4-995E-08E120E35BBE}"/>
              </a:ext>
            </a:extLst>
          </p:cNvPr>
          <p:cNvSpPr txBox="1">
            <a:spLocks/>
          </p:cNvSpPr>
          <p:nvPr/>
        </p:nvSpPr>
        <p:spPr bwMode="auto">
          <a:xfrm>
            <a:off x="382390" y="356218"/>
            <a:ext cx="8234363" cy="758825"/>
          </a:xfrm>
          <a:prstGeom prst="rect">
            <a:avLst/>
          </a:prstGeom>
        </p:spPr>
        <p:txBody>
          <a:bodyPr wrap="square" numCol="1" anchor="b" anchorCtr="0" compatLnSpc="1">
            <a:prstTxWarp prst="textNoShape">
              <a:avLst/>
            </a:prstTxWarp>
          </a:bodyPr>
          <a:lstStyle>
            <a:lvl1pPr algn="l" defTabSz="457200" rtl="0" eaLnBrk="1" fontAlgn="base" hangingPunct="1">
              <a:spcBef>
                <a:spcPct val="0"/>
              </a:spcBef>
              <a:spcAft>
                <a:spcPct val="0"/>
              </a:spcAft>
              <a:defRPr sz="2000" b="1" kern="12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buClr>
                <a:srgbClr val="D8413E"/>
              </a:buClr>
              <a:defRPr/>
            </a:pPr>
            <a:r>
              <a:rPr lang="en-GB" sz="1400" b="0" dirty="0"/>
              <a:t>Check if a modified version of the BIC-cherry + expansion procedure yields networks that explain weak best match graphs. </a:t>
            </a:r>
          </a:p>
        </p:txBody>
      </p:sp>
      <p:pic>
        <p:nvPicPr>
          <p:cNvPr id="3" name="Picture 2">
            <a:extLst>
              <a:ext uri="{FF2B5EF4-FFF2-40B4-BE49-F238E27FC236}">
                <a16:creationId xmlns:a16="http://schemas.microsoft.com/office/drawing/2014/main" id="{2B0F1866-D642-EA7F-3829-04F18397CA67}"/>
              </a:ext>
            </a:extLst>
          </p:cNvPr>
          <p:cNvPicPr>
            <a:picLocks noChangeAspect="1"/>
          </p:cNvPicPr>
          <p:nvPr/>
        </p:nvPicPr>
        <p:blipFill>
          <a:blip r:embed="rId3"/>
          <a:stretch>
            <a:fillRect/>
          </a:stretch>
        </p:blipFill>
        <p:spPr>
          <a:xfrm>
            <a:off x="309238" y="1337820"/>
            <a:ext cx="4419600" cy="2933700"/>
          </a:xfrm>
          <a:prstGeom prst="rect">
            <a:avLst/>
          </a:prstGeom>
        </p:spPr>
      </p:pic>
    </p:spTree>
    <p:extLst>
      <p:ext uri="{BB962C8B-B14F-4D97-AF65-F5344CB8AC3E}">
        <p14:creationId xmlns:p14="http://schemas.microsoft.com/office/powerpoint/2010/main" val="13160496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DB435D-2241-69DA-C180-2D8419DE6FB9}"/>
            </a:ext>
          </a:extLst>
        </p:cNvPr>
        <p:cNvGrpSpPr/>
        <p:nvPr/>
      </p:nvGrpSpPr>
      <p:grpSpPr>
        <a:xfrm>
          <a:off x="0" y="0"/>
          <a:ext cx="0" cy="0"/>
          <a:chOff x="0" y="0"/>
          <a:chExt cx="0" cy="0"/>
        </a:xfrm>
      </p:grpSpPr>
      <p:sp>
        <p:nvSpPr>
          <p:cNvPr id="6" name="Foliennummernplatzhalter 1">
            <a:extLst>
              <a:ext uri="{FF2B5EF4-FFF2-40B4-BE49-F238E27FC236}">
                <a16:creationId xmlns:a16="http://schemas.microsoft.com/office/drawing/2014/main" id="{CD205518-42E3-4754-473F-267F9E00A156}"/>
              </a:ext>
            </a:extLst>
          </p:cNvPr>
          <p:cNvSpPr>
            <a:spLocks noGrp="1"/>
          </p:cNvSpPr>
          <p:nvPr>
            <p:ph type="sldNum" sz="quarter" idx="4"/>
          </p:nvPr>
        </p:nvSpPr>
        <p:spPr>
          <a:xfrm>
            <a:off x="7948613" y="4879075"/>
            <a:ext cx="742950" cy="204716"/>
          </a:xfrm>
        </p:spPr>
        <p:txBody>
          <a:bodyPr/>
          <a:lstStyle/>
          <a:p>
            <a:pPr>
              <a:defRPr/>
            </a:pPr>
            <a:fld id="{ABC642DC-4027-4785-8EC1-7265DE27C531}" type="slidenum">
              <a:rPr lang="de-DE" altLang="de-DE" sz="1000" smtClean="0">
                <a:solidFill>
                  <a:srgbClr val="D8413E"/>
                </a:solidFill>
                <a:latin typeface="Arial" panose="020B0604020202020204" pitchFamily="34" charset="0"/>
                <a:cs typeface="Arial" panose="020B0604020202020204" pitchFamily="34" charset="0"/>
              </a:rPr>
              <a:t>7</a:t>
            </a:fld>
            <a:endParaRPr lang="de-DE" altLang="de-DE" sz="1000" dirty="0">
              <a:solidFill>
                <a:srgbClr val="D8413E"/>
              </a:solidFill>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CB31289D-1B86-0DCA-8C4D-53F55995827A}"/>
              </a:ext>
            </a:extLst>
          </p:cNvPr>
          <p:cNvPicPr>
            <a:picLocks noChangeAspect="1"/>
          </p:cNvPicPr>
          <p:nvPr/>
        </p:nvPicPr>
        <p:blipFill>
          <a:blip r:embed="rId2"/>
          <a:stretch>
            <a:fillRect/>
          </a:stretch>
        </p:blipFill>
        <p:spPr>
          <a:xfrm flipV="1">
            <a:off x="0" y="25718"/>
            <a:ext cx="4381751" cy="433530"/>
          </a:xfrm>
          <a:prstGeom prst="rect">
            <a:avLst/>
          </a:prstGeom>
        </p:spPr>
      </p:pic>
      <p:pic>
        <p:nvPicPr>
          <p:cNvPr id="8" name="Picture 7">
            <a:extLst>
              <a:ext uri="{FF2B5EF4-FFF2-40B4-BE49-F238E27FC236}">
                <a16:creationId xmlns:a16="http://schemas.microsoft.com/office/drawing/2014/main" id="{AE816608-0148-9A22-8EDE-4161D5720191}"/>
              </a:ext>
            </a:extLst>
          </p:cNvPr>
          <p:cNvPicPr>
            <a:picLocks noChangeAspect="1"/>
          </p:cNvPicPr>
          <p:nvPr/>
        </p:nvPicPr>
        <p:blipFill>
          <a:blip r:embed="rId2"/>
          <a:stretch>
            <a:fillRect/>
          </a:stretch>
        </p:blipFill>
        <p:spPr>
          <a:xfrm flipV="1">
            <a:off x="1184495" y="4764668"/>
            <a:ext cx="4381751" cy="319123"/>
          </a:xfrm>
          <a:prstGeom prst="rect">
            <a:avLst/>
          </a:prstGeom>
        </p:spPr>
      </p:pic>
      <p:sp>
        <p:nvSpPr>
          <p:cNvPr id="21506" name="Titel 1">
            <a:extLst>
              <a:ext uri="{FF2B5EF4-FFF2-40B4-BE49-F238E27FC236}">
                <a16:creationId xmlns:a16="http://schemas.microsoft.com/office/drawing/2014/main" id="{BFC9E042-DAC4-F2D1-4EF2-44DD6D0546E2}"/>
              </a:ext>
            </a:extLst>
          </p:cNvPr>
          <p:cNvSpPr>
            <a:spLocks noGrp="1"/>
          </p:cNvSpPr>
          <p:nvPr>
            <p:ph type="title"/>
          </p:nvPr>
        </p:nvSpPr>
        <p:spPr bwMode="auto">
          <a:xfrm>
            <a:off x="264569" y="-136930"/>
            <a:ext cx="8234363" cy="758825"/>
          </a:xfrm>
        </p:spPr>
        <p:txBody>
          <a:bodyPr wrap="square" numCol="1" anchorCtr="0" compatLnSpc="1">
            <a:prstTxWarp prst="textNoShape">
              <a:avLst/>
            </a:prstTxWarp>
          </a:bodyPr>
          <a:lstStyle/>
          <a:p>
            <a:pPr eaLnBrk="1" hangingPunct="1">
              <a:defRPr/>
            </a:pPr>
            <a:r>
              <a:rPr lang="de-DE" altLang="de-DE" dirty="0">
                <a:latin typeface="Arial" panose="020B0604020202020204" pitchFamily="34" charset="0"/>
                <a:cs typeface="Arial" panose="020B0604020202020204" pitchFamily="34" charset="0"/>
              </a:rPr>
              <a:t>(</a:t>
            </a:r>
            <a:r>
              <a:rPr lang="de-DE" altLang="de-DE" dirty="0" err="1">
                <a:latin typeface="Arial" panose="020B0604020202020204" pitchFamily="34" charset="0"/>
                <a:cs typeface="Arial" panose="020B0604020202020204" pitchFamily="34" charset="0"/>
              </a:rPr>
              <a:t>Objective</a:t>
            </a:r>
            <a:r>
              <a:rPr lang="de-DE" altLang="de-DE" dirty="0">
                <a:latin typeface="Arial" panose="020B0604020202020204" pitchFamily="34" charset="0"/>
                <a:cs typeface="Arial" panose="020B0604020202020204" pitchFamily="34" charset="0"/>
              </a:rPr>
              <a:t> „1C“)</a:t>
            </a:r>
            <a:endParaRPr lang="de-DE" altLang="de-DE" cap="none" dirty="0">
              <a:latin typeface="Arial" panose="020B0604020202020204" pitchFamily="34" charset="0"/>
              <a:cs typeface="Arial" panose="020B0604020202020204" pitchFamily="34" charset="0"/>
            </a:endParaRPr>
          </a:p>
        </p:txBody>
      </p:sp>
      <p:sp>
        <p:nvSpPr>
          <p:cNvPr id="9" name="Titel 1">
            <a:extLst>
              <a:ext uri="{FF2B5EF4-FFF2-40B4-BE49-F238E27FC236}">
                <a16:creationId xmlns:a16="http://schemas.microsoft.com/office/drawing/2014/main" id="{F50FFC91-BC0D-5D5D-4E0B-A114FA8ACC6C}"/>
              </a:ext>
            </a:extLst>
          </p:cNvPr>
          <p:cNvSpPr txBox="1">
            <a:spLocks/>
          </p:cNvSpPr>
          <p:nvPr/>
        </p:nvSpPr>
        <p:spPr bwMode="auto">
          <a:xfrm>
            <a:off x="454818" y="137832"/>
            <a:ext cx="8234363" cy="758825"/>
          </a:xfrm>
          <a:prstGeom prst="rect">
            <a:avLst/>
          </a:prstGeom>
        </p:spPr>
        <p:txBody>
          <a:bodyPr wrap="square" numCol="1" anchor="b" anchorCtr="0" compatLnSpc="1">
            <a:prstTxWarp prst="textNoShape">
              <a:avLst/>
            </a:prstTxWarp>
          </a:bodyPr>
          <a:lstStyle>
            <a:lvl1pPr algn="l" defTabSz="457200" rtl="0" eaLnBrk="1" fontAlgn="base" hangingPunct="1">
              <a:spcBef>
                <a:spcPct val="0"/>
              </a:spcBef>
              <a:spcAft>
                <a:spcPct val="0"/>
              </a:spcAft>
              <a:defRPr sz="2000" b="1" kern="12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buClr>
                <a:srgbClr val="D8413E"/>
              </a:buClr>
              <a:defRPr/>
            </a:pPr>
            <a:r>
              <a:rPr lang="en-GB" sz="1400" b="0" dirty="0"/>
              <a:t>Caveat: Counterexample to proof of resolution via strict Def.</a:t>
            </a:r>
          </a:p>
        </p:txBody>
      </p:sp>
      <p:pic>
        <p:nvPicPr>
          <p:cNvPr id="4" name="Picture 3">
            <a:extLst>
              <a:ext uri="{FF2B5EF4-FFF2-40B4-BE49-F238E27FC236}">
                <a16:creationId xmlns:a16="http://schemas.microsoft.com/office/drawing/2014/main" id="{217B940B-905C-4BBA-D2DC-537838DFFA7A}"/>
              </a:ext>
            </a:extLst>
          </p:cNvPr>
          <p:cNvPicPr>
            <a:picLocks noChangeAspect="1"/>
          </p:cNvPicPr>
          <p:nvPr/>
        </p:nvPicPr>
        <p:blipFill>
          <a:blip r:embed="rId3"/>
          <a:stretch>
            <a:fillRect/>
          </a:stretch>
        </p:blipFill>
        <p:spPr>
          <a:xfrm>
            <a:off x="1932720" y="1059304"/>
            <a:ext cx="4898059" cy="3598456"/>
          </a:xfrm>
          <a:prstGeom prst="rect">
            <a:avLst/>
          </a:prstGeom>
        </p:spPr>
      </p:pic>
    </p:spTree>
    <p:extLst>
      <p:ext uri="{BB962C8B-B14F-4D97-AF65-F5344CB8AC3E}">
        <p14:creationId xmlns:p14="http://schemas.microsoft.com/office/powerpoint/2010/main" val="37727811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9387B2-7692-CE72-4B74-FBBF49FB73A0}"/>
            </a:ext>
          </a:extLst>
        </p:cNvPr>
        <p:cNvGrpSpPr/>
        <p:nvPr/>
      </p:nvGrpSpPr>
      <p:grpSpPr>
        <a:xfrm>
          <a:off x="0" y="0"/>
          <a:ext cx="0" cy="0"/>
          <a:chOff x="0" y="0"/>
          <a:chExt cx="0" cy="0"/>
        </a:xfrm>
      </p:grpSpPr>
      <p:sp>
        <p:nvSpPr>
          <p:cNvPr id="6" name="Foliennummernplatzhalter 1">
            <a:extLst>
              <a:ext uri="{FF2B5EF4-FFF2-40B4-BE49-F238E27FC236}">
                <a16:creationId xmlns:a16="http://schemas.microsoft.com/office/drawing/2014/main" id="{5017B052-B045-7E7E-766F-E4A331ED8324}"/>
              </a:ext>
            </a:extLst>
          </p:cNvPr>
          <p:cNvSpPr>
            <a:spLocks noGrp="1"/>
          </p:cNvSpPr>
          <p:nvPr>
            <p:ph type="sldNum" sz="quarter" idx="4"/>
          </p:nvPr>
        </p:nvSpPr>
        <p:spPr>
          <a:xfrm>
            <a:off x="7948613" y="4879075"/>
            <a:ext cx="742950" cy="204716"/>
          </a:xfrm>
        </p:spPr>
        <p:txBody>
          <a:bodyPr/>
          <a:lstStyle/>
          <a:p>
            <a:pPr>
              <a:defRPr/>
            </a:pPr>
            <a:fld id="{ABC642DC-4027-4785-8EC1-7265DE27C531}" type="slidenum">
              <a:rPr lang="de-DE" altLang="de-DE" sz="1000" smtClean="0">
                <a:solidFill>
                  <a:srgbClr val="D8413E"/>
                </a:solidFill>
                <a:latin typeface="Arial" panose="020B0604020202020204" pitchFamily="34" charset="0"/>
                <a:cs typeface="Arial" panose="020B0604020202020204" pitchFamily="34" charset="0"/>
              </a:rPr>
              <a:t>8</a:t>
            </a:fld>
            <a:endParaRPr lang="de-DE" altLang="de-DE" sz="1000" dirty="0">
              <a:solidFill>
                <a:srgbClr val="D8413E"/>
              </a:solidFill>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41A10577-6307-2211-9B59-2053AA579488}"/>
              </a:ext>
            </a:extLst>
          </p:cNvPr>
          <p:cNvPicPr>
            <a:picLocks noChangeAspect="1"/>
          </p:cNvPicPr>
          <p:nvPr/>
        </p:nvPicPr>
        <p:blipFill>
          <a:blip r:embed="rId2"/>
          <a:stretch>
            <a:fillRect/>
          </a:stretch>
        </p:blipFill>
        <p:spPr>
          <a:xfrm flipV="1">
            <a:off x="0" y="25718"/>
            <a:ext cx="4381751" cy="433530"/>
          </a:xfrm>
          <a:prstGeom prst="rect">
            <a:avLst/>
          </a:prstGeom>
        </p:spPr>
      </p:pic>
      <p:pic>
        <p:nvPicPr>
          <p:cNvPr id="8" name="Picture 7">
            <a:extLst>
              <a:ext uri="{FF2B5EF4-FFF2-40B4-BE49-F238E27FC236}">
                <a16:creationId xmlns:a16="http://schemas.microsoft.com/office/drawing/2014/main" id="{6A55A405-A10E-B300-6A4A-030B4243ABE3}"/>
              </a:ext>
            </a:extLst>
          </p:cNvPr>
          <p:cNvPicPr>
            <a:picLocks noChangeAspect="1"/>
          </p:cNvPicPr>
          <p:nvPr/>
        </p:nvPicPr>
        <p:blipFill>
          <a:blip r:embed="rId2"/>
          <a:stretch>
            <a:fillRect/>
          </a:stretch>
        </p:blipFill>
        <p:spPr>
          <a:xfrm flipV="1">
            <a:off x="1184495" y="4764668"/>
            <a:ext cx="4381751" cy="319123"/>
          </a:xfrm>
          <a:prstGeom prst="rect">
            <a:avLst/>
          </a:prstGeom>
        </p:spPr>
      </p:pic>
      <p:sp>
        <p:nvSpPr>
          <p:cNvPr id="21506" name="Titel 1">
            <a:extLst>
              <a:ext uri="{FF2B5EF4-FFF2-40B4-BE49-F238E27FC236}">
                <a16:creationId xmlns:a16="http://schemas.microsoft.com/office/drawing/2014/main" id="{0FE30FEA-DB33-8380-AEF4-97609F4E42D9}"/>
              </a:ext>
            </a:extLst>
          </p:cNvPr>
          <p:cNvSpPr>
            <a:spLocks noGrp="1"/>
          </p:cNvSpPr>
          <p:nvPr>
            <p:ph type="title"/>
          </p:nvPr>
        </p:nvSpPr>
        <p:spPr bwMode="auto">
          <a:xfrm>
            <a:off x="264569" y="-136930"/>
            <a:ext cx="8234363" cy="758825"/>
          </a:xfrm>
        </p:spPr>
        <p:txBody>
          <a:bodyPr wrap="square" numCol="1" anchorCtr="0" compatLnSpc="1">
            <a:prstTxWarp prst="textNoShape">
              <a:avLst/>
            </a:prstTxWarp>
          </a:bodyPr>
          <a:lstStyle/>
          <a:p>
            <a:pPr eaLnBrk="1" hangingPunct="1">
              <a:defRPr/>
            </a:pPr>
            <a:r>
              <a:rPr lang="de-DE" altLang="de-DE" dirty="0" err="1">
                <a:latin typeface="Arial" panose="020B0604020202020204" pitchFamily="34" charset="0"/>
                <a:cs typeface="Arial" panose="020B0604020202020204" pitchFamily="34" charset="0"/>
              </a:rPr>
              <a:t>Objective</a:t>
            </a:r>
            <a:r>
              <a:rPr lang="de-DE" altLang="de-DE" dirty="0">
                <a:latin typeface="Arial" panose="020B0604020202020204" pitchFamily="34" charset="0"/>
                <a:cs typeface="Arial" panose="020B0604020202020204" pitchFamily="34" charset="0"/>
              </a:rPr>
              <a:t> 1B</a:t>
            </a:r>
            <a:endParaRPr lang="de-DE" altLang="de-DE" cap="none" dirty="0">
              <a:latin typeface="Arial" panose="020B0604020202020204" pitchFamily="34" charset="0"/>
              <a:cs typeface="Arial" panose="020B0604020202020204" pitchFamily="34" charset="0"/>
            </a:endParaRPr>
          </a:p>
        </p:txBody>
      </p:sp>
      <p:sp>
        <p:nvSpPr>
          <p:cNvPr id="9" name="Titel 1">
            <a:extLst>
              <a:ext uri="{FF2B5EF4-FFF2-40B4-BE49-F238E27FC236}">
                <a16:creationId xmlns:a16="http://schemas.microsoft.com/office/drawing/2014/main" id="{7E50A403-C995-DCBC-5763-203D594BEB18}"/>
              </a:ext>
            </a:extLst>
          </p:cNvPr>
          <p:cNvSpPr txBox="1">
            <a:spLocks/>
          </p:cNvSpPr>
          <p:nvPr/>
        </p:nvSpPr>
        <p:spPr bwMode="auto">
          <a:xfrm>
            <a:off x="382390" y="356218"/>
            <a:ext cx="8234363" cy="758825"/>
          </a:xfrm>
          <a:prstGeom prst="rect">
            <a:avLst/>
          </a:prstGeom>
        </p:spPr>
        <p:txBody>
          <a:bodyPr wrap="square" numCol="1" anchor="b" anchorCtr="0" compatLnSpc="1">
            <a:prstTxWarp prst="textNoShape">
              <a:avLst/>
            </a:prstTxWarp>
          </a:bodyPr>
          <a:lstStyle>
            <a:lvl1pPr algn="l" defTabSz="457200" rtl="0" eaLnBrk="1" fontAlgn="base" hangingPunct="1">
              <a:spcBef>
                <a:spcPct val="0"/>
              </a:spcBef>
              <a:spcAft>
                <a:spcPct val="0"/>
              </a:spcAft>
              <a:defRPr sz="2000" b="1" kern="12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buClr>
                <a:srgbClr val="D8413E"/>
              </a:buClr>
              <a:defRPr/>
            </a:pPr>
            <a:r>
              <a:rPr lang="en-GB" sz="1400" b="0" dirty="0"/>
              <a:t>Check if a modified version of the BIC-cherry + expansion procedure yields networks that explain weak best match graphs. </a:t>
            </a:r>
          </a:p>
        </p:txBody>
      </p:sp>
      <p:pic>
        <p:nvPicPr>
          <p:cNvPr id="3" name="Picture 2">
            <a:extLst>
              <a:ext uri="{FF2B5EF4-FFF2-40B4-BE49-F238E27FC236}">
                <a16:creationId xmlns:a16="http://schemas.microsoft.com/office/drawing/2014/main" id="{988696FC-72C3-9322-9E71-A92B8BB37F7E}"/>
              </a:ext>
            </a:extLst>
          </p:cNvPr>
          <p:cNvPicPr>
            <a:picLocks noChangeAspect="1"/>
          </p:cNvPicPr>
          <p:nvPr/>
        </p:nvPicPr>
        <p:blipFill>
          <a:blip r:embed="rId3"/>
          <a:stretch>
            <a:fillRect/>
          </a:stretch>
        </p:blipFill>
        <p:spPr>
          <a:xfrm>
            <a:off x="309238" y="1337820"/>
            <a:ext cx="4419600" cy="2933700"/>
          </a:xfrm>
          <a:prstGeom prst="rect">
            <a:avLst/>
          </a:prstGeom>
        </p:spPr>
      </p:pic>
      <p:pic>
        <p:nvPicPr>
          <p:cNvPr id="4" name="Picture 3">
            <a:extLst>
              <a:ext uri="{FF2B5EF4-FFF2-40B4-BE49-F238E27FC236}">
                <a16:creationId xmlns:a16="http://schemas.microsoft.com/office/drawing/2014/main" id="{FD9A1B6A-808A-796E-542B-0B0D72234504}"/>
              </a:ext>
            </a:extLst>
          </p:cNvPr>
          <p:cNvPicPr>
            <a:picLocks noChangeAspect="1"/>
          </p:cNvPicPr>
          <p:nvPr/>
        </p:nvPicPr>
        <p:blipFill>
          <a:blip r:embed="rId4"/>
          <a:srcRect r="33024"/>
          <a:stretch>
            <a:fillRect/>
          </a:stretch>
        </p:blipFill>
        <p:spPr>
          <a:xfrm>
            <a:off x="5338526" y="1669477"/>
            <a:ext cx="3496236" cy="2540756"/>
          </a:xfrm>
          <a:prstGeom prst="rect">
            <a:avLst/>
          </a:prstGeom>
        </p:spPr>
      </p:pic>
      <p:sp>
        <p:nvSpPr>
          <p:cNvPr id="2" name="Oval 1">
            <a:extLst>
              <a:ext uri="{FF2B5EF4-FFF2-40B4-BE49-F238E27FC236}">
                <a16:creationId xmlns:a16="http://schemas.microsoft.com/office/drawing/2014/main" id="{1CA1A467-6F4A-DAC5-94F0-C920790A8052}"/>
              </a:ext>
            </a:extLst>
          </p:cNvPr>
          <p:cNvSpPr>
            <a:spLocks noChangeAspect="1"/>
          </p:cNvSpPr>
          <p:nvPr/>
        </p:nvSpPr>
        <p:spPr>
          <a:xfrm>
            <a:off x="7726663" y="2415308"/>
            <a:ext cx="154308" cy="158400"/>
          </a:xfrm>
          <a:prstGeom prst="ellipse">
            <a:avLst/>
          </a:prstGeom>
          <a:noFill/>
          <a:ln w="12700">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DE"/>
          </a:p>
        </p:txBody>
      </p:sp>
    </p:spTree>
    <p:extLst>
      <p:ext uri="{BB962C8B-B14F-4D97-AF65-F5344CB8AC3E}">
        <p14:creationId xmlns:p14="http://schemas.microsoft.com/office/powerpoint/2010/main" val="37378731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72C852-19E7-7D0E-530E-6B323BF3CE0F}"/>
            </a:ext>
          </a:extLst>
        </p:cNvPr>
        <p:cNvGrpSpPr/>
        <p:nvPr/>
      </p:nvGrpSpPr>
      <p:grpSpPr>
        <a:xfrm>
          <a:off x="0" y="0"/>
          <a:ext cx="0" cy="0"/>
          <a:chOff x="0" y="0"/>
          <a:chExt cx="0" cy="0"/>
        </a:xfrm>
      </p:grpSpPr>
      <p:sp>
        <p:nvSpPr>
          <p:cNvPr id="6" name="Foliennummernplatzhalter 1">
            <a:extLst>
              <a:ext uri="{FF2B5EF4-FFF2-40B4-BE49-F238E27FC236}">
                <a16:creationId xmlns:a16="http://schemas.microsoft.com/office/drawing/2014/main" id="{607E0267-5E32-53C0-807F-5F56D3A4B0E3}"/>
              </a:ext>
            </a:extLst>
          </p:cNvPr>
          <p:cNvSpPr>
            <a:spLocks noGrp="1"/>
          </p:cNvSpPr>
          <p:nvPr>
            <p:ph type="sldNum" sz="quarter" idx="4"/>
          </p:nvPr>
        </p:nvSpPr>
        <p:spPr>
          <a:xfrm>
            <a:off x="7948613" y="4879075"/>
            <a:ext cx="742950" cy="204716"/>
          </a:xfrm>
        </p:spPr>
        <p:txBody>
          <a:bodyPr/>
          <a:lstStyle/>
          <a:p>
            <a:pPr>
              <a:defRPr/>
            </a:pPr>
            <a:fld id="{ABC642DC-4027-4785-8EC1-7265DE27C531}" type="slidenum">
              <a:rPr lang="de-DE" altLang="de-DE" sz="1000" smtClean="0">
                <a:solidFill>
                  <a:srgbClr val="D8413E"/>
                </a:solidFill>
                <a:latin typeface="Arial" panose="020B0604020202020204" pitchFamily="34" charset="0"/>
                <a:cs typeface="Arial" panose="020B0604020202020204" pitchFamily="34" charset="0"/>
              </a:rPr>
              <a:t>9</a:t>
            </a:fld>
            <a:endParaRPr lang="de-DE" altLang="de-DE" sz="1000" dirty="0">
              <a:solidFill>
                <a:srgbClr val="D8413E"/>
              </a:solidFill>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3BAD6989-7D3D-C125-09B0-C30592FEFD09}"/>
              </a:ext>
            </a:extLst>
          </p:cNvPr>
          <p:cNvPicPr>
            <a:picLocks noChangeAspect="1"/>
          </p:cNvPicPr>
          <p:nvPr/>
        </p:nvPicPr>
        <p:blipFill>
          <a:blip r:embed="rId3"/>
          <a:stretch>
            <a:fillRect/>
          </a:stretch>
        </p:blipFill>
        <p:spPr>
          <a:xfrm flipV="1">
            <a:off x="0" y="25718"/>
            <a:ext cx="4381751" cy="433530"/>
          </a:xfrm>
          <a:prstGeom prst="rect">
            <a:avLst/>
          </a:prstGeom>
        </p:spPr>
      </p:pic>
      <p:pic>
        <p:nvPicPr>
          <p:cNvPr id="8" name="Picture 7">
            <a:extLst>
              <a:ext uri="{FF2B5EF4-FFF2-40B4-BE49-F238E27FC236}">
                <a16:creationId xmlns:a16="http://schemas.microsoft.com/office/drawing/2014/main" id="{76223F6F-8BA9-5742-1063-FB9AC8E2269A}"/>
              </a:ext>
            </a:extLst>
          </p:cNvPr>
          <p:cNvPicPr>
            <a:picLocks noChangeAspect="1"/>
          </p:cNvPicPr>
          <p:nvPr/>
        </p:nvPicPr>
        <p:blipFill>
          <a:blip r:embed="rId3"/>
          <a:stretch>
            <a:fillRect/>
          </a:stretch>
        </p:blipFill>
        <p:spPr>
          <a:xfrm flipV="1">
            <a:off x="1184495" y="4764668"/>
            <a:ext cx="4381751" cy="319123"/>
          </a:xfrm>
          <a:prstGeom prst="rect">
            <a:avLst/>
          </a:prstGeom>
        </p:spPr>
      </p:pic>
      <p:sp>
        <p:nvSpPr>
          <p:cNvPr id="21506" name="Titel 1">
            <a:extLst>
              <a:ext uri="{FF2B5EF4-FFF2-40B4-BE49-F238E27FC236}">
                <a16:creationId xmlns:a16="http://schemas.microsoft.com/office/drawing/2014/main" id="{9A72A3C4-36A6-53B3-F52C-50ADCA11193D}"/>
              </a:ext>
            </a:extLst>
          </p:cNvPr>
          <p:cNvSpPr>
            <a:spLocks noGrp="1"/>
          </p:cNvSpPr>
          <p:nvPr>
            <p:ph type="title"/>
          </p:nvPr>
        </p:nvSpPr>
        <p:spPr bwMode="auto">
          <a:xfrm>
            <a:off x="264569" y="-136930"/>
            <a:ext cx="8234363" cy="758825"/>
          </a:xfrm>
        </p:spPr>
        <p:txBody>
          <a:bodyPr wrap="square" numCol="1" anchorCtr="0" compatLnSpc="1">
            <a:prstTxWarp prst="textNoShape">
              <a:avLst/>
            </a:prstTxWarp>
          </a:bodyPr>
          <a:lstStyle/>
          <a:p>
            <a:pPr eaLnBrk="1" hangingPunct="1">
              <a:defRPr/>
            </a:pPr>
            <a:r>
              <a:rPr lang="de-DE" altLang="de-DE" dirty="0" err="1">
                <a:latin typeface="Arial" panose="020B0604020202020204" pitchFamily="34" charset="0"/>
                <a:cs typeface="Arial" panose="020B0604020202020204" pitchFamily="34" charset="0"/>
              </a:rPr>
              <a:t>Objective</a:t>
            </a:r>
            <a:r>
              <a:rPr lang="de-DE" altLang="de-DE" dirty="0">
                <a:latin typeface="Arial" panose="020B0604020202020204" pitchFamily="34" charset="0"/>
                <a:cs typeface="Arial" panose="020B0604020202020204" pitchFamily="34" charset="0"/>
              </a:rPr>
              <a:t> 1B</a:t>
            </a:r>
            <a:endParaRPr lang="de-DE" altLang="de-DE" cap="none" dirty="0">
              <a:latin typeface="Arial" panose="020B0604020202020204" pitchFamily="34" charset="0"/>
              <a:cs typeface="Arial" panose="020B0604020202020204" pitchFamily="34" charset="0"/>
            </a:endParaRPr>
          </a:p>
        </p:txBody>
      </p:sp>
      <p:sp>
        <p:nvSpPr>
          <p:cNvPr id="9" name="Titel 1">
            <a:extLst>
              <a:ext uri="{FF2B5EF4-FFF2-40B4-BE49-F238E27FC236}">
                <a16:creationId xmlns:a16="http://schemas.microsoft.com/office/drawing/2014/main" id="{C8A54A04-21E1-588A-13A3-64EA9F2C9BA8}"/>
              </a:ext>
            </a:extLst>
          </p:cNvPr>
          <p:cNvSpPr txBox="1">
            <a:spLocks/>
          </p:cNvSpPr>
          <p:nvPr/>
        </p:nvSpPr>
        <p:spPr bwMode="auto">
          <a:xfrm>
            <a:off x="382390" y="356218"/>
            <a:ext cx="8234363" cy="758825"/>
          </a:xfrm>
          <a:prstGeom prst="rect">
            <a:avLst/>
          </a:prstGeom>
        </p:spPr>
        <p:txBody>
          <a:bodyPr wrap="square" numCol="1" anchor="b" anchorCtr="0" compatLnSpc="1">
            <a:prstTxWarp prst="textNoShape">
              <a:avLst/>
            </a:prstTxWarp>
          </a:bodyPr>
          <a:lstStyle>
            <a:lvl1pPr algn="l" defTabSz="457200" rtl="0" eaLnBrk="1" fontAlgn="base" hangingPunct="1">
              <a:spcBef>
                <a:spcPct val="0"/>
              </a:spcBef>
              <a:spcAft>
                <a:spcPct val="0"/>
              </a:spcAft>
              <a:defRPr sz="2000" b="1" kern="12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buClr>
                <a:srgbClr val="D8413E"/>
              </a:buClr>
              <a:defRPr/>
            </a:pPr>
            <a:r>
              <a:rPr lang="en-GB" sz="1400" b="0" dirty="0"/>
              <a:t>Check if a modified version of the BIC-cherry + expansion procedure yields networks that explain weak best match graphs. </a:t>
            </a:r>
          </a:p>
        </p:txBody>
      </p:sp>
      <p:pic>
        <p:nvPicPr>
          <p:cNvPr id="4" name="Picture 3">
            <a:extLst>
              <a:ext uri="{FF2B5EF4-FFF2-40B4-BE49-F238E27FC236}">
                <a16:creationId xmlns:a16="http://schemas.microsoft.com/office/drawing/2014/main" id="{A442EB83-537B-813E-33DF-55F489A65EED}"/>
              </a:ext>
            </a:extLst>
          </p:cNvPr>
          <p:cNvPicPr>
            <a:picLocks noChangeAspect="1"/>
          </p:cNvPicPr>
          <p:nvPr/>
        </p:nvPicPr>
        <p:blipFill>
          <a:blip r:embed="rId4"/>
          <a:srcRect r="33024"/>
          <a:stretch>
            <a:fillRect/>
          </a:stretch>
        </p:blipFill>
        <p:spPr>
          <a:xfrm>
            <a:off x="5338526" y="1669477"/>
            <a:ext cx="3496236" cy="2540756"/>
          </a:xfrm>
          <a:prstGeom prst="rect">
            <a:avLst/>
          </a:prstGeom>
        </p:spPr>
      </p:pic>
      <p:pic>
        <p:nvPicPr>
          <p:cNvPr id="2" name="Picture 1">
            <a:extLst>
              <a:ext uri="{FF2B5EF4-FFF2-40B4-BE49-F238E27FC236}">
                <a16:creationId xmlns:a16="http://schemas.microsoft.com/office/drawing/2014/main" id="{4BE1B835-F5D2-DF65-5E91-6BD0F70DBD58}"/>
              </a:ext>
            </a:extLst>
          </p:cNvPr>
          <p:cNvPicPr>
            <a:picLocks noChangeAspect="1"/>
          </p:cNvPicPr>
          <p:nvPr/>
        </p:nvPicPr>
        <p:blipFill>
          <a:blip r:embed="rId4"/>
          <a:srcRect l="66976" r="7"/>
          <a:stretch>
            <a:fillRect/>
          </a:stretch>
        </p:blipFill>
        <p:spPr>
          <a:xfrm>
            <a:off x="7086644" y="1669477"/>
            <a:ext cx="1723510" cy="2540756"/>
          </a:xfrm>
          <a:prstGeom prst="rect">
            <a:avLst/>
          </a:prstGeom>
        </p:spPr>
      </p:pic>
      <p:sp>
        <p:nvSpPr>
          <p:cNvPr id="12" name="Oval 11">
            <a:extLst>
              <a:ext uri="{FF2B5EF4-FFF2-40B4-BE49-F238E27FC236}">
                <a16:creationId xmlns:a16="http://schemas.microsoft.com/office/drawing/2014/main" id="{1B4E1971-B611-F7A0-E65B-145A01A24837}"/>
              </a:ext>
            </a:extLst>
          </p:cNvPr>
          <p:cNvSpPr/>
          <p:nvPr/>
        </p:nvSpPr>
        <p:spPr>
          <a:xfrm>
            <a:off x="7352591" y="2406517"/>
            <a:ext cx="152400" cy="156441"/>
          </a:xfrm>
          <a:prstGeom prst="ellipse">
            <a:avLst/>
          </a:prstGeom>
          <a:noFill/>
          <a:ln w="12700">
            <a:solidFill>
              <a:srgbClr val="00B05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DE"/>
          </a:p>
        </p:txBody>
      </p:sp>
      <p:pic>
        <p:nvPicPr>
          <p:cNvPr id="15" name="Picture 14">
            <a:extLst>
              <a:ext uri="{FF2B5EF4-FFF2-40B4-BE49-F238E27FC236}">
                <a16:creationId xmlns:a16="http://schemas.microsoft.com/office/drawing/2014/main" id="{E8E921D9-285E-4875-9C9C-9BCCCA3DE0BF}"/>
              </a:ext>
            </a:extLst>
          </p:cNvPr>
          <p:cNvPicPr>
            <a:picLocks noChangeAspect="1"/>
          </p:cNvPicPr>
          <p:nvPr/>
        </p:nvPicPr>
        <p:blipFill>
          <a:blip r:embed="rId5"/>
          <a:stretch>
            <a:fillRect/>
          </a:stretch>
        </p:blipFill>
        <p:spPr>
          <a:xfrm>
            <a:off x="309238" y="1337820"/>
            <a:ext cx="4419600" cy="2933700"/>
          </a:xfrm>
          <a:prstGeom prst="rect">
            <a:avLst/>
          </a:prstGeom>
        </p:spPr>
      </p:pic>
    </p:spTree>
    <p:extLst>
      <p:ext uri="{BB962C8B-B14F-4D97-AF65-F5344CB8AC3E}">
        <p14:creationId xmlns:p14="http://schemas.microsoft.com/office/powerpoint/2010/main" val="1937501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841A7-3B89-7902-3787-631CB4016C81}"/>
            </a:ext>
          </a:extLst>
        </p:cNvPr>
        <p:cNvGrpSpPr/>
        <p:nvPr/>
      </p:nvGrpSpPr>
      <p:grpSpPr>
        <a:xfrm>
          <a:off x="0" y="0"/>
          <a:ext cx="0" cy="0"/>
          <a:chOff x="0" y="0"/>
          <a:chExt cx="0" cy="0"/>
        </a:xfrm>
      </p:grpSpPr>
      <p:sp>
        <p:nvSpPr>
          <p:cNvPr id="6" name="Foliennummernplatzhalter 1">
            <a:extLst>
              <a:ext uri="{FF2B5EF4-FFF2-40B4-BE49-F238E27FC236}">
                <a16:creationId xmlns:a16="http://schemas.microsoft.com/office/drawing/2014/main" id="{D8FCDED5-9367-DC7E-7A53-330F36DDD5E6}"/>
              </a:ext>
            </a:extLst>
          </p:cNvPr>
          <p:cNvSpPr>
            <a:spLocks noGrp="1"/>
          </p:cNvSpPr>
          <p:nvPr>
            <p:ph type="sldNum" sz="quarter" idx="4"/>
          </p:nvPr>
        </p:nvSpPr>
        <p:spPr>
          <a:xfrm>
            <a:off x="7948613" y="4879075"/>
            <a:ext cx="742950" cy="204716"/>
          </a:xfrm>
        </p:spPr>
        <p:txBody>
          <a:bodyPr/>
          <a:lstStyle/>
          <a:p>
            <a:pPr>
              <a:defRPr/>
            </a:pPr>
            <a:fld id="{ABC642DC-4027-4785-8EC1-7265DE27C531}" type="slidenum">
              <a:rPr lang="de-DE" altLang="de-DE" sz="1000" smtClean="0">
                <a:solidFill>
                  <a:srgbClr val="D8413E"/>
                </a:solidFill>
                <a:latin typeface="Arial" panose="020B0604020202020204" pitchFamily="34" charset="0"/>
                <a:cs typeface="Arial" panose="020B0604020202020204" pitchFamily="34" charset="0"/>
              </a:rPr>
              <a:t>10</a:t>
            </a:fld>
            <a:endParaRPr lang="de-DE" altLang="de-DE" sz="1000" dirty="0">
              <a:solidFill>
                <a:srgbClr val="D8413E"/>
              </a:solidFill>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BCBCA4EA-421E-4C4F-B38A-6BF2FD629228}"/>
              </a:ext>
            </a:extLst>
          </p:cNvPr>
          <p:cNvPicPr>
            <a:picLocks noChangeAspect="1"/>
          </p:cNvPicPr>
          <p:nvPr/>
        </p:nvPicPr>
        <p:blipFill>
          <a:blip r:embed="rId3"/>
          <a:stretch>
            <a:fillRect/>
          </a:stretch>
        </p:blipFill>
        <p:spPr>
          <a:xfrm flipV="1">
            <a:off x="0" y="25718"/>
            <a:ext cx="4381751" cy="433530"/>
          </a:xfrm>
          <a:prstGeom prst="rect">
            <a:avLst/>
          </a:prstGeom>
        </p:spPr>
      </p:pic>
      <p:pic>
        <p:nvPicPr>
          <p:cNvPr id="8" name="Picture 7">
            <a:extLst>
              <a:ext uri="{FF2B5EF4-FFF2-40B4-BE49-F238E27FC236}">
                <a16:creationId xmlns:a16="http://schemas.microsoft.com/office/drawing/2014/main" id="{6D67FEC2-F584-FD57-702B-29E09103CFA4}"/>
              </a:ext>
            </a:extLst>
          </p:cNvPr>
          <p:cNvPicPr>
            <a:picLocks noChangeAspect="1"/>
          </p:cNvPicPr>
          <p:nvPr/>
        </p:nvPicPr>
        <p:blipFill>
          <a:blip r:embed="rId3"/>
          <a:stretch>
            <a:fillRect/>
          </a:stretch>
        </p:blipFill>
        <p:spPr>
          <a:xfrm flipV="1">
            <a:off x="1184495" y="4764668"/>
            <a:ext cx="4381751" cy="319123"/>
          </a:xfrm>
          <a:prstGeom prst="rect">
            <a:avLst/>
          </a:prstGeom>
        </p:spPr>
      </p:pic>
      <p:sp>
        <p:nvSpPr>
          <p:cNvPr id="21506" name="Titel 1">
            <a:extLst>
              <a:ext uri="{FF2B5EF4-FFF2-40B4-BE49-F238E27FC236}">
                <a16:creationId xmlns:a16="http://schemas.microsoft.com/office/drawing/2014/main" id="{20859949-C5EE-150F-4EE4-667324DE708E}"/>
              </a:ext>
            </a:extLst>
          </p:cNvPr>
          <p:cNvSpPr>
            <a:spLocks noGrp="1"/>
          </p:cNvSpPr>
          <p:nvPr>
            <p:ph type="title"/>
          </p:nvPr>
        </p:nvSpPr>
        <p:spPr bwMode="auto">
          <a:xfrm>
            <a:off x="264569" y="-136930"/>
            <a:ext cx="8234363" cy="758825"/>
          </a:xfrm>
        </p:spPr>
        <p:txBody>
          <a:bodyPr wrap="square" numCol="1" anchorCtr="0" compatLnSpc="1">
            <a:prstTxWarp prst="textNoShape">
              <a:avLst/>
            </a:prstTxWarp>
          </a:bodyPr>
          <a:lstStyle/>
          <a:p>
            <a:pPr eaLnBrk="1" hangingPunct="1">
              <a:defRPr/>
            </a:pPr>
            <a:r>
              <a:rPr lang="de-DE" altLang="de-DE" dirty="0" err="1">
                <a:latin typeface="Arial" panose="020B0604020202020204" pitchFamily="34" charset="0"/>
                <a:cs typeface="Arial" panose="020B0604020202020204" pitchFamily="34" charset="0"/>
              </a:rPr>
              <a:t>Objective</a:t>
            </a:r>
            <a:r>
              <a:rPr lang="de-DE" altLang="de-DE" dirty="0">
                <a:latin typeface="Arial" panose="020B0604020202020204" pitchFamily="34" charset="0"/>
                <a:cs typeface="Arial" panose="020B0604020202020204" pitchFamily="34" charset="0"/>
              </a:rPr>
              <a:t> 1B</a:t>
            </a:r>
            <a:endParaRPr lang="de-DE" altLang="de-DE" cap="none" dirty="0">
              <a:latin typeface="Arial" panose="020B0604020202020204" pitchFamily="34" charset="0"/>
              <a:cs typeface="Arial" panose="020B0604020202020204" pitchFamily="34" charset="0"/>
            </a:endParaRPr>
          </a:p>
        </p:txBody>
      </p:sp>
      <p:sp>
        <p:nvSpPr>
          <p:cNvPr id="9" name="Titel 1">
            <a:extLst>
              <a:ext uri="{FF2B5EF4-FFF2-40B4-BE49-F238E27FC236}">
                <a16:creationId xmlns:a16="http://schemas.microsoft.com/office/drawing/2014/main" id="{9A090B4A-62CB-E59B-6DEE-7BE4C451BBC8}"/>
              </a:ext>
            </a:extLst>
          </p:cNvPr>
          <p:cNvSpPr txBox="1">
            <a:spLocks/>
          </p:cNvSpPr>
          <p:nvPr/>
        </p:nvSpPr>
        <p:spPr bwMode="auto">
          <a:xfrm>
            <a:off x="382390" y="356218"/>
            <a:ext cx="8234363" cy="758825"/>
          </a:xfrm>
          <a:prstGeom prst="rect">
            <a:avLst/>
          </a:prstGeom>
        </p:spPr>
        <p:txBody>
          <a:bodyPr wrap="square" numCol="1" anchor="b" anchorCtr="0" compatLnSpc="1">
            <a:prstTxWarp prst="textNoShape">
              <a:avLst/>
            </a:prstTxWarp>
          </a:bodyPr>
          <a:lstStyle>
            <a:lvl1pPr algn="l" defTabSz="457200" rtl="0" eaLnBrk="1" fontAlgn="base" hangingPunct="1">
              <a:spcBef>
                <a:spcPct val="0"/>
              </a:spcBef>
              <a:spcAft>
                <a:spcPct val="0"/>
              </a:spcAft>
              <a:defRPr sz="2000" b="1" kern="12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buClr>
                <a:srgbClr val="D8413E"/>
              </a:buClr>
              <a:defRPr/>
            </a:pPr>
            <a:r>
              <a:rPr lang="en-GB" sz="1400" b="0" dirty="0"/>
              <a:t>Check if a modified version of the BIC-cherry + expansion procedure yields networks that explain weak best match graphs. </a:t>
            </a:r>
          </a:p>
        </p:txBody>
      </p:sp>
      <p:pic>
        <p:nvPicPr>
          <p:cNvPr id="10" name="Picture 9">
            <a:extLst>
              <a:ext uri="{FF2B5EF4-FFF2-40B4-BE49-F238E27FC236}">
                <a16:creationId xmlns:a16="http://schemas.microsoft.com/office/drawing/2014/main" id="{2899217C-E2B5-8E73-69E4-41E5FE7639CC}"/>
              </a:ext>
            </a:extLst>
          </p:cNvPr>
          <p:cNvPicPr>
            <a:picLocks noChangeAspect="1"/>
          </p:cNvPicPr>
          <p:nvPr/>
        </p:nvPicPr>
        <p:blipFill>
          <a:blip r:embed="rId4"/>
          <a:srcRect r="33047"/>
          <a:stretch>
            <a:fillRect/>
          </a:stretch>
        </p:blipFill>
        <p:spPr>
          <a:xfrm>
            <a:off x="5338526" y="1669477"/>
            <a:ext cx="3496236" cy="2541600"/>
          </a:xfrm>
          <a:prstGeom prst="rect">
            <a:avLst/>
          </a:prstGeom>
        </p:spPr>
      </p:pic>
      <p:sp>
        <p:nvSpPr>
          <p:cNvPr id="3" name="Oval 2">
            <a:extLst>
              <a:ext uri="{FF2B5EF4-FFF2-40B4-BE49-F238E27FC236}">
                <a16:creationId xmlns:a16="http://schemas.microsoft.com/office/drawing/2014/main" id="{DB094305-39B6-05C2-F16A-FDED25ABF0E8}"/>
              </a:ext>
            </a:extLst>
          </p:cNvPr>
          <p:cNvSpPr/>
          <p:nvPr/>
        </p:nvSpPr>
        <p:spPr>
          <a:xfrm>
            <a:off x="7642037" y="2415309"/>
            <a:ext cx="152400" cy="156441"/>
          </a:xfrm>
          <a:prstGeom prst="ellipse">
            <a:avLst/>
          </a:prstGeom>
          <a:noFill/>
          <a:ln w="12700">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DE"/>
          </a:p>
        </p:txBody>
      </p:sp>
      <p:pic>
        <p:nvPicPr>
          <p:cNvPr id="13" name="Picture 12">
            <a:extLst>
              <a:ext uri="{FF2B5EF4-FFF2-40B4-BE49-F238E27FC236}">
                <a16:creationId xmlns:a16="http://schemas.microsoft.com/office/drawing/2014/main" id="{D055B1F7-CFAF-BC34-226C-8219D2B6791D}"/>
              </a:ext>
            </a:extLst>
          </p:cNvPr>
          <p:cNvPicPr>
            <a:picLocks noChangeAspect="1"/>
          </p:cNvPicPr>
          <p:nvPr/>
        </p:nvPicPr>
        <p:blipFill>
          <a:blip r:embed="rId5"/>
          <a:stretch>
            <a:fillRect/>
          </a:stretch>
        </p:blipFill>
        <p:spPr>
          <a:xfrm>
            <a:off x="309238" y="1337821"/>
            <a:ext cx="4417200" cy="2932107"/>
          </a:xfrm>
          <a:prstGeom prst="rect">
            <a:avLst/>
          </a:prstGeom>
        </p:spPr>
      </p:pic>
    </p:spTree>
    <p:extLst>
      <p:ext uri="{BB962C8B-B14F-4D97-AF65-F5344CB8AC3E}">
        <p14:creationId xmlns:p14="http://schemas.microsoft.com/office/powerpoint/2010/main" val="28214015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A52F81-9F7B-C199-BB83-98B71018E4C0}"/>
            </a:ext>
          </a:extLst>
        </p:cNvPr>
        <p:cNvGrpSpPr/>
        <p:nvPr/>
      </p:nvGrpSpPr>
      <p:grpSpPr>
        <a:xfrm>
          <a:off x="0" y="0"/>
          <a:ext cx="0" cy="0"/>
          <a:chOff x="0" y="0"/>
          <a:chExt cx="0" cy="0"/>
        </a:xfrm>
      </p:grpSpPr>
      <p:sp>
        <p:nvSpPr>
          <p:cNvPr id="6" name="Foliennummernplatzhalter 1">
            <a:extLst>
              <a:ext uri="{FF2B5EF4-FFF2-40B4-BE49-F238E27FC236}">
                <a16:creationId xmlns:a16="http://schemas.microsoft.com/office/drawing/2014/main" id="{9D02339E-9DB8-8063-34EB-78F816E9181F}"/>
              </a:ext>
            </a:extLst>
          </p:cNvPr>
          <p:cNvSpPr>
            <a:spLocks noGrp="1"/>
          </p:cNvSpPr>
          <p:nvPr>
            <p:ph type="sldNum" sz="quarter" idx="4"/>
          </p:nvPr>
        </p:nvSpPr>
        <p:spPr>
          <a:xfrm>
            <a:off x="7948613" y="4879075"/>
            <a:ext cx="742950" cy="204716"/>
          </a:xfrm>
        </p:spPr>
        <p:txBody>
          <a:bodyPr/>
          <a:lstStyle/>
          <a:p>
            <a:pPr>
              <a:defRPr/>
            </a:pPr>
            <a:fld id="{ABC642DC-4027-4785-8EC1-7265DE27C531}" type="slidenum">
              <a:rPr lang="de-DE" altLang="de-DE" sz="1000" smtClean="0">
                <a:solidFill>
                  <a:srgbClr val="D8413E"/>
                </a:solidFill>
                <a:latin typeface="Arial" panose="020B0604020202020204" pitchFamily="34" charset="0"/>
                <a:cs typeface="Arial" panose="020B0604020202020204" pitchFamily="34" charset="0"/>
              </a:rPr>
              <a:t>11</a:t>
            </a:fld>
            <a:endParaRPr lang="de-DE" altLang="de-DE" sz="1000" dirty="0">
              <a:solidFill>
                <a:srgbClr val="D8413E"/>
              </a:solidFill>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EF0EBD03-1A2F-D50B-B408-5A0B5076B533}"/>
              </a:ext>
            </a:extLst>
          </p:cNvPr>
          <p:cNvPicPr>
            <a:picLocks noChangeAspect="1"/>
          </p:cNvPicPr>
          <p:nvPr/>
        </p:nvPicPr>
        <p:blipFill>
          <a:blip r:embed="rId3"/>
          <a:stretch>
            <a:fillRect/>
          </a:stretch>
        </p:blipFill>
        <p:spPr>
          <a:xfrm flipV="1">
            <a:off x="0" y="25718"/>
            <a:ext cx="4381751" cy="433530"/>
          </a:xfrm>
          <a:prstGeom prst="rect">
            <a:avLst/>
          </a:prstGeom>
        </p:spPr>
      </p:pic>
      <p:pic>
        <p:nvPicPr>
          <p:cNvPr id="8" name="Picture 7">
            <a:extLst>
              <a:ext uri="{FF2B5EF4-FFF2-40B4-BE49-F238E27FC236}">
                <a16:creationId xmlns:a16="http://schemas.microsoft.com/office/drawing/2014/main" id="{DDCE2AF5-33EE-62C6-EB1E-8FBB25D00DC4}"/>
              </a:ext>
            </a:extLst>
          </p:cNvPr>
          <p:cNvPicPr>
            <a:picLocks noChangeAspect="1"/>
          </p:cNvPicPr>
          <p:nvPr/>
        </p:nvPicPr>
        <p:blipFill>
          <a:blip r:embed="rId3"/>
          <a:stretch>
            <a:fillRect/>
          </a:stretch>
        </p:blipFill>
        <p:spPr>
          <a:xfrm flipV="1">
            <a:off x="382390" y="4591663"/>
            <a:ext cx="8414771" cy="492125"/>
          </a:xfrm>
          <a:prstGeom prst="rect">
            <a:avLst/>
          </a:prstGeom>
        </p:spPr>
      </p:pic>
      <p:sp>
        <p:nvSpPr>
          <p:cNvPr id="21506" name="Titel 1">
            <a:extLst>
              <a:ext uri="{FF2B5EF4-FFF2-40B4-BE49-F238E27FC236}">
                <a16:creationId xmlns:a16="http://schemas.microsoft.com/office/drawing/2014/main" id="{FCEF9B79-049C-0EFB-66E7-EA429D6F833C}"/>
              </a:ext>
            </a:extLst>
          </p:cNvPr>
          <p:cNvSpPr>
            <a:spLocks noGrp="1"/>
          </p:cNvSpPr>
          <p:nvPr>
            <p:ph type="title"/>
          </p:nvPr>
        </p:nvSpPr>
        <p:spPr bwMode="auto">
          <a:xfrm>
            <a:off x="264569" y="-136930"/>
            <a:ext cx="8234363" cy="758825"/>
          </a:xfrm>
        </p:spPr>
        <p:txBody>
          <a:bodyPr wrap="square" numCol="1" anchorCtr="0" compatLnSpc="1">
            <a:prstTxWarp prst="textNoShape">
              <a:avLst/>
            </a:prstTxWarp>
          </a:bodyPr>
          <a:lstStyle/>
          <a:p>
            <a:pPr eaLnBrk="1" hangingPunct="1">
              <a:defRPr/>
            </a:pPr>
            <a:r>
              <a:rPr lang="de-DE" altLang="de-DE" dirty="0" err="1">
                <a:latin typeface="Arial" panose="020B0604020202020204" pitchFamily="34" charset="0"/>
                <a:cs typeface="Arial" panose="020B0604020202020204" pitchFamily="34" charset="0"/>
              </a:rPr>
              <a:t>Objective</a:t>
            </a:r>
            <a:r>
              <a:rPr lang="de-DE" altLang="de-DE" dirty="0">
                <a:latin typeface="Arial" panose="020B0604020202020204" pitchFamily="34" charset="0"/>
                <a:cs typeface="Arial" panose="020B0604020202020204" pitchFamily="34" charset="0"/>
              </a:rPr>
              <a:t> 1B</a:t>
            </a:r>
            <a:endParaRPr lang="de-DE" altLang="de-DE" cap="none" dirty="0">
              <a:latin typeface="Arial" panose="020B0604020202020204" pitchFamily="34" charset="0"/>
              <a:cs typeface="Arial" panose="020B0604020202020204" pitchFamily="34" charset="0"/>
            </a:endParaRPr>
          </a:p>
        </p:txBody>
      </p:sp>
      <p:sp>
        <p:nvSpPr>
          <p:cNvPr id="9" name="Titel 1">
            <a:extLst>
              <a:ext uri="{FF2B5EF4-FFF2-40B4-BE49-F238E27FC236}">
                <a16:creationId xmlns:a16="http://schemas.microsoft.com/office/drawing/2014/main" id="{FE3E1F39-5769-4768-7A53-6029E0B45326}"/>
              </a:ext>
            </a:extLst>
          </p:cNvPr>
          <p:cNvSpPr txBox="1">
            <a:spLocks/>
          </p:cNvSpPr>
          <p:nvPr/>
        </p:nvSpPr>
        <p:spPr bwMode="auto">
          <a:xfrm>
            <a:off x="382390" y="356218"/>
            <a:ext cx="8234363" cy="758825"/>
          </a:xfrm>
          <a:prstGeom prst="rect">
            <a:avLst/>
          </a:prstGeom>
        </p:spPr>
        <p:txBody>
          <a:bodyPr wrap="square" numCol="1" anchor="b" anchorCtr="0" compatLnSpc="1">
            <a:prstTxWarp prst="textNoShape">
              <a:avLst/>
            </a:prstTxWarp>
          </a:bodyPr>
          <a:lstStyle>
            <a:lvl1pPr algn="l" defTabSz="457200" rtl="0" eaLnBrk="1" fontAlgn="base" hangingPunct="1">
              <a:spcBef>
                <a:spcPct val="0"/>
              </a:spcBef>
              <a:spcAft>
                <a:spcPct val="0"/>
              </a:spcAft>
              <a:defRPr sz="2000" b="1" kern="12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buClr>
                <a:srgbClr val="D8413E"/>
              </a:buClr>
              <a:defRPr/>
            </a:pPr>
            <a:r>
              <a:rPr lang="en-GB" sz="1400" b="0" dirty="0"/>
              <a:t>Check if a modified version of the BIC-cherry + expansion procedure yields networks that explain weak best match graphs. </a:t>
            </a:r>
          </a:p>
        </p:txBody>
      </p:sp>
      <p:pic>
        <p:nvPicPr>
          <p:cNvPr id="10" name="Picture 9">
            <a:extLst>
              <a:ext uri="{FF2B5EF4-FFF2-40B4-BE49-F238E27FC236}">
                <a16:creationId xmlns:a16="http://schemas.microsoft.com/office/drawing/2014/main" id="{120F94BF-2EBC-A072-5F0A-BD41CDC7878C}"/>
              </a:ext>
            </a:extLst>
          </p:cNvPr>
          <p:cNvPicPr>
            <a:picLocks noChangeAspect="1"/>
          </p:cNvPicPr>
          <p:nvPr/>
        </p:nvPicPr>
        <p:blipFill>
          <a:blip r:embed="rId4"/>
          <a:srcRect r="33047"/>
          <a:stretch>
            <a:fillRect/>
          </a:stretch>
        </p:blipFill>
        <p:spPr>
          <a:xfrm>
            <a:off x="5338526" y="1669477"/>
            <a:ext cx="3496236" cy="2541600"/>
          </a:xfrm>
          <a:prstGeom prst="rect">
            <a:avLst/>
          </a:prstGeom>
        </p:spPr>
      </p:pic>
      <p:pic>
        <p:nvPicPr>
          <p:cNvPr id="2" name="Picture 1">
            <a:extLst>
              <a:ext uri="{FF2B5EF4-FFF2-40B4-BE49-F238E27FC236}">
                <a16:creationId xmlns:a16="http://schemas.microsoft.com/office/drawing/2014/main" id="{8FE60866-044F-4CBD-D5F9-848D9BE1AF24}"/>
              </a:ext>
            </a:extLst>
          </p:cNvPr>
          <p:cNvPicPr>
            <a:picLocks noChangeAspect="1"/>
          </p:cNvPicPr>
          <p:nvPr/>
        </p:nvPicPr>
        <p:blipFill>
          <a:blip r:embed="rId4"/>
          <a:srcRect l="65931" r="255"/>
          <a:stretch>
            <a:fillRect/>
          </a:stretch>
        </p:blipFill>
        <p:spPr>
          <a:xfrm>
            <a:off x="7031425" y="1669477"/>
            <a:ext cx="1765737" cy="2541600"/>
          </a:xfrm>
          <a:prstGeom prst="rect">
            <a:avLst/>
          </a:prstGeom>
        </p:spPr>
      </p:pic>
      <p:sp>
        <p:nvSpPr>
          <p:cNvPr id="12" name="Oval 11">
            <a:extLst>
              <a:ext uri="{FF2B5EF4-FFF2-40B4-BE49-F238E27FC236}">
                <a16:creationId xmlns:a16="http://schemas.microsoft.com/office/drawing/2014/main" id="{1C373E40-188C-8829-5558-E91BF729A387}"/>
              </a:ext>
            </a:extLst>
          </p:cNvPr>
          <p:cNvSpPr/>
          <p:nvPr/>
        </p:nvSpPr>
        <p:spPr>
          <a:xfrm>
            <a:off x="7443788" y="2415309"/>
            <a:ext cx="152400" cy="156441"/>
          </a:xfrm>
          <a:prstGeom prst="ellipse">
            <a:avLst/>
          </a:prstGeom>
          <a:noFill/>
          <a:ln w="12700">
            <a:solidFill>
              <a:srgbClr val="00B05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DE"/>
          </a:p>
        </p:txBody>
      </p:sp>
      <p:pic>
        <p:nvPicPr>
          <p:cNvPr id="15" name="Picture 14">
            <a:extLst>
              <a:ext uri="{FF2B5EF4-FFF2-40B4-BE49-F238E27FC236}">
                <a16:creationId xmlns:a16="http://schemas.microsoft.com/office/drawing/2014/main" id="{5DF421FB-BD60-8129-C1A3-12F141B3F68D}"/>
              </a:ext>
            </a:extLst>
          </p:cNvPr>
          <p:cNvPicPr>
            <a:picLocks noChangeAspect="1"/>
          </p:cNvPicPr>
          <p:nvPr/>
        </p:nvPicPr>
        <p:blipFill>
          <a:blip r:embed="rId5"/>
          <a:stretch>
            <a:fillRect/>
          </a:stretch>
        </p:blipFill>
        <p:spPr>
          <a:xfrm>
            <a:off x="309238" y="1327989"/>
            <a:ext cx="4417200" cy="3554069"/>
          </a:xfrm>
          <a:prstGeom prst="rect">
            <a:avLst/>
          </a:prstGeom>
        </p:spPr>
      </p:pic>
    </p:spTree>
    <p:extLst>
      <p:ext uri="{BB962C8B-B14F-4D97-AF65-F5344CB8AC3E}">
        <p14:creationId xmlns:p14="http://schemas.microsoft.com/office/powerpoint/2010/main" val="20767316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A207C2-CFE8-9D24-028E-DB8187B55438}"/>
            </a:ext>
          </a:extLst>
        </p:cNvPr>
        <p:cNvGrpSpPr/>
        <p:nvPr/>
      </p:nvGrpSpPr>
      <p:grpSpPr>
        <a:xfrm>
          <a:off x="0" y="0"/>
          <a:ext cx="0" cy="0"/>
          <a:chOff x="0" y="0"/>
          <a:chExt cx="0" cy="0"/>
        </a:xfrm>
      </p:grpSpPr>
      <p:sp>
        <p:nvSpPr>
          <p:cNvPr id="6" name="Foliennummernplatzhalter 1">
            <a:extLst>
              <a:ext uri="{FF2B5EF4-FFF2-40B4-BE49-F238E27FC236}">
                <a16:creationId xmlns:a16="http://schemas.microsoft.com/office/drawing/2014/main" id="{BED811EB-3ABA-54E9-0553-BBD80551EB33}"/>
              </a:ext>
            </a:extLst>
          </p:cNvPr>
          <p:cNvSpPr>
            <a:spLocks noGrp="1"/>
          </p:cNvSpPr>
          <p:nvPr>
            <p:ph type="sldNum" sz="quarter" idx="4"/>
          </p:nvPr>
        </p:nvSpPr>
        <p:spPr>
          <a:xfrm>
            <a:off x="7948613" y="4879075"/>
            <a:ext cx="742950" cy="204716"/>
          </a:xfrm>
        </p:spPr>
        <p:txBody>
          <a:bodyPr/>
          <a:lstStyle/>
          <a:p>
            <a:pPr>
              <a:defRPr/>
            </a:pPr>
            <a:fld id="{ABC642DC-4027-4785-8EC1-7265DE27C531}" type="slidenum">
              <a:rPr lang="de-DE" altLang="de-DE" sz="1000" smtClean="0">
                <a:solidFill>
                  <a:srgbClr val="D8413E"/>
                </a:solidFill>
                <a:latin typeface="Arial" panose="020B0604020202020204" pitchFamily="34" charset="0"/>
                <a:cs typeface="Arial" panose="020B0604020202020204" pitchFamily="34" charset="0"/>
              </a:rPr>
              <a:t>12</a:t>
            </a:fld>
            <a:endParaRPr lang="de-DE" altLang="de-DE" sz="1000" dirty="0">
              <a:solidFill>
                <a:srgbClr val="D8413E"/>
              </a:solidFill>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469AAF56-512C-E310-8F73-6C2EE558514B}"/>
              </a:ext>
            </a:extLst>
          </p:cNvPr>
          <p:cNvPicPr>
            <a:picLocks noChangeAspect="1"/>
          </p:cNvPicPr>
          <p:nvPr/>
        </p:nvPicPr>
        <p:blipFill>
          <a:blip r:embed="rId3"/>
          <a:stretch>
            <a:fillRect/>
          </a:stretch>
        </p:blipFill>
        <p:spPr>
          <a:xfrm flipV="1">
            <a:off x="0" y="25718"/>
            <a:ext cx="4381751" cy="433530"/>
          </a:xfrm>
          <a:prstGeom prst="rect">
            <a:avLst/>
          </a:prstGeom>
        </p:spPr>
      </p:pic>
      <p:pic>
        <p:nvPicPr>
          <p:cNvPr id="8" name="Picture 7">
            <a:extLst>
              <a:ext uri="{FF2B5EF4-FFF2-40B4-BE49-F238E27FC236}">
                <a16:creationId xmlns:a16="http://schemas.microsoft.com/office/drawing/2014/main" id="{F331AD10-3350-9E72-D33D-B220EEBD5200}"/>
              </a:ext>
            </a:extLst>
          </p:cNvPr>
          <p:cNvPicPr>
            <a:picLocks noChangeAspect="1"/>
          </p:cNvPicPr>
          <p:nvPr/>
        </p:nvPicPr>
        <p:blipFill>
          <a:blip r:embed="rId3"/>
          <a:stretch>
            <a:fillRect/>
          </a:stretch>
        </p:blipFill>
        <p:spPr>
          <a:xfrm flipV="1">
            <a:off x="1184495" y="4764668"/>
            <a:ext cx="4381751" cy="319123"/>
          </a:xfrm>
          <a:prstGeom prst="rect">
            <a:avLst/>
          </a:prstGeom>
        </p:spPr>
      </p:pic>
      <p:sp>
        <p:nvSpPr>
          <p:cNvPr id="21506" name="Titel 1">
            <a:extLst>
              <a:ext uri="{FF2B5EF4-FFF2-40B4-BE49-F238E27FC236}">
                <a16:creationId xmlns:a16="http://schemas.microsoft.com/office/drawing/2014/main" id="{24F7E736-BD95-4DE3-F097-167CEF2996F7}"/>
              </a:ext>
            </a:extLst>
          </p:cNvPr>
          <p:cNvSpPr>
            <a:spLocks noGrp="1"/>
          </p:cNvSpPr>
          <p:nvPr>
            <p:ph type="title"/>
          </p:nvPr>
        </p:nvSpPr>
        <p:spPr bwMode="auto">
          <a:xfrm>
            <a:off x="264569" y="-136930"/>
            <a:ext cx="8234363" cy="758825"/>
          </a:xfrm>
        </p:spPr>
        <p:txBody>
          <a:bodyPr wrap="square" numCol="1" anchorCtr="0" compatLnSpc="1">
            <a:prstTxWarp prst="textNoShape">
              <a:avLst/>
            </a:prstTxWarp>
          </a:bodyPr>
          <a:lstStyle/>
          <a:p>
            <a:pPr eaLnBrk="1" hangingPunct="1">
              <a:defRPr/>
            </a:pPr>
            <a:r>
              <a:rPr lang="de-DE" altLang="de-DE" dirty="0" err="1">
                <a:latin typeface="Arial" panose="020B0604020202020204" pitchFamily="34" charset="0"/>
                <a:cs typeface="Arial" panose="020B0604020202020204" pitchFamily="34" charset="0"/>
              </a:rPr>
              <a:t>Objective</a:t>
            </a:r>
            <a:r>
              <a:rPr lang="de-DE" altLang="de-DE" dirty="0">
                <a:latin typeface="Arial" panose="020B0604020202020204" pitchFamily="34" charset="0"/>
                <a:cs typeface="Arial" panose="020B0604020202020204" pitchFamily="34" charset="0"/>
              </a:rPr>
              <a:t> 1B</a:t>
            </a:r>
            <a:endParaRPr lang="de-DE" altLang="de-DE" cap="none" dirty="0">
              <a:latin typeface="Arial" panose="020B0604020202020204" pitchFamily="34" charset="0"/>
              <a:cs typeface="Arial" panose="020B0604020202020204" pitchFamily="34" charset="0"/>
            </a:endParaRPr>
          </a:p>
        </p:txBody>
      </p:sp>
      <p:sp>
        <p:nvSpPr>
          <p:cNvPr id="9" name="Titel 1">
            <a:extLst>
              <a:ext uri="{FF2B5EF4-FFF2-40B4-BE49-F238E27FC236}">
                <a16:creationId xmlns:a16="http://schemas.microsoft.com/office/drawing/2014/main" id="{8FE36021-AC79-090B-D4C9-D24FEA2E356F}"/>
              </a:ext>
            </a:extLst>
          </p:cNvPr>
          <p:cNvSpPr txBox="1">
            <a:spLocks/>
          </p:cNvSpPr>
          <p:nvPr/>
        </p:nvSpPr>
        <p:spPr bwMode="auto">
          <a:xfrm>
            <a:off x="382390" y="356218"/>
            <a:ext cx="8234363" cy="758825"/>
          </a:xfrm>
          <a:prstGeom prst="rect">
            <a:avLst/>
          </a:prstGeom>
        </p:spPr>
        <p:txBody>
          <a:bodyPr wrap="square" numCol="1" anchor="b" anchorCtr="0" compatLnSpc="1">
            <a:prstTxWarp prst="textNoShape">
              <a:avLst/>
            </a:prstTxWarp>
          </a:bodyPr>
          <a:lstStyle>
            <a:lvl1pPr algn="l" defTabSz="457200" rtl="0" eaLnBrk="1" fontAlgn="base" hangingPunct="1">
              <a:spcBef>
                <a:spcPct val="0"/>
              </a:spcBef>
              <a:spcAft>
                <a:spcPct val="0"/>
              </a:spcAft>
              <a:defRPr sz="2000" b="1" kern="12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buClr>
                <a:srgbClr val="D8413E"/>
              </a:buClr>
              <a:defRPr/>
            </a:pPr>
            <a:r>
              <a:rPr lang="en-GB" sz="1400" b="0" dirty="0"/>
              <a:t>Check if a modified version of the BIC-cherry + expansion procedure yields networks that explain weak best match graphs. </a:t>
            </a:r>
          </a:p>
        </p:txBody>
      </p:sp>
      <p:pic>
        <p:nvPicPr>
          <p:cNvPr id="16" name="Picture 15">
            <a:extLst>
              <a:ext uri="{FF2B5EF4-FFF2-40B4-BE49-F238E27FC236}">
                <a16:creationId xmlns:a16="http://schemas.microsoft.com/office/drawing/2014/main" id="{7AE1E286-4FFE-D6F5-83A5-780E0013D54D}"/>
              </a:ext>
            </a:extLst>
          </p:cNvPr>
          <p:cNvPicPr>
            <a:picLocks noChangeAspect="1"/>
          </p:cNvPicPr>
          <p:nvPr/>
        </p:nvPicPr>
        <p:blipFill>
          <a:blip r:embed="rId3"/>
          <a:stretch>
            <a:fillRect/>
          </a:stretch>
        </p:blipFill>
        <p:spPr>
          <a:xfrm flipV="1">
            <a:off x="382390" y="4591663"/>
            <a:ext cx="8414771" cy="492125"/>
          </a:xfrm>
          <a:prstGeom prst="rect">
            <a:avLst/>
          </a:prstGeom>
        </p:spPr>
      </p:pic>
      <p:pic>
        <p:nvPicPr>
          <p:cNvPr id="20" name="Picture 19">
            <a:extLst>
              <a:ext uri="{FF2B5EF4-FFF2-40B4-BE49-F238E27FC236}">
                <a16:creationId xmlns:a16="http://schemas.microsoft.com/office/drawing/2014/main" id="{3B6ADED0-34BD-E28A-67D6-2D37DF668363}"/>
              </a:ext>
            </a:extLst>
          </p:cNvPr>
          <p:cNvPicPr>
            <a:picLocks noChangeAspect="1"/>
          </p:cNvPicPr>
          <p:nvPr/>
        </p:nvPicPr>
        <p:blipFill>
          <a:blip r:embed="rId4"/>
          <a:stretch>
            <a:fillRect/>
          </a:stretch>
        </p:blipFill>
        <p:spPr>
          <a:xfrm>
            <a:off x="309238" y="1327989"/>
            <a:ext cx="4417200" cy="3554069"/>
          </a:xfrm>
          <a:prstGeom prst="rect">
            <a:avLst/>
          </a:prstGeom>
        </p:spPr>
      </p:pic>
      <p:pic>
        <p:nvPicPr>
          <p:cNvPr id="22" name="Picture 21">
            <a:extLst>
              <a:ext uri="{FF2B5EF4-FFF2-40B4-BE49-F238E27FC236}">
                <a16:creationId xmlns:a16="http://schemas.microsoft.com/office/drawing/2014/main" id="{984BF1A7-7AF4-A942-55DE-156470B660D9}"/>
              </a:ext>
            </a:extLst>
          </p:cNvPr>
          <p:cNvPicPr>
            <a:picLocks noChangeAspect="1"/>
          </p:cNvPicPr>
          <p:nvPr/>
        </p:nvPicPr>
        <p:blipFill>
          <a:blip r:embed="rId5"/>
          <a:srcRect r="31728"/>
          <a:stretch>
            <a:fillRect/>
          </a:stretch>
        </p:blipFill>
        <p:spPr>
          <a:xfrm>
            <a:off x="5338527" y="1669478"/>
            <a:ext cx="3583051" cy="2538000"/>
          </a:xfrm>
          <a:prstGeom prst="rect">
            <a:avLst/>
          </a:prstGeom>
        </p:spPr>
      </p:pic>
      <p:sp>
        <p:nvSpPr>
          <p:cNvPr id="3" name="Oval 2">
            <a:extLst>
              <a:ext uri="{FF2B5EF4-FFF2-40B4-BE49-F238E27FC236}">
                <a16:creationId xmlns:a16="http://schemas.microsoft.com/office/drawing/2014/main" id="{2F0512A9-12B6-0D55-C9F7-8B685F9A5E37}"/>
              </a:ext>
            </a:extLst>
          </p:cNvPr>
          <p:cNvSpPr/>
          <p:nvPr/>
        </p:nvSpPr>
        <p:spPr>
          <a:xfrm>
            <a:off x="8479983" y="2384049"/>
            <a:ext cx="152400" cy="156441"/>
          </a:xfrm>
          <a:prstGeom prst="ellipse">
            <a:avLst/>
          </a:prstGeom>
          <a:noFill/>
          <a:ln w="12700">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DE"/>
          </a:p>
        </p:txBody>
      </p:sp>
    </p:spTree>
    <p:extLst>
      <p:ext uri="{BB962C8B-B14F-4D97-AF65-F5344CB8AC3E}">
        <p14:creationId xmlns:p14="http://schemas.microsoft.com/office/powerpoint/2010/main" val="12504281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D80B7-092B-D5A0-D1EC-FB94C895BADB}"/>
            </a:ext>
          </a:extLst>
        </p:cNvPr>
        <p:cNvGrpSpPr/>
        <p:nvPr/>
      </p:nvGrpSpPr>
      <p:grpSpPr>
        <a:xfrm>
          <a:off x="0" y="0"/>
          <a:ext cx="0" cy="0"/>
          <a:chOff x="0" y="0"/>
          <a:chExt cx="0" cy="0"/>
        </a:xfrm>
      </p:grpSpPr>
      <p:sp>
        <p:nvSpPr>
          <p:cNvPr id="6" name="Foliennummernplatzhalter 1">
            <a:extLst>
              <a:ext uri="{FF2B5EF4-FFF2-40B4-BE49-F238E27FC236}">
                <a16:creationId xmlns:a16="http://schemas.microsoft.com/office/drawing/2014/main" id="{17F52BC9-6CAB-095E-DC32-7FC6D7550702}"/>
              </a:ext>
            </a:extLst>
          </p:cNvPr>
          <p:cNvSpPr>
            <a:spLocks noGrp="1"/>
          </p:cNvSpPr>
          <p:nvPr>
            <p:ph type="sldNum" sz="quarter" idx="4"/>
          </p:nvPr>
        </p:nvSpPr>
        <p:spPr>
          <a:xfrm>
            <a:off x="7948613" y="4879075"/>
            <a:ext cx="742950" cy="204716"/>
          </a:xfrm>
        </p:spPr>
        <p:txBody>
          <a:bodyPr/>
          <a:lstStyle/>
          <a:p>
            <a:pPr>
              <a:defRPr/>
            </a:pPr>
            <a:fld id="{ABC642DC-4027-4785-8EC1-7265DE27C531}" type="slidenum">
              <a:rPr lang="de-DE" altLang="de-DE" sz="1000" smtClean="0">
                <a:solidFill>
                  <a:srgbClr val="D8413E"/>
                </a:solidFill>
                <a:latin typeface="Arial" panose="020B0604020202020204" pitchFamily="34" charset="0"/>
                <a:cs typeface="Arial" panose="020B0604020202020204" pitchFamily="34" charset="0"/>
              </a:rPr>
              <a:t>13</a:t>
            </a:fld>
            <a:endParaRPr lang="de-DE" altLang="de-DE" sz="1000" dirty="0">
              <a:solidFill>
                <a:srgbClr val="D8413E"/>
              </a:solidFill>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06246781-B0DF-9DAE-42DA-773E0D31379B}"/>
              </a:ext>
            </a:extLst>
          </p:cNvPr>
          <p:cNvPicPr>
            <a:picLocks noChangeAspect="1"/>
          </p:cNvPicPr>
          <p:nvPr/>
        </p:nvPicPr>
        <p:blipFill>
          <a:blip r:embed="rId3"/>
          <a:stretch>
            <a:fillRect/>
          </a:stretch>
        </p:blipFill>
        <p:spPr>
          <a:xfrm flipV="1">
            <a:off x="0" y="25718"/>
            <a:ext cx="4381751" cy="433530"/>
          </a:xfrm>
          <a:prstGeom prst="rect">
            <a:avLst/>
          </a:prstGeom>
        </p:spPr>
      </p:pic>
      <p:pic>
        <p:nvPicPr>
          <p:cNvPr id="8" name="Picture 7">
            <a:extLst>
              <a:ext uri="{FF2B5EF4-FFF2-40B4-BE49-F238E27FC236}">
                <a16:creationId xmlns:a16="http://schemas.microsoft.com/office/drawing/2014/main" id="{70821A0F-A17D-ABBF-48A2-75143A75D149}"/>
              </a:ext>
            </a:extLst>
          </p:cNvPr>
          <p:cNvPicPr>
            <a:picLocks noChangeAspect="1"/>
          </p:cNvPicPr>
          <p:nvPr/>
        </p:nvPicPr>
        <p:blipFill>
          <a:blip r:embed="rId3"/>
          <a:stretch>
            <a:fillRect/>
          </a:stretch>
        </p:blipFill>
        <p:spPr>
          <a:xfrm flipV="1">
            <a:off x="1184495" y="4764668"/>
            <a:ext cx="4381751" cy="319123"/>
          </a:xfrm>
          <a:prstGeom prst="rect">
            <a:avLst/>
          </a:prstGeom>
        </p:spPr>
      </p:pic>
      <p:pic>
        <p:nvPicPr>
          <p:cNvPr id="16" name="Picture 15">
            <a:extLst>
              <a:ext uri="{FF2B5EF4-FFF2-40B4-BE49-F238E27FC236}">
                <a16:creationId xmlns:a16="http://schemas.microsoft.com/office/drawing/2014/main" id="{AC995A94-EBCB-D73E-00F7-5AAA8293FC21}"/>
              </a:ext>
            </a:extLst>
          </p:cNvPr>
          <p:cNvPicPr>
            <a:picLocks noChangeAspect="1"/>
          </p:cNvPicPr>
          <p:nvPr/>
        </p:nvPicPr>
        <p:blipFill>
          <a:blip r:embed="rId3"/>
          <a:stretch>
            <a:fillRect/>
          </a:stretch>
        </p:blipFill>
        <p:spPr>
          <a:xfrm flipV="1">
            <a:off x="382390" y="4591663"/>
            <a:ext cx="8414771" cy="492125"/>
          </a:xfrm>
          <a:prstGeom prst="rect">
            <a:avLst/>
          </a:prstGeom>
        </p:spPr>
      </p:pic>
      <p:pic>
        <p:nvPicPr>
          <p:cNvPr id="22" name="Picture 21">
            <a:extLst>
              <a:ext uri="{FF2B5EF4-FFF2-40B4-BE49-F238E27FC236}">
                <a16:creationId xmlns:a16="http://schemas.microsoft.com/office/drawing/2014/main" id="{646BDC8C-4C0F-20FC-4A8D-8EDF4A23852A}"/>
              </a:ext>
            </a:extLst>
          </p:cNvPr>
          <p:cNvPicPr>
            <a:picLocks noChangeAspect="1"/>
          </p:cNvPicPr>
          <p:nvPr/>
        </p:nvPicPr>
        <p:blipFill>
          <a:blip r:embed="rId4"/>
          <a:srcRect r="31728"/>
          <a:stretch>
            <a:fillRect/>
          </a:stretch>
        </p:blipFill>
        <p:spPr>
          <a:xfrm>
            <a:off x="5338527" y="1669478"/>
            <a:ext cx="3583051" cy="2538000"/>
          </a:xfrm>
          <a:prstGeom prst="rect">
            <a:avLst/>
          </a:prstGeom>
        </p:spPr>
      </p:pic>
      <p:sp>
        <p:nvSpPr>
          <p:cNvPr id="3" name="Oval 2">
            <a:extLst>
              <a:ext uri="{FF2B5EF4-FFF2-40B4-BE49-F238E27FC236}">
                <a16:creationId xmlns:a16="http://schemas.microsoft.com/office/drawing/2014/main" id="{566ECFC3-97CA-04FD-6E0E-5ABE87D88624}"/>
              </a:ext>
            </a:extLst>
          </p:cNvPr>
          <p:cNvSpPr/>
          <p:nvPr/>
        </p:nvSpPr>
        <p:spPr>
          <a:xfrm>
            <a:off x="8479983" y="2384049"/>
            <a:ext cx="152400" cy="156441"/>
          </a:xfrm>
          <a:prstGeom prst="ellipse">
            <a:avLst/>
          </a:prstGeom>
          <a:noFill/>
          <a:ln w="12700">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DE"/>
          </a:p>
        </p:txBody>
      </p:sp>
      <p:sp>
        <p:nvSpPr>
          <p:cNvPr id="2" name="Oval 1">
            <a:extLst>
              <a:ext uri="{FF2B5EF4-FFF2-40B4-BE49-F238E27FC236}">
                <a16:creationId xmlns:a16="http://schemas.microsoft.com/office/drawing/2014/main" id="{B2BAE772-C283-D155-E3F0-744C7FB022DD}"/>
              </a:ext>
            </a:extLst>
          </p:cNvPr>
          <p:cNvSpPr/>
          <p:nvPr/>
        </p:nvSpPr>
        <p:spPr>
          <a:xfrm>
            <a:off x="8333633" y="2600839"/>
            <a:ext cx="54000" cy="54755"/>
          </a:xfrm>
          <a:prstGeom prst="ellipse">
            <a:avLst/>
          </a:prstGeom>
          <a:solidFill>
            <a:srgbClr val="C9C9C9"/>
          </a:solidFill>
          <a:ln>
            <a:solidFill>
              <a:srgbClr val="96969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DE"/>
          </a:p>
        </p:txBody>
      </p:sp>
      <p:cxnSp>
        <p:nvCxnSpPr>
          <p:cNvPr id="5" name="Straight Connector 4">
            <a:extLst>
              <a:ext uri="{FF2B5EF4-FFF2-40B4-BE49-F238E27FC236}">
                <a16:creationId xmlns:a16="http://schemas.microsoft.com/office/drawing/2014/main" id="{51904353-0B2F-32EE-0945-EEFD2867F98B}"/>
              </a:ext>
            </a:extLst>
          </p:cNvPr>
          <p:cNvCxnSpPr>
            <a:cxnSpLocks/>
          </p:cNvCxnSpPr>
          <p:nvPr/>
        </p:nvCxnSpPr>
        <p:spPr>
          <a:xfrm flipH="1">
            <a:off x="7559480" y="2632075"/>
            <a:ext cx="774153" cy="167243"/>
          </a:xfrm>
          <a:prstGeom prst="line">
            <a:avLst/>
          </a:prstGeom>
          <a:ln w="3175">
            <a:solidFill>
              <a:srgbClr val="969696"/>
            </a:solidFill>
          </a:ln>
        </p:spPr>
        <p:style>
          <a:lnRef idx="2">
            <a:schemeClr val="accent1"/>
          </a:lnRef>
          <a:fillRef idx="0">
            <a:schemeClr val="accent1"/>
          </a:fillRef>
          <a:effectRef idx="1">
            <a:schemeClr val="accent1"/>
          </a:effectRef>
          <a:fontRef idx="minor">
            <a:schemeClr val="tx1"/>
          </a:fontRef>
        </p:style>
      </p:cxnSp>
      <p:sp>
        <p:nvSpPr>
          <p:cNvPr id="12" name="Oval 11">
            <a:extLst>
              <a:ext uri="{FF2B5EF4-FFF2-40B4-BE49-F238E27FC236}">
                <a16:creationId xmlns:a16="http://schemas.microsoft.com/office/drawing/2014/main" id="{6C32E4F6-139F-AC48-8AFF-681FD447C820}"/>
              </a:ext>
            </a:extLst>
          </p:cNvPr>
          <p:cNvSpPr/>
          <p:nvPr/>
        </p:nvSpPr>
        <p:spPr>
          <a:xfrm>
            <a:off x="8284433" y="2545478"/>
            <a:ext cx="152400" cy="156441"/>
          </a:xfrm>
          <a:prstGeom prst="ellipse">
            <a:avLst/>
          </a:prstGeom>
          <a:noFill/>
          <a:ln w="12700">
            <a:solidFill>
              <a:srgbClr val="00B05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DE"/>
          </a:p>
        </p:txBody>
      </p:sp>
      <p:pic>
        <p:nvPicPr>
          <p:cNvPr id="18" name="Picture 17">
            <a:extLst>
              <a:ext uri="{FF2B5EF4-FFF2-40B4-BE49-F238E27FC236}">
                <a16:creationId xmlns:a16="http://schemas.microsoft.com/office/drawing/2014/main" id="{D5C3A644-7C92-75D7-BECF-C0413FA15A9D}"/>
              </a:ext>
            </a:extLst>
          </p:cNvPr>
          <p:cNvPicPr>
            <a:picLocks noChangeAspect="1"/>
          </p:cNvPicPr>
          <p:nvPr/>
        </p:nvPicPr>
        <p:blipFill>
          <a:blip r:embed="rId5"/>
          <a:stretch>
            <a:fillRect/>
          </a:stretch>
        </p:blipFill>
        <p:spPr>
          <a:xfrm>
            <a:off x="309238" y="180106"/>
            <a:ext cx="3420000" cy="4760403"/>
          </a:xfrm>
          <a:prstGeom prst="rect">
            <a:avLst/>
          </a:prstGeom>
        </p:spPr>
      </p:pic>
    </p:spTree>
    <p:extLst>
      <p:ext uri="{BB962C8B-B14F-4D97-AF65-F5344CB8AC3E}">
        <p14:creationId xmlns:p14="http://schemas.microsoft.com/office/powerpoint/2010/main" val="5368614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0137F3-6B79-29D2-2E5E-D5A5C57F90C2}"/>
            </a:ext>
          </a:extLst>
        </p:cNvPr>
        <p:cNvGrpSpPr/>
        <p:nvPr/>
      </p:nvGrpSpPr>
      <p:grpSpPr>
        <a:xfrm>
          <a:off x="0" y="0"/>
          <a:ext cx="0" cy="0"/>
          <a:chOff x="0" y="0"/>
          <a:chExt cx="0" cy="0"/>
        </a:xfrm>
      </p:grpSpPr>
      <p:sp>
        <p:nvSpPr>
          <p:cNvPr id="6" name="Foliennummernplatzhalter 1">
            <a:extLst>
              <a:ext uri="{FF2B5EF4-FFF2-40B4-BE49-F238E27FC236}">
                <a16:creationId xmlns:a16="http://schemas.microsoft.com/office/drawing/2014/main" id="{3526B8A0-FD32-1AD2-EF12-FCF9C384AAB1}"/>
              </a:ext>
            </a:extLst>
          </p:cNvPr>
          <p:cNvSpPr>
            <a:spLocks noGrp="1"/>
          </p:cNvSpPr>
          <p:nvPr>
            <p:ph type="sldNum" sz="quarter" idx="4"/>
          </p:nvPr>
        </p:nvSpPr>
        <p:spPr>
          <a:xfrm>
            <a:off x="7948613" y="4879075"/>
            <a:ext cx="742950" cy="204716"/>
          </a:xfrm>
        </p:spPr>
        <p:txBody>
          <a:bodyPr/>
          <a:lstStyle/>
          <a:p>
            <a:pPr>
              <a:defRPr/>
            </a:pPr>
            <a:fld id="{ABC642DC-4027-4785-8EC1-7265DE27C531}" type="slidenum">
              <a:rPr lang="de-DE" altLang="de-DE" sz="1000" smtClean="0">
                <a:solidFill>
                  <a:srgbClr val="D8413E"/>
                </a:solidFill>
                <a:latin typeface="Arial" panose="020B0604020202020204" pitchFamily="34" charset="0"/>
                <a:cs typeface="Arial" panose="020B0604020202020204" pitchFamily="34" charset="0"/>
              </a:rPr>
              <a:t>14</a:t>
            </a:fld>
            <a:endParaRPr lang="de-DE" altLang="de-DE" sz="1000" dirty="0">
              <a:solidFill>
                <a:srgbClr val="D8413E"/>
              </a:solidFill>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6599E4F9-EEBF-4863-39BC-3074CCF51078}"/>
              </a:ext>
            </a:extLst>
          </p:cNvPr>
          <p:cNvPicPr>
            <a:picLocks noChangeAspect="1"/>
          </p:cNvPicPr>
          <p:nvPr/>
        </p:nvPicPr>
        <p:blipFill>
          <a:blip r:embed="rId3"/>
          <a:stretch>
            <a:fillRect/>
          </a:stretch>
        </p:blipFill>
        <p:spPr>
          <a:xfrm flipV="1">
            <a:off x="0" y="25718"/>
            <a:ext cx="4381751" cy="433530"/>
          </a:xfrm>
          <a:prstGeom prst="rect">
            <a:avLst/>
          </a:prstGeom>
        </p:spPr>
      </p:pic>
      <p:pic>
        <p:nvPicPr>
          <p:cNvPr id="8" name="Picture 7">
            <a:extLst>
              <a:ext uri="{FF2B5EF4-FFF2-40B4-BE49-F238E27FC236}">
                <a16:creationId xmlns:a16="http://schemas.microsoft.com/office/drawing/2014/main" id="{EB1F5E2A-D51E-4FD6-B60C-69A767D7CFD9}"/>
              </a:ext>
            </a:extLst>
          </p:cNvPr>
          <p:cNvPicPr>
            <a:picLocks noChangeAspect="1"/>
          </p:cNvPicPr>
          <p:nvPr/>
        </p:nvPicPr>
        <p:blipFill>
          <a:blip r:embed="rId3"/>
          <a:stretch>
            <a:fillRect/>
          </a:stretch>
        </p:blipFill>
        <p:spPr>
          <a:xfrm flipV="1">
            <a:off x="1184495" y="4764668"/>
            <a:ext cx="4381751" cy="319123"/>
          </a:xfrm>
          <a:prstGeom prst="rect">
            <a:avLst/>
          </a:prstGeom>
        </p:spPr>
      </p:pic>
      <p:sp>
        <p:nvSpPr>
          <p:cNvPr id="21506" name="Titel 1">
            <a:extLst>
              <a:ext uri="{FF2B5EF4-FFF2-40B4-BE49-F238E27FC236}">
                <a16:creationId xmlns:a16="http://schemas.microsoft.com/office/drawing/2014/main" id="{33513CB8-19E6-EAFE-5863-07247ADCDA3D}"/>
              </a:ext>
            </a:extLst>
          </p:cNvPr>
          <p:cNvSpPr>
            <a:spLocks noGrp="1"/>
          </p:cNvSpPr>
          <p:nvPr>
            <p:ph type="title"/>
          </p:nvPr>
        </p:nvSpPr>
        <p:spPr bwMode="auto">
          <a:xfrm>
            <a:off x="264569" y="-136930"/>
            <a:ext cx="8234363" cy="758825"/>
          </a:xfrm>
        </p:spPr>
        <p:txBody>
          <a:bodyPr wrap="square" numCol="1" anchorCtr="0" compatLnSpc="1">
            <a:prstTxWarp prst="textNoShape">
              <a:avLst/>
            </a:prstTxWarp>
          </a:bodyPr>
          <a:lstStyle/>
          <a:p>
            <a:pPr eaLnBrk="1" hangingPunct="1">
              <a:defRPr/>
            </a:pPr>
            <a:r>
              <a:rPr lang="de-DE" altLang="de-DE" dirty="0" err="1">
                <a:latin typeface="Arial" panose="020B0604020202020204" pitchFamily="34" charset="0"/>
                <a:cs typeface="Arial" panose="020B0604020202020204" pitchFamily="34" charset="0"/>
              </a:rPr>
              <a:t>Objective</a:t>
            </a:r>
            <a:r>
              <a:rPr lang="de-DE" altLang="de-DE" dirty="0">
                <a:latin typeface="Arial" panose="020B0604020202020204" pitchFamily="34" charset="0"/>
                <a:cs typeface="Arial" panose="020B0604020202020204" pitchFamily="34" charset="0"/>
              </a:rPr>
              <a:t> 1B</a:t>
            </a:r>
            <a:endParaRPr lang="de-DE" altLang="de-DE" cap="none" dirty="0">
              <a:latin typeface="Arial" panose="020B0604020202020204" pitchFamily="34" charset="0"/>
              <a:cs typeface="Arial" panose="020B0604020202020204" pitchFamily="34" charset="0"/>
            </a:endParaRPr>
          </a:p>
        </p:txBody>
      </p:sp>
      <p:sp>
        <p:nvSpPr>
          <p:cNvPr id="9" name="Titel 1">
            <a:extLst>
              <a:ext uri="{FF2B5EF4-FFF2-40B4-BE49-F238E27FC236}">
                <a16:creationId xmlns:a16="http://schemas.microsoft.com/office/drawing/2014/main" id="{41A78D98-114A-5D54-7274-B811E67399EE}"/>
              </a:ext>
            </a:extLst>
          </p:cNvPr>
          <p:cNvSpPr txBox="1">
            <a:spLocks/>
          </p:cNvSpPr>
          <p:nvPr/>
        </p:nvSpPr>
        <p:spPr bwMode="auto">
          <a:xfrm>
            <a:off x="382390" y="356218"/>
            <a:ext cx="8234363" cy="758825"/>
          </a:xfrm>
          <a:prstGeom prst="rect">
            <a:avLst/>
          </a:prstGeom>
        </p:spPr>
        <p:txBody>
          <a:bodyPr wrap="square" numCol="1" anchor="b" anchorCtr="0" compatLnSpc="1">
            <a:prstTxWarp prst="textNoShape">
              <a:avLst/>
            </a:prstTxWarp>
          </a:bodyPr>
          <a:lstStyle>
            <a:lvl1pPr algn="l" defTabSz="457200" rtl="0" eaLnBrk="1" fontAlgn="base" hangingPunct="1">
              <a:spcBef>
                <a:spcPct val="0"/>
              </a:spcBef>
              <a:spcAft>
                <a:spcPct val="0"/>
              </a:spcAft>
              <a:defRPr sz="2000" b="1" kern="12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buClr>
                <a:srgbClr val="D8413E"/>
              </a:buClr>
              <a:defRPr/>
            </a:pPr>
            <a:r>
              <a:rPr lang="en-GB" sz="1400" b="0" dirty="0"/>
              <a:t>Check if a modified version of the BIC-cherry + expansion procedure yields networks that explain weak best match graphs. </a:t>
            </a:r>
          </a:p>
        </p:txBody>
      </p:sp>
      <p:pic>
        <p:nvPicPr>
          <p:cNvPr id="16" name="Picture 15">
            <a:extLst>
              <a:ext uri="{FF2B5EF4-FFF2-40B4-BE49-F238E27FC236}">
                <a16:creationId xmlns:a16="http://schemas.microsoft.com/office/drawing/2014/main" id="{B0828B5A-7734-1028-1FCF-922EAFFEAB35}"/>
              </a:ext>
            </a:extLst>
          </p:cNvPr>
          <p:cNvPicPr>
            <a:picLocks noChangeAspect="1"/>
          </p:cNvPicPr>
          <p:nvPr/>
        </p:nvPicPr>
        <p:blipFill>
          <a:blip r:embed="rId3"/>
          <a:stretch>
            <a:fillRect/>
          </a:stretch>
        </p:blipFill>
        <p:spPr>
          <a:xfrm flipV="1">
            <a:off x="382390" y="4591663"/>
            <a:ext cx="8414771" cy="492125"/>
          </a:xfrm>
          <a:prstGeom prst="rect">
            <a:avLst/>
          </a:prstGeom>
        </p:spPr>
      </p:pic>
      <p:pic>
        <p:nvPicPr>
          <p:cNvPr id="11" name="Picture 10">
            <a:extLst>
              <a:ext uri="{FF2B5EF4-FFF2-40B4-BE49-F238E27FC236}">
                <a16:creationId xmlns:a16="http://schemas.microsoft.com/office/drawing/2014/main" id="{4A459AED-BE90-422E-89DD-9B181EE36BBF}"/>
              </a:ext>
            </a:extLst>
          </p:cNvPr>
          <p:cNvPicPr>
            <a:picLocks noChangeAspect="1"/>
          </p:cNvPicPr>
          <p:nvPr/>
        </p:nvPicPr>
        <p:blipFill>
          <a:blip r:embed="rId4"/>
          <a:stretch>
            <a:fillRect/>
          </a:stretch>
        </p:blipFill>
        <p:spPr>
          <a:xfrm>
            <a:off x="1908550" y="1201140"/>
            <a:ext cx="4946400" cy="3510348"/>
          </a:xfrm>
          <a:prstGeom prst="rect">
            <a:avLst/>
          </a:prstGeom>
        </p:spPr>
      </p:pic>
    </p:spTree>
    <p:extLst>
      <p:ext uri="{BB962C8B-B14F-4D97-AF65-F5344CB8AC3E}">
        <p14:creationId xmlns:p14="http://schemas.microsoft.com/office/powerpoint/2010/main" val="3996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EB11EE-8484-FF0D-5590-5AB07E9E84B9}"/>
            </a:ext>
          </a:extLst>
        </p:cNvPr>
        <p:cNvGrpSpPr/>
        <p:nvPr/>
      </p:nvGrpSpPr>
      <p:grpSpPr>
        <a:xfrm>
          <a:off x="0" y="0"/>
          <a:ext cx="0" cy="0"/>
          <a:chOff x="0" y="0"/>
          <a:chExt cx="0" cy="0"/>
        </a:xfrm>
      </p:grpSpPr>
      <p:sp>
        <p:nvSpPr>
          <p:cNvPr id="6" name="Foliennummernplatzhalter 1">
            <a:extLst>
              <a:ext uri="{FF2B5EF4-FFF2-40B4-BE49-F238E27FC236}">
                <a16:creationId xmlns:a16="http://schemas.microsoft.com/office/drawing/2014/main" id="{2D0367A6-352C-9BED-CB57-3A45BE22CF91}"/>
              </a:ext>
            </a:extLst>
          </p:cNvPr>
          <p:cNvSpPr>
            <a:spLocks noGrp="1"/>
          </p:cNvSpPr>
          <p:nvPr>
            <p:ph type="sldNum" sz="quarter" idx="4"/>
          </p:nvPr>
        </p:nvSpPr>
        <p:spPr>
          <a:xfrm>
            <a:off x="7948613" y="4879075"/>
            <a:ext cx="742950" cy="204716"/>
          </a:xfrm>
        </p:spPr>
        <p:txBody>
          <a:bodyPr/>
          <a:lstStyle/>
          <a:p>
            <a:pPr>
              <a:defRPr/>
            </a:pPr>
            <a:fld id="{ABC642DC-4027-4785-8EC1-7265DE27C531}" type="slidenum">
              <a:rPr lang="de-DE" altLang="de-DE" sz="1000" smtClean="0">
                <a:solidFill>
                  <a:srgbClr val="D8413E"/>
                </a:solidFill>
                <a:latin typeface="Arial" panose="020B0604020202020204" pitchFamily="34" charset="0"/>
                <a:cs typeface="Arial" panose="020B0604020202020204" pitchFamily="34" charset="0"/>
              </a:rPr>
              <a:t>15</a:t>
            </a:fld>
            <a:endParaRPr lang="de-DE" altLang="de-DE" sz="1000" dirty="0">
              <a:solidFill>
                <a:srgbClr val="D8413E"/>
              </a:solidFill>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04EDBDE3-9014-D40B-56F2-DD8B3E990399}"/>
              </a:ext>
            </a:extLst>
          </p:cNvPr>
          <p:cNvPicPr>
            <a:picLocks noChangeAspect="1"/>
          </p:cNvPicPr>
          <p:nvPr/>
        </p:nvPicPr>
        <p:blipFill>
          <a:blip r:embed="rId3"/>
          <a:stretch>
            <a:fillRect/>
          </a:stretch>
        </p:blipFill>
        <p:spPr>
          <a:xfrm flipV="1">
            <a:off x="0" y="25718"/>
            <a:ext cx="4381751" cy="433530"/>
          </a:xfrm>
          <a:prstGeom prst="rect">
            <a:avLst/>
          </a:prstGeom>
        </p:spPr>
      </p:pic>
      <p:pic>
        <p:nvPicPr>
          <p:cNvPr id="8" name="Picture 7">
            <a:extLst>
              <a:ext uri="{FF2B5EF4-FFF2-40B4-BE49-F238E27FC236}">
                <a16:creationId xmlns:a16="http://schemas.microsoft.com/office/drawing/2014/main" id="{1A04E809-E4E7-9FB9-CA65-C6F8E54DF188}"/>
              </a:ext>
            </a:extLst>
          </p:cNvPr>
          <p:cNvPicPr>
            <a:picLocks noChangeAspect="1"/>
          </p:cNvPicPr>
          <p:nvPr/>
        </p:nvPicPr>
        <p:blipFill>
          <a:blip r:embed="rId3"/>
          <a:stretch>
            <a:fillRect/>
          </a:stretch>
        </p:blipFill>
        <p:spPr>
          <a:xfrm flipV="1">
            <a:off x="264569" y="4603179"/>
            <a:ext cx="8741779" cy="480612"/>
          </a:xfrm>
          <a:prstGeom prst="rect">
            <a:avLst/>
          </a:prstGeom>
        </p:spPr>
      </p:pic>
      <p:sp>
        <p:nvSpPr>
          <p:cNvPr id="21506" name="Titel 1">
            <a:extLst>
              <a:ext uri="{FF2B5EF4-FFF2-40B4-BE49-F238E27FC236}">
                <a16:creationId xmlns:a16="http://schemas.microsoft.com/office/drawing/2014/main" id="{C172E948-D847-9EDE-6100-E40AA2588C36}"/>
              </a:ext>
            </a:extLst>
          </p:cNvPr>
          <p:cNvSpPr>
            <a:spLocks noGrp="1"/>
          </p:cNvSpPr>
          <p:nvPr>
            <p:ph type="title"/>
          </p:nvPr>
        </p:nvSpPr>
        <p:spPr bwMode="auto">
          <a:xfrm>
            <a:off x="264569" y="-136930"/>
            <a:ext cx="8234363" cy="758825"/>
          </a:xfrm>
        </p:spPr>
        <p:txBody>
          <a:bodyPr wrap="square" numCol="1" anchorCtr="0" compatLnSpc="1">
            <a:prstTxWarp prst="textNoShape">
              <a:avLst/>
            </a:prstTxWarp>
          </a:bodyPr>
          <a:lstStyle/>
          <a:p>
            <a:pPr eaLnBrk="1" hangingPunct="1">
              <a:defRPr/>
            </a:pPr>
            <a:r>
              <a:rPr lang="de-DE" altLang="de-DE" dirty="0">
                <a:latin typeface="Arial" panose="020B0604020202020204" pitchFamily="34" charset="0"/>
                <a:cs typeface="Arial" panose="020B0604020202020204" pitchFamily="34" charset="0"/>
              </a:rPr>
              <a:t>(</a:t>
            </a:r>
            <a:r>
              <a:rPr lang="de-DE" altLang="de-DE" dirty="0" err="1">
                <a:latin typeface="Arial" panose="020B0604020202020204" pitchFamily="34" charset="0"/>
                <a:cs typeface="Arial" panose="020B0604020202020204" pitchFamily="34" charset="0"/>
              </a:rPr>
              <a:t>Objective</a:t>
            </a:r>
            <a:r>
              <a:rPr lang="de-DE" altLang="de-DE" dirty="0">
                <a:latin typeface="Arial" panose="020B0604020202020204" pitchFamily="34" charset="0"/>
                <a:cs typeface="Arial" panose="020B0604020202020204" pitchFamily="34" charset="0"/>
              </a:rPr>
              <a:t> „1C“)</a:t>
            </a:r>
            <a:endParaRPr lang="de-DE" altLang="de-DE" cap="none" dirty="0">
              <a:latin typeface="Arial" panose="020B0604020202020204" pitchFamily="34" charset="0"/>
              <a:cs typeface="Arial" panose="020B0604020202020204" pitchFamily="34" charset="0"/>
            </a:endParaRPr>
          </a:p>
        </p:txBody>
      </p:sp>
      <p:sp>
        <p:nvSpPr>
          <p:cNvPr id="9" name="Titel 1">
            <a:extLst>
              <a:ext uri="{FF2B5EF4-FFF2-40B4-BE49-F238E27FC236}">
                <a16:creationId xmlns:a16="http://schemas.microsoft.com/office/drawing/2014/main" id="{BE391D1B-68A9-AEF7-1A63-28663232809D}"/>
              </a:ext>
            </a:extLst>
          </p:cNvPr>
          <p:cNvSpPr txBox="1">
            <a:spLocks/>
          </p:cNvSpPr>
          <p:nvPr/>
        </p:nvSpPr>
        <p:spPr bwMode="auto">
          <a:xfrm>
            <a:off x="327173" y="136312"/>
            <a:ext cx="8234363" cy="758825"/>
          </a:xfrm>
          <a:prstGeom prst="rect">
            <a:avLst/>
          </a:prstGeom>
        </p:spPr>
        <p:txBody>
          <a:bodyPr wrap="square" numCol="1" anchor="b" anchorCtr="0" compatLnSpc="1">
            <a:prstTxWarp prst="textNoShape">
              <a:avLst/>
            </a:prstTxWarp>
          </a:bodyPr>
          <a:lstStyle>
            <a:lvl1pPr algn="l" defTabSz="457200" rtl="0" eaLnBrk="1" fontAlgn="base" hangingPunct="1">
              <a:spcBef>
                <a:spcPct val="0"/>
              </a:spcBef>
              <a:spcAft>
                <a:spcPct val="0"/>
              </a:spcAft>
              <a:defRPr sz="2000" b="1" kern="12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buClr>
                <a:srgbClr val="D8413E"/>
              </a:buClr>
              <a:defRPr/>
            </a:pPr>
            <a:r>
              <a:rPr lang="en-GB" sz="1400" b="0" dirty="0"/>
              <a:t>Failure Modes via the strict definition</a:t>
            </a:r>
          </a:p>
        </p:txBody>
      </p:sp>
      <p:pic>
        <p:nvPicPr>
          <p:cNvPr id="13" name="Picture 12">
            <a:extLst>
              <a:ext uri="{FF2B5EF4-FFF2-40B4-BE49-F238E27FC236}">
                <a16:creationId xmlns:a16="http://schemas.microsoft.com/office/drawing/2014/main" id="{E5BD3159-821C-AB36-0C5D-A86FEC7CEEB0}"/>
              </a:ext>
            </a:extLst>
          </p:cNvPr>
          <p:cNvPicPr>
            <a:picLocks noChangeAspect="1"/>
          </p:cNvPicPr>
          <p:nvPr/>
        </p:nvPicPr>
        <p:blipFill>
          <a:blip r:embed="rId4"/>
          <a:srcRect b="47261"/>
          <a:stretch>
            <a:fillRect/>
          </a:stretch>
        </p:blipFill>
        <p:spPr>
          <a:xfrm>
            <a:off x="309238" y="1005095"/>
            <a:ext cx="3456000" cy="2529709"/>
          </a:xfrm>
          <a:prstGeom prst="rect">
            <a:avLst/>
          </a:prstGeom>
        </p:spPr>
      </p:pic>
      <p:pic>
        <p:nvPicPr>
          <p:cNvPr id="15" name="Picture 14">
            <a:extLst>
              <a:ext uri="{FF2B5EF4-FFF2-40B4-BE49-F238E27FC236}">
                <a16:creationId xmlns:a16="http://schemas.microsoft.com/office/drawing/2014/main" id="{2078A895-941C-8FA2-E612-15CBE0C6A98F}"/>
              </a:ext>
            </a:extLst>
          </p:cNvPr>
          <p:cNvPicPr>
            <a:picLocks noChangeAspect="1"/>
          </p:cNvPicPr>
          <p:nvPr/>
        </p:nvPicPr>
        <p:blipFill>
          <a:blip r:embed="rId4"/>
          <a:srcRect t="69395"/>
          <a:stretch>
            <a:fillRect/>
          </a:stretch>
        </p:blipFill>
        <p:spPr>
          <a:xfrm>
            <a:off x="327173" y="3428614"/>
            <a:ext cx="3456000" cy="1468028"/>
          </a:xfrm>
          <a:prstGeom prst="rect">
            <a:avLst/>
          </a:prstGeom>
        </p:spPr>
      </p:pic>
      <p:pic>
        <p:nvPicPr>
          <p:cNvPr id="18" name="Picture 17">
            <a:extLst>
              <a:ext uri="{FF2B5EF4-FFF2-40B4-BE49-F238E27FC236}">
                <a16:creationId xmlns:a16="http://schemas.microsoft.com/office/drawing/2014/main" id="{1FB9A5F4-173D-7F73-68D6-A8031C8A8FE9}"/>
              </a:ext>
            </a:extLst>
          </p:cNvPr>
          <p:cNvPicPr>
            <a:picLocks noChangeAspect="1"/>
          </p:cNvPicPr>
          <p:nvPr/>
        </p:nvPicPr>
        <p:blipFill>
          <a:blip r:embed="rId5"/>
          <a:stretch>
            <a:fillRect/>
          </a:stretch>
        </p:blipFill>
        <p:spPr>
          <a:xfrm>
            <a:off x="4263626" y="1454150"/>
            <a:ext cx="4541741" cy="3223171"/>
          </a:xfrm>
          <a:prstGeom prst="rect">
            <a:avLst/>
          </a:prstGeom>
        </p:spPr>
      </p:pic>
    </p:spTree>
    <p:extLst>
      <p:ext uri="{BB962C8B-B14F-4D97-AF65-F5344CB8AC3E}">
        <p14:creationId xmlns:p14="http://schemas.microsoft.com/office/powerpoint/2010/main" val="217317288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 name="PlaceHolder 1"/>
          <p:cNvSpPr>
            <a:spLocks noGrp="1"/>
          </p:cNvSpPr>
          <p:nvPr>
            <p:ph type="sldNum" idx="14"/>
          </p:nvPr>
        </p:nvSpPr>
        <p:spPr>
          <a:xfrm>
            <a:off x="7948440" y="4879080"/>
            <a:ext cx="742680" cy="204480"/>
          </a:xfrm>
          <a:prstGeom prst="rect">
            <a:avLst/>
          </a:prstGeom>
          <a:noFill/>
          <a:ln w="0">
            <a:noFill/>
          </a:ln>
        </p:spPr>
        <p:txBody>
          <a:bodyPr lIns="0" tIns="0" rIns="0" bIns="0" anchor="t">
            <a:noAutofit/>
          </a:bodyPr>
          <a:lstStyle>
            <a:lvl1pPr indent="0" algn="r" defTabSz="457200">
              <a:lnSpc>
                <a:spcPct val="100000"/>
              </a:lnSpc>
              <a:buNone/>
              <a:tabLst>
                <a:tab pos="0" algn="l"/>
              </a:tabLst>
              <a:defRPr lang="de-DE" sz="1000" b="0" u="none" strike="noStrike">
                <a:solidFill>
                  <a:srgbClr val="D8413E"/>
                </a:solidFill>
                <a:effectLst/>
                <a:uFillTx/>
                <a:latin typeface="Arial"/>
                <a:ea typeface="MS PGothic"/>
              </a:defRPr>
            </a:lvl1pPr>
          </a:lstStyle>
          <a:p>
            <a:pPr indent="0" algn="r" defTabSz="457200">
              <a:lnSpc>
                <a:spcPct val="100000"/>
              </a:lnSpc>
              <a:buNone/>
              <a:tabLst>
                <a:tab pos="0" algn="l"/>
              </a:tabLst>
            </a:pPr>
            <a:fld id="{25CA7DEC-6CAE-4869-8F62-8FB35206D545}" type="slidenum">
              <a:rPr lang="de-DE" sz="1000" b="0" u="none" strike="noStrike">
                <a:solidFill>
                  <a:srgbClr val="D8413E"/>
                </a:solidFill>
                <a:effectLst/>
                <a:uFillTx/>
                <a:latin typeface="Arial"/>
                <a:ea typeface="MS PGothic"/>
              </a:rPr>
              <a:t>16</a:t>
            </a:fld>
            <a:endParaRPr lang="en-US" sz="1000" b="0" u="none" strike="noStrike">
              <a:solidFill>
                <a:srgbClr val="000000"/>
              </a:solidFill>
              <a:effectLst/>
              <a:uFillTx/>
              <a:latin typeface="Times New Roman"/>
            </a:endParaRPr>
          </a:p>
        </p:txBody>
      </p:sp>
      <p:pic>
        <p:nvPicPr>
          <p:cNvPr id="130" name="Picture 2"/>
          <p:cNvPicPr/>
          <p:nvPr/>
        </p:nvPicPr>
        <p:blipFill>
          <a:blip r:embed="rId3"/>
          <a:stretch/>
        </p:blipFill>
        <p:spPr>
          <a:xfrm rot="10800000" flipH="1">
            <a:off x="0" y="25920"/>
            <a:ext cx="4381560" cy="433080"/>
          </a:xfrm>
          <a:prstGeom prst="rect">
            <a:avLst/>
          </a:prstGeom>
          <a:noFill/>
          <a:ln w="0">
            <a:noFill/>
          </a:ln>
        </p:spPr>
      </p:pic>
      <p:pic>
        <p:nvPicPr>
          <p:cNvPr id="131" name="Picture 6"/>
          <p:cNvPicPr/>
          <p:nvPr/>
        </p:nvPicPr>
        <p:blipFill>
          <a:blip r:embed="rId3"/>
          <a:stretch/>
        </p:blipFill>
        <p:spPr>
          <a:xfrm rot="10800000" flipH="1">
            <a:off x="1184400" y="4765320"/>
            <a:ext cx="4381560" cy="318600"/>
          </a:xfrm>
          <a:prstGeom prst="rect">
            <a:avLst/>
          </a:prstGeom>
          <a:noFill/>
          <a:ln w="0">
            <a:noFill/>
          </a:ln>
        </p:spPr>
      </p:pic>
      <p:sp>
        <p:nvSpPr>
          <p:cNvPr id="132" name="PlaceHolder 2"/>
          <p:cNvSpPr>
            <a:spLocks noGrp="1"/>
          </p:cNvSpPr>
          <p:nvPr>
            <p:ph type="title"/>
          </p:nvPr>
        </p:nvSpPr>
        <p:spPr>
          <a:xfrm>
            <a:off x="264600" y="-136800"/>
            <a:ext cx="8233920" cy="758520"/>
          </a:xfrm>
          <a:prstGeom prst="rect">
            <a:avLst/>
          </a:prstGeom>
          <a:noFill/>
          <a:ln w="0">
            <a:noFill/>
          </a:ln>
        </p:spPr>
        <p:txBody>
          <a:bodyPr lIns="90000" tIns="45000" rIns="90000" bIns="45000" numCol="1" spcCol="0" anchor="b">
            <a:noAutofit/>
          </a:bodyPr>
          <a:lstStyle/>
          <a:p>
            <a:pPr indent="0" algn="l" defTabSz="457200">
              <a:lnSpc>
                <a:spcPct val="100000"/>
              </a:lnSpc>
              <a:buNone/>
            </a:pPr>
            <a:r>
              <a:rPr lang="de-DE" sz="2000" b="1" u="none" strike="noStrike" cap="all" dirty="0" err="1">
                <a:solidFill>
                  <a:schemeClr val="dk1"/>
                </a:solidFill>
                <a:effectLst/>
                <a:uFillTx/>
                <a:latin typeface="Arial"/>
                <a:ea typeface="Arial Unicode MS"/>
              </a:rPr>
              <a:t>Objective</a:t>
            </a:r>
            <a:r>
              <a:rPr lang="de-DE" sz="2000" b="1" u="none" strike="noStrike" cap="all" dirty="0">
                <a:solidFill>
                  <a:schemeClr val="dk1"/>
                </a:solidFill>
                <a:effectLst/>
                <a:uFillTx/>
                <a:latin typeface="Arial"/>
                <a:ea typeface="Arial Unicode MS"/>
              </a:rPr>
              <a:t> 3</a:t>
            </a:r>
            <a:endParaRPr lang="de-DE" sz="2000" b="1" u="none" strike="noStrike" cap="all" dirty="0">
              <a:solidFill>
                <a:schemeClr val="dk1"/>
              </a:solidFill>
              <a:effectLst/>
              <a:uFillTx/>
              <a:latin typeface="Arial Unicode MS"/>
            </a:endParaRPr>
          </a:p>
        </p:txBody>
      </p:sp>
      <p:sp>
        <p:nvSpPr>
          <p:cNvPr id="133" name="Titel 9"/>
          <p:cNvSpPr/>
          <p:nvPr/>
        </p:nvSpPr>
        <p:spPr>
          <a:xfrm>
            <a:off x="382320" y="356040"/>
            <a:ext cx="8233920" cy="517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b">
            <a:noAutofit/>
          </a:bodyPr>
          <a:lstStyle/>
          <a:p>
            <a:pPr defTabSz="457200">
              <a:lnSpc>
                <a:spcPct val="100000"/>
              </a:lnSpc>
            </a:pPr>
            <a:r>
              <a:rPr lang="en-GB" sz="1400" b="0" u="none" strike="noStrike" cap="all" dirty="0">
                <a:solidFill>
                  <a:schemeClr val="dk1"/>
                </a:solidFill>
                <a:effectLst/>
                <a:uFillTx/>
                <a:latin typeface="Arial Unicode MS"/>
                <a:ea typeface="Arial Unicode MS"/>
              </a:rPr>
              <a:t>recommendation for further improvements/modifications</a:t>
            </a:r>
            <a:endParaRPr lang="en-US" sz="1400" b="0" u="none" strike="noStrike" dirty="0">
              <a:solidFill>
                <a:srgbClr val="000000"/>
              </a:solidFill>
              <a:effectLst/>
              <a:uFillTx/>
              <a:latin typeface="Arial"/>
            </a:endParaRPr>
          </a:p>
        </p:txBody>
      </p:sp>
      <p:pic>
        <p:nvPicPr>
          <p:cNvPr id="9" name="Picture 8">
            <a:extLst>
              <a:ext uri="{FF2B5EF4-FFF2-40B4-BE49-F238E27FC236}">
                <a16:creationId xmlns:a16="http://schemas.microsoft.com/office/drawing/2014/main" id="{1FB08DFF-096B-68C7-4670-E9CF53BE29DC}"/>
              </a:ext>
            </a:extLst>
          </p:cNvPr>
          <p:cNvPicPr>
            <a:picLocks noChangeAspect="1"/>
          </p:cNvPicPr>
          <p:nvPr/>
        </p:nvPicPr>
        <p:blipFill>
          <a:blip r:embed="rId4"/>
          <a:stretch>
            <a:fillRect/>
          </a:stretch>
        </p:blipFill>
        <p:spPr>
          <a:xfrm>
            <a:off x="4646802" y="953856"/>
            <a:ext cx="4305600" cy="3695357"/>
          </a:xfrm>
          <a:prstGeom prst="rect">
            <a:avLst/>
          </a:prstGeom>
        </p:spPr>
      </p:pic>
      <p:pic>
        <p:nvPicPr>
          <p:cNvPr id="11" name="Picture 10">
            <a:extLst>
              <a:ext uri="{FF2B5EF4-FFF2-40B4-BE49-F238E27FC236}">
                <a16:creationId xmlns:a16="http://schemas.microsoft.com/office/drawing/2014/main" id="{1B27171A-3F38-522B-0394-A7318EC3BF4A}"/>
              </a:ext>
            </a:extLst>
          </p:cNvPr>
          <p:cNvPicPr>
            <a:picLocks noChangeAspect="1"/>
          </p:cNvPicPr>
          <p:nvPr/>
        </p:nvPicPr>
        <p:blipFill>
          <a:blip r:embed="rId5"/>
          <a:stretch>
            <a:fillRect/>
          </a:stretch>
        </p:blipFill>
        <p:spPr>
          <a:xfrm>
            <a:off x="382320" y="931683"/>
            <a:ext cx="4305600" cy="3695357"/>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15E543-7E65-359B-FC9D-614E3BCEA26F}"/>
            </a:ext>
          </a:extLst>
        </p:cNvPr>
        <p:cNvGrpSpPr/>
        <p:nvPr/>
      </p:nvGrpSpPr>
      <p:grpSpPr>
        <a:xfrm>
          <a:off x="0" y="0"/>
          <a:ext cx="0" cy="0"/>
          <a:chOff x="0" y="0"/>
          <a:chExt cx="0" cy="0"/>
        </a:xfrm>
      </p:grpSpPr>
      <p:sp>
        <p:nvSpPr>
          <p:cNvPr id="129" name="PlaceHolder 1">
            <a:extLst>
              <a:ext uri="{FF2B5EF4-FFF2-40B4-BE49-F238E27FC236}">
                <a16:creationId xmlns:a16="http://schemas.microsoft.com/office/drawing/2014/main" id="{E0C976D2-111F-B14C-9381-126EE348993A}"/>
              </a:ext>
            </a:extLst>
          </p:cNvPr>
          <p:cNvSpPr>
            <a:spLocks noGrp="1"/>
          </p:cNvSpPr>
          <p:nvPr>
            <p:ph type="sldNum" idx="14"/>
          </p:nvPr>
        </p:nvSpPr>
        <p:spPr>
          <a:xfrm>
            <a:off x="7948440" y="4879080"/>
            <a:ext cx="742680" cy="204480"/>
          </a:xfrm>
          <a:prstGeom prst="rect">
            <a:avLst/>
          </a:prstGeom>
          <a:noFill/>
          <a:ln w="0">
            <a:noFill/>
          </a:ln>
        </p:spPr>
        <p:txBody>
          <a:bodyPr lIns="0" tIns="0" rIns="0" bIns="0" anchor="t">
            <a:noAutofit/>
          </a:bodyPr>
          <a:lstStyle>
            <a:lvl1pPr indent="0" algn="r" defTabSz="457200">
              <a:lnSpc>
                <a:spcPct val="100000"/>
              </a:lnSpc>
              <a:buNone/>
              <a:tabLst>
                <a:tab pos="0" algn="l"/>
              </a:tabLst>
              <a:defRPr lang="de-DE" sz="1000" b="0" u="none" strike="noStrike">
                <a:solidFill>
                  <a:srgbClr val="D8413E"/>
                </a:solidFill>
                <a:effectLst/>
                <a:uFillTx/>
                <a:latin typeface="Arial"/>
                <a:ea typeface="MS PGothic"/>
              </a:defRPr>
            </a:lvl1pPr>
          </a:lstStyle>
          <a:p>
            <a:pPr indent="0" algn="r" defTabSz="457200">
              <a:lnSpc>
                <a:spcPct val="100000"/>
              </a:lnSpc>
              <a:buNone/>
              <a:tabLst>
                <a:tab pos="0" algn="l"/>
              </a:tabLst>
            </a:pPr>
            <a:fld id="{25CA7DEC-6CAE-4869-8F62-8FB35206D545}" type="slidenum">
              <a:rPr lang="de-DE" sz="1000" b="0" u="none" strike="noStrike">
                <a:solidFill>
                  <a:srgbClr val="D8413E"/>
                </a:solidFill>
                <a:effectLst/>
                <a:uFillTx/>
                <a:latin typeface="Arial"/>
                <a:ea typeface="MS PGothic"/>
              </a:rPr>
              <a:t>17</a:t>
            </a:fld>
            <a:endParaRPr lang="en-US" sz="1000" b="0" u="none" strike="noStrike">
              <a:solidFill>
                <a:srgbClr val="000000"/>
              </a:solidFill>
              <a:effectLst/>
              <a:uFillTx/>
              <a:latin typeface="Times New Roman"/>
            </a:endParaRPr>
          </a:p>
        </p:txBody>
      </p:sp>
      <p:pic>
        <p:nvPicPr>
          <p:cNvPr id="130" name="Picture 2">
            <a:extLst>
              <a:ext uri="{FF2B5EF4-FFF2-40B4-BE49-F238E27FC236}">
                <a16:creationId xmlns:a16="http://schemas.microsoft.com/office/drawing/2014/main" id="{0E6E7714-B15C-AE38-1A4D-CA80511A9BFA}"/>
              </a:ext>
            </a:extLst>
          </p:cNvPr>
          <p:cNvPicPr/>
          <p:nvPr/>
        </p:nvPicPr>
        <p:blipFill>
          <a:blip r:embed="rId3"/>
          <a:stretch/>
        </p:blipFill>
        <p:spPr>
          <a:xfrm rot="10800000" flipH="1">
            <a:off x="0" y="25920"/>
            <a:ext cx="4381560" cy="433080"/>
          </a:xfrm>
          <a:prstGeom prst="rect">
            <a:avLst/>
          </a:prstGeom>
          <a:noFill/>
          <a:ln w="0">
            <a:noFill/>
          </a:ln>
        </p:spPr>
      </p:pic>
      <p:pic>
        <p:nvPicPr>
          <p:cNvPr id="131" name="Picture 6">
            <a:extLst>
              <a:ext uri="{FF2B5EF4-FFF2-40B4-BE49-F238E27FC236}">
                <a16:creationId xmlns:a16="http://schemas.microsoft.com/office/drawing/2014/main" id="{B62BD27E-732F-C1A0-EB79-4D880482DE8C}"/>
              </a:ext>
            </a:extLst>
          </p:cNvPr>
          <p:cNvPicPr/>
          <p:nvPr/>
        </p:nvPicPr>
        <p:blipFill>
          <a:blip r:embed="rId3"/>
          <a:stretch/>
        </p:blipFill>
        <p:spPr>
          <a:xfrm rot="10800000" flipH="1">
            <a:off x="1184400" y="4765320"/>
            <a:ext cx="4381560" cy="318600"/>
          </a:xfrm>
          <a:prstGeom prst="rect">
            <a:avLst/>
          </a:prstGeom>
          <a:noFill/>
          <a:ln w="0">
            <a:noFill/>
          </a:ln>
        </p:spPr>
      </p:pic>
      <p:sp>
        <p:nvSpPr>
          <p:cNvPr id="132" name="PlaceHolder 2">
            <a:extLst>
              <a:ext uri="{FF2B5EF4-FFF2-40B4-BE49-F238E27FC236}">
                <a16:creationId xmlns:a16="http://schemas.microsoft.com/office/drawing/2014/main" id="{E4E1BAB7-3A4F-04BA-A996-E84924753005}"/>
              </a:ext>
            </a:extLst>
          </p:cNvPr>
          <p:cNvSpPr>
            <a:spLocks noGrp="1"/>
          </p:cNvSpPr>
          <p:nvPr>
            <p:ph type="title"/>
          </p:nvPr>
        </p:nvSpPr>
        <p:spPr>
          <a:xfrm>
            <a:off x="264600" y="-136800"/>
            <a:ext cx="8233920" cy="758520"/>
          </a:xfrm>
          <a:prstGeom prst="rect">
            <a:avLst/>
          </a:prstGeom>
          <a:noFill/>
          <a:ln w="0">
            <a:noFill/>
          </a:ln>
        </p:spPr>
        <p:txBody>
          <a:bodyPr lIns="90000" tIns="45000" rIns="90000" bIns="45000" numCol="1" spcCol="0" anchor="b">
            <a:noAutofit/>
          </a:bodyPr>
          <a:lstStyle/>
          <a:p>
            <a:pPr indent="0" algn="l" defTabSz="457200">
              <a:lnSpc>
                <a:spcPct val="100000"/>
              </a:lnSpc>
              <a:buNone/>
            </a:pPr>
            <a:r>
              <a:rPr lang="de-DE" sz="2000" b="1" u="none" strike="noStrike" cap="all" dirty="0" err="1">
                <a:solidFill>
                  <a:schemeClr val="dk1"/>
                </a:solidFill>
                <a:effectLst/>
                <a:uFillTx/>
                <a:latin typeface="Arial"/>
                <a:ea typeface="Arial Unicode MS"/>
              </a:rPr>
              <a:t>Objective</a:t>
            </a:r>
            <a:r>
              <a:rPr lang="de-DE" sz="2000" b="1" u="none" strike="noStrike" cap="all" dirty="0">
                <a:solidFill>
                  <a:schemeClr val="dk1"/>
                </a:solidFill>
                <a:effectLst/>
                <a:uFillTx/>
                <a:latin typeface="Arial"/>
                <a:ea typeface="Arial Unicode MS"/>
              </a:rPr>
              <a:t> 3</a:t>
            </a:r>
            <a:endParaRPr lang="de-DE" sz="2000" b="1" u="none" strike="noStrike" cap="all" dirty="0">
              <a:solidFill>
                <a:schemeClr val="dk1"/>
              </a:solidFill>
              <a:effectLst/>
              <a:uFillTx/>
              <a:latin typeface="Arial Unicode MS"/>
            </a:endParaRPr>
          </a:p>
        </p:txBody>
      </p:sp>
      <p:sp>
        <p:nvSpPr>
          <p:cNvPr id="133" name="Titel 9">
            <a:extLst>
              <a:ext uri="{FF2B5EF4-FFF2-40B4-BE49-F238E27FC236}">
                <a16:creationId xmlns:a16="http://schemas.microsoft.com/office/drawing/2014/main" id="{B0506BD9-5AB6-1974-E550-DB21CBB68D63}"/>
              </a:ext>
            </a:extLst>
          </p:cNvPr>
          <p:cNvSpPr/>
          <p:nvPr/>
        </p:nvSpPr>
        <p:spPr>
          <a:xfrm>
            <a:off x="382320" y="356040"/>
            <a:ext cx="8233920" cy="517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b">
            <a:noAutofit/>
          </a:bodyPr>
          <a:lstStyle/>
          <a:p>
            <a:pPr defTabSz="457200">
              <a:lnSpc>
                <a:spcPct val="100000"/>
              </a:lnSpc>
            </a:pPr>
            <a:r>
              <a:rPr lang="en-GB" sz="1400" b="0" u="none" strike="noStrike" cap="all" dirty="0">
                <a:solidFill>
                  <a:schemeClr val="dk1"/>
                </a:solidFill>
                <a:effectLst/>
                <a:uFillTx/>
                <a:latin typeface="Arial Unicode MS"/>
                <a:ea typeface="Arial Unicode MS"/>
              </a:rPr>
              <a:t>recommendation for further improvements/modifications</a:t>
            </a:r>
            <a:endParaRPr lang="en-US" sz="1400" b="0" u="none" strike="noStrike" dirty="0">
              <a:solidFill>
                <a:srgbClr val="000000"/>
              </a:solidFill>
              <a:effectLst/>
              <a:uFillTx/>
              <a:latin typeface="Arial"/>
            </a:endParaRPr>
          </a:p>
        </p:txBody>
      </p:sp>
      <p:pic>
        <p:nvPicPr>
          <p:cNvPr id="7" name="Picture 6">
            <a:extLst>
              <a:ext uri="{FF2B5EF4-FFF2-40B4-BE49-F238E27FC236}">
                <a16:creationId xmlns:a16="http://schemas.microsoft.com/office/drawing/2014/main" id="{CE87C1E9-A021-D32F-26AF-A55692C9455D}"/>
              </a:ext>
            </a:extLst>
          </p:cNvPr>
          <p:cNvPicPr>
            <a:picLocks noChangeAspect="1"/>
          </p:cNvPicPr>
          <p:nvPr/>
        </p:nvPicPr>
        <p:blipFill>
          <a:blip r:embed="rId4"/>
          <a:stretch>
            <a:fillRect/>
          </a:stretch>
        </p:blipFill>
        <p:spPr>
          <a:xfrm>
            <a:off x="2228176" y="971360"/>
            <a:ext cx="4305600" cy="3695357"/>
          </a:xfrm>
          <a:prstGeom prst="rect">
            <a:avLst/>
          </a:prstGeom>
        </p:spPr>
      </p:pic>
    </p:spTree>
    <p:extLst>
      <p:ext uri="{BB962C8B-B14F-4D97-AF65-F5344CB8AC3E}">
        <p14:creationId xmlns:p14="http://schemas.microsoft.com/office/powerpoint/2010/main" val="28101548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 name="PlaceHolder 1"/>
          <p:cNvSpPr>
            <a:spLocks noGrp="1"/>
          </p:cNvSpPr>
          <p:nvPr>
            <p:ph type="sldNum" idx="15"/>
          </p:nvPr>
        </p:nvSpPr>
        <p:spPr>
          <a:xfrm>
            <a:off x="7948440" y="4879080"/>
            <a:ext cx="742680" cy="204480"/>
          </a:xfrm>
          <a:prstGeom prst="rect">
            <a:avLst/>
          </a:prstGeom>
          <a:noFill/>
          <a:ln w="0">
            <a:noFill/>
          </a:ln>
        </p:spPr>
        <p:txBody>
          <a:bodyPr lIns="0" tIns="0" rIns="0" bIns="0" anchor="t">
            <a:noAutofit/>
          </a:bodyPr>
          <a:lstStyle>
            <a:lvl1pPr indent="0" algn="r" defTabSz="457200">
              <a:lnSpc>
                <a:spcPct val="100000"/>
              </a:lnSpc>
              <a:buNone/>
              <a:tabLst>
                <a:tab pos="0" algn="l"/>
              </a:tabLst>
              <a:defRPr lang="de-DE" sz="1000" b="0" u="none" strike="noStrike">
                <a:solidFill>
                  <a:srgbClr val="D8413E"/>
                </a:solidFill>
                <a:effectLst/>
                <a:uFillTx/>
                <a:latin typeface="Arial"/>
                <a:ea typeface="MS PGothic"/>
              </a:defRPr>
            </a:lvl1pPr>
          </a:lstStyle>
          <a:p>
            <a:pPr indent="0" algn="r" defTabSz="457200">
              <a:lnSpc>
                <a:spcPct val="100000"/>
              </a:lnSpc>
              <a:buNone/>
              <a:tabLst>
                <a:tab pos="0" algn="l"/>
              </a:tabLst>
            </a:pPr>
            <a:fld id="{7D326ED9-FBDC-41F2-A7C4-350D586B3495}" type="slidenum">
              <a:rPr lang="de-DE" sz="1000" b="0" u="none" strike="noStrike">
                <a:solidFill>
                  <a:srgbClr val="D8413E"/>
                </a:solidFill>
                <a:effectLst/>
                <a:uFillTx/>
                <a:latin typeface="Arial"/>
                <a:ea typeface="MS PGothic"/>
              </a:rPr>
              <a:t>18</a:t>
            </a:fld>
            <a:endParaRPr lang="en-US" sz="1000" b="0" u="none" strike="noStrike">
              <a:solidFill>
                <a:srgbClr val="000000"/>
              </a:solidFill>
              <a:effectLst/>
              <a:uFillTx/>
              <a:latin typeface="Times New Roman"/>
            </a:endParaRPr>
          </a:p>
        </p:txBody>
      </p:sp>
      <p:pic>
        <p:nvPicPr>
          <p:cNvPr id="136" name="Picture 1"/>
          <p:cNvPicPr/>
          <p:nvPr/>
        </p:nvPicPr>
        <p:blipFill>
          <a:blip r:embed="rId2"/>
          <a:stretch/>
        </p:blipFill>
        <p:spPr>
          <a:xfrm rot="10800000" flipH="1">
            <a:off x="0" y="25920"/>
            <a:ext cx="4381560" cy="433080"/>
          </a:xfrm>
          <a:prstGeom prst="rect">
            <a:avLst/>
          </a:prstGeom>
          <a:noFill/>
          <a:ln w="0">
            <a:noFill/>
          </a:ln>
        </p:spPr>
      </p:pic>
      <p:pic>
        <p:nvPicPr>
          <p:cNvPr id="137" name="Picture 5"/>
          <p:cNvPicPr/>
          <p:nvPr/>
        </p:nvPicPr>
        <p:blipFill>
          <a:blip r:embed="rId2"/>
          <a:stretch/>
        </p:blipFill>
        <p:spPr>
          <a:xfrm rot="10800000" flipH="1">
            <a:off x="1184400" y="4765320"/>
            <a:ext cx="4381560" cy="318600"/>
          </a:xfrm>
          <a:prstGeom prst="rect">
            <a:avLst/>
          </a:prstGeom>
          <a:noFill/>
          <a:ln w="0">
            <a:noFill/>
          </a:ln>
        </p:spPr>
      </p:pic>
      <p:pic>
        <p:nvPicPr>
          <p:cNvPr id="140" name="Graphic 139"/>
          <p:cNvPicPr>
            <a:picLocks noChangeAspect="1"/>
          </p:cNvPicPr>
          <p:nvPr/>
        </p:nvPicPr>
        <p:blipFill>
          <a:blip>
            <a:extLst>
              <a:ext uri="{96DAC541-7B7A-43D3-8B79-37D633B846F1}">
                <asvg:svgBlip xmlns:asvg="http://schemas.microsoft.com/office/drawing/2016/SVG/main" r:embed="rId3"/>
              </a:ext>
            </a:extLst>
          </a:blip>
          <a:stretch/>
        </p:blipFill>
        <p:spPr>
          <a:xfrm>
            <a:off x="685800" y="1256637"/>
            <a:ext cx="7772400" cy="2874065"/>
          </a:xfrm>
          <a:prstGeom prst="rect">
            <a:avLst/>
          </a:prstGeom>
          <a:noFill/>
          <a:ln w="0">
            <a:noFill/>
          </a:ln>
        </p:spPr>
      </p:pic>
      <p:sp>
        <p:nvSpPr>
          <p:cNvPr id="2" name="PlaceHolder 2">
            <a:extLst>
              <a:ext uri="{FF2B5EF4-FFF2-40B4-BE49-F238E27FC236}">
                <a16:creationId xmlns:a16="http://schemas.microsoft.com/office/drawing/2014/main" id="{2B42E464-9E32-E8C5-39BA-D8C2F34ADE69}"/>
              </a:ext>
            </a:extLst>
          </p:cNvPr>
          <p:cNvSpPr txBox="1">
            <a:spLocks/>
          </p:cNvSpPr>
          <p:nvPr/>
        </p:nvSpPr>
        <p:spPr>
          <a:xfrm>
            <a:off x="264600" y="-136800"/>
            <a:ext cx="8233920" cy="758520"/>
          </a:xfrm>
          <a:prstGeom prst="rect">
            <a:avLst/>
          </a:prstGeom>
          <a:noFill/>
          <a:ln w="0">
            <a:noFill/>
          </a:ln>
        </p:spPr>
        <p:txBody>
          <a:bodyPr lIns="90000" tIns="45000" rIns="90000" bIns="45000" numCol="1" spcCol="0" anchor="b">
            <a:noAutofit/>
          </a:bodyPr>
          <a:lstStyle>
            <a:lvl1pPr algn="l" defTabSz="457200" rtl="0" eaLnBrk="1" fontAlgn="base" hangingPunct="1">
              <a:spcBef>
                <a:spcPct val="0"/>
              </a:spcBef>
              <a:spcAft>
                <a:spcPct val="0"/>
              </a:spcAft>
              <a:defRPr sz="2000" b="1" kern="1200" cap="all">
                <a:solidFill>
                  <a:srgbClr val="262A31"/>
                </a:solidFill>
                <a:latin typeface="Arial"/>
                <a:ea typeface="MS PGothic" panose="020B0600070205080204" pitchFamily="34" charset="-128"/>
                <a:cs typeface="Arial"/>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r>
              <a:rPr lang="de-DE">
                <a:solidFill>
                  <a:schemeClr val="dk1"/>
                </a:solidFill>
                <a:ea typeface="Arial Unicode MS"/>
              </a:rPr>
              <a:t>Objective 3</a:t>
            </a:r>
            <a:endParaRPr lang="de-DE" dirty="0">
              <a:solidFill>
                <a:schemeClr val="dk1"/>
              </a:solidFill>
              <a:latin typeface="Arial Unicode MS"/>
            </a:endParaRPr>
          </a:p>
        </p:txBody>
      </p:sp>
      <p:sp>
        <p:nvSpPr>
          <p:cNvPr id="3" name="Titel 9">
            <a:extLst>
              <a:ext uri="{FF2B5EF4-FFF2-40B4-BE49-F238E27FC236}">
                <a16:creationId xmlns:a16="http://schemas.microsoft.com/office/drawing/2014/main" id="{BF1F5ED7-D84F-CEAF-4E17-E7BBC6D78613}"/>
              </a:ext>
            </a:extLst>
          </p:cNvPr>
          <p:cNvSpPr/>
          <p:nvPr/>
        </p:nvSpPr>
        <p:spPr>
          <a:xfrm>
            <a:off x="382320" y="356040"/>
            <a:ext cx="8233920" cy="517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b">
            <a:noAutofit/>
          </a:bodyPr>
          <a:lstStyle/>
          <a:p>
            <a:pPr defTabSz="457200">
              <a:lnSpc>
                <a:spcPct val="100000"/>
              </a:lnSpc>
            </a:pPr>
            <a:r>
              <a:rPr lang="en-GB" sz="1400" b="0" u="none" strike="noStrike" cap="all" dirty="0">
                <a:solidFill>
                  <a:schemeClr val="dk1"/>
                </a:solidFill>
                <a:effectLst/>
                <a:uFillTx/>
                <a:latin typeface="Arial Unicode MS"/>
                <a:ea typeface="Arial Unicode MS"/>
              </a:rPr>
              <a:t>recommendation for further improvements/modifications</a:t>
            </a:r>
            <a:endParaRPr lang="en-US" sz="1400" b="0" u="none" strike="noStrike" dirty="0">
              <a:solidFill>
                <a:srgbClr val="000000"/>
              </a:solidFill>
              <a:effectLst/>
              <a:uFillTx/>
              <a:latin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 name="PlaceHolder 1"/>
          <p:cNvSpPr>
            <a:spLocks noGrp="1"/>
          </p:cNvSpPr>
          <p:nvPr>
            <p:ph type="sldNum" idx="16"/>
          </p:nvPr>
        </p:nvSpPr>
        <p:spPr>
          <a:xfrm>
            <a:off x="7948440" y="4879080"/>
            <a:ext cx="742680" cy="204480"/>
          </a:xfrm>
          <a:prstGeom prst="rect">
            <a:avLst/>
          </a:prstGeom>
          <a:noFill/>
          <a:ln w="0">
            <a:noFill/>
          </a:ln>
        </p:spPr>
        <p:txBody>
          <a:bodyPr lIns="0" tIns="0" rIns="0" bIns="0" anchor="t">
            <a:noAutofit/>
          </a:bodyPr>
          <a:lstStyle>
            <a:lvl1pPr indent="0" algn="r" defTabSz="457200">
              <a:lnSpc>
                <a:spcPct val="100000"/>
              </a:lnSpc>
              <a:buNone/>
              <a:tabLst>
                <a:tab pos="0" algn="l"/>
              </a:tabLst>
              <a:defRPr lang="de-DE" sz="1000" b="0" u="none" strike="noStrike">
                <a:solidFill>
                  <a:srgbClr val="D8413E"/>
                </a:solidFill>
                <a:effectLst/>
                <a:uFillTx/>
                <a:latin typeface="Arial"/>
                <a:ea typeface="MS PGothic"/>
              </a:defRPr>
            </a:lvl1pPr>
          </a:lstStyle>
          <a:p>
            <a:pPr indent="0" algn="r" defTabSz="457200">
              <a:lnSpc>
                <a:spcPct val="100000"/>
              </a:lnSpc>
              <a:buNone/>
              <a:tabLst>
                <a:tab pos="0" algn="l"/>
              </a:tabLst>
            </a:pPr>
            <a:fld id="{34770558-357F-45BA-8210-A0B43BCF9454}" type="slidenum">
              <a:rPr lang="de-DE" sz="1000" b="0" u="none" strike="noStrike">
                <a:solidFill>
                  <a:srgbClr val="D8413E"/>
                </a:solidFill>
                <a:effectLst/>
                <a:uFillTx/>
                <a:latin typeface="Arial"/>
                <a:ea typeface="MS PGothic"/>
              </a:rPr>
              <a:t>19</a:t>
            </a:fld>
            <a:endParaRPr lang="en-US" sz="1000" b="0" u="none" strike="noStrike">
              <a:solidFill>
                <a:srgbClr val="000000"/>
              </a:solidFill>
              <a:effectLst/>
              <a:uFillTx/>
              <a:latin typeface="Times New Roman"/>
            </a:endParaRPr>
          </a:p>
        </p:txBody>
      </p:sp>
      <p:pic>
        <p:nvPicPr>
          <p:cNvPr id="142" name="Picture 7"/>
          <p:cNvPicPr/>
          <p:nvPr/>
        </p:nvPicPr>
        <p:blipFill>
          <a:blip r:embed="rId2"/>
          <a:stretch/>
        </p:blipFill>
        <p:spPr>
          <a:xfrm rot="10800000" flipH="1">
            <a:off x="0" y="25920"/>
            <a:ext cx="4381560" cy="433080"/>
          </a:xfrm>
          <a:prstGeom prst="rect">
            <a:avLst/>
          </a:prstGeom>
          <a:noFill/>
          <a:ln w="0">
            <a:noFill/>
          </a:ln>
        </p:spPr>
      </p:pic>
      <p:pic>
        <p:nvPicPr>
          <p:cNvPr id="143" name="Picture 8"/>
          <p:cNvPicPr/>
          <p:nvPr/>
        </p:nvPicPr>
        <p:blipFill>
          <a:blip r:embed="rId2"/>
          <a:stretch/>
        </p:blipFill>
        <p:spPr>
          <a:xfrm rot="10800000" flipH="1">
            <a:off x="1184400" y="4765320"/>
            <a:ext cx="4381560" cy="318600"/>
          </a:xfrm>
          <a:prstGeom prst="rect">
            <a:avLst/>
          </a:prstGeom>
          <a:noFill/>
          <a:ln w="0">
            <a:noFill/>
          </a:ln>
        </p:spPr>
      </p:pic>
      <p:sp>
        <p:nvSpPr>
          <p:cNvPr id="144" name="PlaceHolder 2"/>
          <p:cNvSpPr>
            <a:spLocks noGrp="1"/>
          </p:cNvSpPr>
          <p:nvPr>
            <p:ph type="title"/>
          </p:nvPr>
        </p:nvSpPr>
        <p:spPr>
          <a:xfrm>
            <a:off x="264600" y="-136800"/>
            <a:ext cx="8233920" cy="758520"/>
          </a:xfrm>
          <a:prstGeom prst="rect">
            <a:avLst/>
          </a:prstGeom>
          <a:noFill/>
          <a:ln w="0">
            <a:noFill/>
          </a:ln>
        </p:spPr>
        <p:txBody>
          <a:bodyPr lIns="90000" tIns="45000" rIns="90000" bIns="45000" numCol="1" spcCol="0" anchor="b">
            <a:noAutofit/>
          </a:bodyPr>
          <a:lstStyle/>
          <a:p>
            <a:pPr indent="0" algn="l" defTabSz="457200">
              <a:lnSpc>
                <a:spcPct val="100000"/>
              </a:lnSpc>
              <a:buNone/>
            </a:pPr>
            <a:r>
              <a:rPr lang="de-DE" sz="2000" b="1" u="none" strike="noStrike" cap="all">
                <a:solidFill>
                  <a:schemeClr val="dk1"/>
                </a:solidFill>
                <a:effectLst/>
                <a:uFillTx/>
                <a:latin typeface="Arial"/>
                <a:ea typeface="Arial Unicode MS"/>
              </a:rPr>
              <a:t>Objective 3</a:t>
            </a:r>
            <a:endParaRPr lang="de-DE" sz="2000" b="1" u="none" strike="noStrike" cap="all">
              <a:solidFill>
                <a:schemeClr val="dk1"/>
              </a:solidFill>
              <a:effectLst/>
              <a:uFillTx/>
              <a:latin typeface="Arial Unicode MS"/>
            </a:endParaRPr>
          </a:p>
        </p:txBody>
      </p:sp>
      <p:pic>
        <p:nvPicPr>
          <p:cNvPr id="146" name="Graphic 145"/>
          <p:cNvPicPr>
            <a:picLocks noChangeAspect="1"/>
          </p:cNvPicPr>
          <p:nvPr/>
        </p:nvPicPr>
        <p:blipFill>
          <a:blip>
            <a:extLst>
              <a:ext uri="{96DAC541-7B7A-43D3-8B79-37D633B846F1}">
                <asvg:svgBlip xmlns:asvg="http://schemas.microsoft.com/office/drawing/2016/SVG/main" r:embed="rId3"/>
              </a:ext>
            </a:extLst>
          </a:blip>
          <a:stretch/>
        </p:blipFill>
        <p:spPr>
          <a:xfrm>
            <a:off x="264600" y="873760"/>
            <a:ext cx="4497436" cy="3639520"/>
          </a:xfrm>
          <a:prstGeom prst="rect">
            <a:avLst/>
          </a:prstGeom>
          <a:noFill/>
          <a:ln w="0">
            <a:noFill/>
          </a:ln>
        </p:spPr>
      </p:pic>
      <p:sp>
        <p:nvSpPr>
          <p:cNvPr id="2" name="PlaceHolder 2">
            <a:extLst>
              <a:ext uri="{FF2B5EF4-FFF2-40B4-BE49-F238E27FC236}">
                <a16:creationId xmlns:a16="http://schemas.microsoft.com/office/drawing/2014/main" id="{FA068964-2247-62E6-6DFD-19815ABCAEFA}"/>
              </a:ext>
            </a:extLst>
          </p:cNvPr>
          <p:cNvSpPr txBox="1">
            <a:spLocks/>
          </p:cNvSpPr>
          <p:nvPr/>
        </p:nvSpPr>
        <p:spPr>
          <a:xfrm>
            <a:off x="264600" y="-136800"/>
            <a:ext cx="8233920" cy="758520"/>
          </a:xfrm>
          <a:prstGeom prst="rect">
            <a:avLst/>
          </a:prstGeom>
          <a:noFill/>
          <a:ln w="0">
            <a:noFill/>
          </a:ln>
        </p:spPr>
        <p:txBody>
          <a:bodyPr lIns="90000" tIns="45000" rIns="90000" bIns="45000" numCol="1" spcCol="0" anchor="b">
            <a:noAutofit/>
          </a:bodyPr>
          <a:lstStyle>
            <a:lvl1pPr algn="l" defTabSz="457200" rtl="0" eaLnBrk="1" fontAlgn="base" hangingPunct="1">
              <a:spcBef>
                <a:spcPct val="0"/>
              </a:spcBef>
              <a:spcAft>
                <a:spcPct val="0"/>
              </a:spcAft>
              <a:defRPr sz="2000" b="1" kern="1200" cap="all">
                <a:solidFill>
                  <a:srgbClr val="262A31"/>
                </a:solidFill>
                <a:latin typeface="Arial"/>
                <a:ea typeface="MS PGothic" panose="020B0600070205080204" pitchFamily="34" charset="-128"/>
                <a:cs typeface="Arial"/>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r>
              <a:rPr lang="de-DE">
                <a:solidFill>
                  <a:schemeClr val="dk1"/>
                </a:solidFill>
                <a:ea typeface="Arial Unicode MS"/>
              </a:rPr>
              <a:t>Objective 3</a:t>
            </a:r>
            <a:endParaRPr lang="de-DE" dirty="0">
              <a:solidFill>
                <a:schemeClr val="dk1"/>
              </a:solidFill>
              <a:latin typeface="Arial Unicode MS"/>
            </a:endParaRPr>
          </a:p>
        </p:txBody>
      </p:sp>
      <p:sp>
        <p:nvSpPr>
          <p:cNvPr id="3" name="Titel 9">
            <a:extLst>
              <a:ext uri="{FF2B5EF4-FFF2-40B4-BE49-F238E27FC236}">
                <a16:creationId xmlns:a16="http://schemas.microsoft.com/office/drawing/2014/main" id="{A192309D-425A-1A3B-064D-1ED97B619070}"/>
              </a:ext>
            </a:extLst>
          </p:cNvPr>
          <p:cNvSpPr/>
          <p:nvPr/>
        </p:nvSpPr>
        <p:spPr>
          <a:xfrm>
            <a:off x="382320" y="356040"/>
            <a:ext cx="8233920" cy="517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b">
            <a:noAutofit/>
          </a:bodyPr>
          <a:lstStyle/>
          <a:p>
            <a:r>
              <a:rPr lang="en-GB" sz="1400" cap="all" dirty="0">
                <a:solidFill>
                  <a:schemeClr val="dk1"/>
                </a:solidFill>
                <a:latin typeface="Arial Unicode MS"/>
                <a:ea typeface="Arial Unicode MS"/>
              </a:rPr>
              <a:t>Reverse Bic Cherry explained</a:t>
            </a:r>
            <a:endParaRPr lang="en-US" sz="1400" dirty="0">
              <a:solidFill>
                <a:srgbClr val="000000"/>
              </a:solidFill>
            </a:endParaRPr>
          </a:p>
        </p:txBody>
      </p:sp>
      <p:pic>
        <p:nvPicPr>
          <p:cNvPr id="5" name="Picture 4">
            <a:extLst>
              <a:ext uri="{FF2B5EF4-FFF2-40B4-BE49-F238E27FC236}">
                <a16:creationId xmlns:a16="http://schemas.microsoft.com/office/drawing/2014/main" id="{23514D4A-4971-B585-A3C2-7D0FCFF35B43}"/>
              </a:ext>
            </a:extLst>
          </p:cNvPr>
          <p:cNvPicPr>
            <a:picLocks noChangeAspect="1"/>
          </p:cNvPicPr>
          <p:nvPr/>
        </p:nvPicPr>
        <p:blipFill>
          <a:blip r:embed="rId4"/>
          <a:srcRect l="5066" t="11879" r="5947" b="54270"/>
          <a:stretch>
            <a:fillRect/>
          </a:stretch>
        </p:blipFill>
        <p:spPr>
          <a:xfrm>
            <a:off x="4763880" y="614900"/>
            <a:ext cx="4380120" cy="935858"/>
          </a:xfrm>
          <a:prstGeom prst="rect">
            <a:avLst/>
          </a:prstGeom>
        </p:spPr>
      </p:pic>
      <p:pic>
        <p:nvPicPr>
          <p:cNvPr id="7" name="Picture 8">
            <a:extLst>
              <a:ext uri="{FF2B5EF4-FFF2-40B4-BE49-F238E27FC236}">
                <a16:creationId xmlns:a16="http://schemas.microsoft.com/office/drawing/2014/main" id="{CF632DF8-2F8C-E6F3-467E-CC5281CC4510}"/>
              </a:ext>
            </a:extLst>
          </p:cNvPr>
          <p:cNvPicPr/>
          <p:nvPr/>
        </p:nvPicPr>
        <p:blipFill>
          <a:blip r:embed="rId2"/>
          <a:stretch/>
        </p:blipFill>
        <p:spPr>
          <a:xfrm rot="10800000" flipH="1">
            <a:off x="6919520" y="1366600"/>
            <a:ext cx="1737360" cy="318600"/>
          </a:xfrm>
          <a:prstGeom prst="rect">
            <a:avLst/>
          </a:prstGeom>
          <a:noFill/>
          <a:ln w="0">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5ED7D-EC71-47A0-A0E9-072DF909DB6E}"/>
            </a:ext>
          </a:extLst>
        </p:cNvPr>
        <p:cNvGrpSpPr/>
        <p:nvPr/>
      </p:nvGrpSpPr>
      <p:grpSpPr>
        <a:xfrm>
          <a:off x="0" y="0"/>
          <a:ext cx="0" cy="0"/>
          <a:chOff x="0" y="0"/>
          <a:chExt cx="0" cy="0"/>
        </a:xfrm>
      </p:grpSpPr>
      <p:sp>
        <p:nvSpPr>
          <p:cNvPr id="141" name="PlaceHolder 1">
            <a:extLst>
              <a:ext uri="{FF2B5EF4-FFF2-40B4-BE49-F238E27FC236}">
                <a16:creationId xmlns:a16="http://schemas.microsoft.com/office/drawing/2014/main" id="{DEFFC893-BF4B-0F99-C0AE-40ADEE1DF748}"/>
              </a:ext>
            </a:extLst>
          </p:cNvPr>
          <p:cNvSpPr>
            <a:spLocks noGrp="1"/>
          </p:cNvSpPr>
          <p:nvPr>
            <p:ph type="sldNum" idx="16"/>
          </p:nvPr>
        </p:nvSpPr>
        <p:spPr>
          <a:xfrm>
            <a:off x="7948440" y="4879080"/>
            <a:ext cx="742680" cy="204480"/>
          </a:xfrm>
          <a:prstGeom prst="rect">
            <a:avLst/>
          </a:prstGeom>
          <a:noFill/>
          <a:ln w="0">
            <a:noFill/>
          </a:ln>
        </p:spPr>
        <p:txBody>
          <a:bodyPr lIns="0" tIns="0" rIns="0" bIns="0" anchor="t">
            <a:noAutofit/>
          </a:bodyPr>
          <a:lstStyle>
            <a:lvl1pPr indent="0" algn="r" defTabSz="457200">
              <a:lnSpc>
                <a:spcPct val="100000"/>
              </a:lnSpc>
              <a:buNone/>
              <a:tabLst>
                <a:tab pos="0" algn="l"/>
              </a:tabLst>
              <a:defRPr lang="de-DE" sz="1000" b="0" u="none" strike="noStrike">
                <a:solidFill>
                  <a:srgbClr val="D8413E"/>
                </a:solidFill>
                <a:effectLst/>
                <a:uFillTx/>
                <a:latin typeface="Arial"/>
                <a:ea typeface="MS PGothic"/>
              </a:defRPr>
            </a:lvl1pPr>
          </a:lstStyle>
          <a:p>
            <a:pPr indent="0" algn="r" defTabSz="457200">
              <a:lnSpc>
                <a:spcPct val="100000"/>
              </a:lnSpc>
              <a:buNone/>
              <a:tabLst>
                <a:tab pos="0" algn="l"/>
              </a:tabLst>
            </a:pPr>
            <a:fld id="{34770558-357F-45BA-8210-A0B43BCF9454}" type="slidenum">
              <a:rPr lang="de-DE" sz="1000" b="0" u="none" strike="noStrike">
                <a:solidFill>
                  <a:srgbClr val="D8413E"/>
                </a:solidFill>
                <a:effectLst/>
                <a:uFillTx/>
                <a:latin typeface="Arial"/>
                <a:ea typeface="MS PGothic"/>
              </a:rPr>
              <a:t>20</a:t>
            </a:fld>
            <a:endParaRPr lang="en-US" sz="1000" b="0" u="none" strike="noStrike">
              <a:solidFill>
                <a:srgbClr val="000000"/>
              </a:solidFill>
              <a:effectLst/>
              <a:uFillTx/>
              <a:latin typeface="Times New Roman"/>
            </a:endParaRPr>
          </a:p>
        </p:txBody>
      </p:sp>
      <p:pic>
        <p:nvPicPr>
          <p:cNvPr id="142" name="Picture 7">
            <a:extLst>
              <a:ext uri="{FF2B5EF4-FFF2-40B4-BE49-F238E27FC236}">
                <a16:creationId xmlns:a16="http://schemas.microsoft.com/office/drawing/2014/main" id="{A1BACF10-D36C-C747-8DF3-5E9DEBC456A7}"/>
              </a:ext>
            </a:extLst>
          </p:cNvPr>
          <p:cNvPicPr/>
          <p:nvPr/>
        </p:nvPicPr>
        <p:blipFill>
          <a:blip r:embed="rId2"/>
          <a:stretch/>
        </p:blipFill>
        <p:spPr>
          <a:xfrm rot="10800000" flipH="1">
            <a:off x="0" y="25920"/>
            <a:ext cx="4381560" cy="433080"/>
          </a:xfrm>
          <a:prstGeom prst="rect">
            <a:avLst/>
          </a:prstGeom>
          <a:noFill/>
          <a:ln w="0">
            <a:noFill/>
          </a:ln>
        </p:spPr>
      </p:pic>
      <p:pic>
        <p:nvPicPr>
          <p:cNvPr id="143" name="Picture 8">
            <a:extLst>
              <a:ext uri="{FF2B5EF4-FFF2-40B4-BE49-F238E27FC236}">
                <a16:creationId xmlns:a16="http://schemas.microsoft.com/office/drawing/2014/main" id="{6D549E8D-FB72-452C-46E0-1C92C20B0D03}"/>
              </a:ext>
            </a:extLst>
          </p:cNvPr>
          <p:cNvPicPr/>
          <p:nvPr/>
        </p:nvPicPr>
        <p:blipFill>
          <a:blip r:embed="rId2"/>
          <a:stretch/>
        </p:blipFill>
        <p:spPr>
          <a:xfrm rot="10800000" flipH="1">
            <a:off x="1184400" y="4765320"/>
            <a:ext cx="4381560" cy="318600"/>
          </a:xfrm>
          <a:prstGeom prst="rect">
            <a:avLst/>
          </a:prstGeom>
          <a:noFill/>
          <a:ln w="0">
            <a:noFill/>
          </a:ln>
        </p:spPr>
      </p:pic>
      <p:sp>
        <p:nvSpPr>
          <p:cNvPr id="144" name="PlaceHolder 2">
            <a:extLst>
              <a:ext uri="{FF2B5EF4-FFF2-40B4-BE49-F238E27FC236}">
                <a16:creationId xmlns:a16="http://schemas.microsoft.com/office/drawing/2014/main" id="{F81FB6DA-3867-6BFF-2BF0-2DD3CB53BF4D}"/>
              </a:ext>
            </a:extLst>
          </p:cNvPr>
          <p:cNvSpPr>
            <a:spLocks noGrp="1"/>
          </p:cNvSpPr>
          <p:nvPr>
            <p:ph type="title"/>
          </p:nvPr>
        </p:nvSpPr>
        <p:spPr>
          <a:xfrm>
            <a:off x="264600" y="-136800"/>
            <a:ext cx="8233920" cy="758520"/>
          </a:xfrm>
          <a:prstGeom prst="rect">
            <a:avLst/>
          </a:prstGeom>
          <a:noFill/>
          <a:ln w="0">
            <a:noFill/>
          </a:ln>
        </p:spPr>
        <p:txBody>
          <a:bodyPr lIns="90000" tIns="45000" rIns="90000" bIns="45000" numCol="1" spcCol="0" anchor="b">
            <a:noAutofit/>
          </a:bodyPr>
          <a:lstStyle/>
          <a:p>
            <a:pPr indent="0" algn="l" defTabSz="457200">
              <a:lnSpc>
                <a:spcPct val="100000"/>
              </a:lnSpc>
              <a:buNone/>
            </a:pPr>
            <a:r>
              <a:rPr lang="de-DE" sz="2000" b="1" u="none" strike="noStrike" cap="all">
                <a:solidFill>
                  <a:schemeClr val="dk1"/>
                </a:solidFill>
                <a:effectLst/>
                <a:uFillTx/>
                <a:latin typeface="Arial"/>
                <a:ea typeface="Arial Unicode MS"/>
              </a:rPr>
              <a:t>Objective 3</a:t>
            </a:r>
            <a:endParaRPr lang="de-DE" sz="2000" b="1" u="none" strike="noStrike" cap="all">
              <a:solidFill>
                <a:schemeClr val="dk1"/>
              </a:solidFill>
              <a:effectLst/>
              <a:uFillTx/>
              <a:latin typeface="Arial Unicode MS"/>
            </a:endParaRPr>
          </a:p>
        </p:txBody>
      </p:sp>
      <p:sp>
        <p:nvSpPr>
          <p:cNvPr id="2" name="PlaceHolder 2">
            <a:extLst>
              <a:ext uri="{FF2B5EF4-FFF2-40B4-BE49-F238E27FC236}">
                <a16:creationId xmlns:a16="http://schemas.microsoft.com/office/drawing/2014/main" id="{FB7C1B66-83D2-BFAD-D777-CF663F6D66E9}"/>
              </a:ext>
            </a:extLst>
          </p:cNvPr>
          <p:cNvSpPr txBox="1">
            <a:spLocks/>
          </p:cNvSpPr>
          <p:nvPr/>
        </p:nvSpPr>
        <p:spPr>
          <a:xfrm>
            <a:off x="264600" y="-136800"/>
            <a:ext cx="8233920" cy="758520"/>
          </a:xfrm>
          <a:prstGeom prst="rect">
            <a:avLst/>
          </a:prstGeom>
          <a:noFill/>
          <a:ln w="0">
            <a:noFill/>
          </a:ln>
        </p:spPr>
        <p:txBody>
          <a:bodyPr lIns="90000" tIns="45000" rIns="90000" bIns="45000" numCol="1" spcCol="0" anchor="b">
            <a:noAutofit/>
          </a:bodyPr>
          <a:lstStyle>
            <a:lvl1pPr algn="l" defTabSz="457200" rtl="0" eaLnBrk="1" fontAlgn="base" hangingPunct="1">
              <a:spcBef>
                <a:spcPct val="0"/>
              </a:spcBef>
              <a:spcAft>
                <a:spcPct val="0"/>
              </a:spcAft>
              <a:defRPr sz="2000" b="1" kern="1200" cap="all">
                <a:solidFill>
                  <a:srgbClr val="262A31"/>
                </a:solidFill>
                <a:latin typeface="Arial"/>
                <a:ea typeface="MS PGothic" panose="020B0600070205080204" pitchFamily="34" charset="-128"/>
                <a:cs typeface="Arial"/>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r>
              <a:rPr lang="de-DE">
                <a:solidFill>
                  <a:schemeClr val="dk1"/>
                </a:solidFill>
                <a:ea typeface="Arial Unicode MS"/>
              </a:rPr>
              <a:t>Objective 3</a:t>
            </a:r>
            <a:endParaRPr lang="de-DE" dirty="0">
              <a:solidFill>
                <a:schemeClr val="dk1"/>
              </a:solidFill>
              <a:latin typeface="Arial Unicode MS"/>
            </a:endParaRPr>
          </a:p>
        </p:txBody>
      </p:sp>
      <p:sp>
        <p:nvSpPr>
          <p:cNvPr id="3" name="Titel 9">
            <a:extLst>
              <a:ext uri="{FF2B5EF4-FFF2-40B4-BE49-F238E27FC236}">
                <a16:creationId xmlns:a16="http://schemas.microsoft.com/office/drawing/2014/main" id="{E427D558-73EA-F7D9-B44F-94AC7897C25F}"/>
              </a:ext>
            </a:extLst>
          </p:cNvPr>
          <p:cNvSpPr/>
          <p:nvPr/>
        </p:nvSpPr>
        <p:spPr>
          <a:xfrm>
            <a:off x="382320" y="356040"/>
            <a:ext cx="8233920" cy="517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b">
            <a:noAutofit/>
          </a:bodyPr>
          <a:lstStyle/>
          <a:p>
            <a:r>
              <a:rPr lang="en-GB" sz="1400" cap="all" dirty="0">
                <a:solidFill>
                  <a:schemeClr val="dk1"/>
                </a:solidFill>
                <a:latin typeface="Arial Unicode MS"/>
                <a:ea typeface="Arial Unicode MS"/>
              </a:rPr>
              <a:t>Reverse Bic Cherry explained</a:t>
            </a:r>
            <a:endParaRPr lang="en-US" sz="1400" dirty="0">
              <a:solidFill>
                <a:srgbClr val="000000"/>
              </a:solidFill>
            </a:endParaRPr>
          </a:p>
        </p:txBody>
      </p:sp>
      <p:pic>
        <p:nvPicPr>
          <p:cNvPr id="5" name="Picture 4">
            <a:extLst>
              <a:ext uri="{FF2B5EF4-FFF2-40B4-BE49-F238E27FC236}">
                <a16:creationId xmlns:a16="http://schemas.microsoft.com/office/drawing/2014/main" id="{AAA5B89A-D323-E252-38C2-01AEFB4B855C}"/>
              </a:ext>
            </a:extLst>
          </p:cNvPr>
          <p:cNvPicPr>
            <a:picLocks noChangeAspect="1"/>
          </p:cNvPicPr>
          <p:nvPr/>
        </p:nvPicPr>
        <p:blipFill>
          <a:blip r:embed="rId3"/>
          <a:srcRect l="5066" t="11880" r="5947" b="3787"/>
          <a:stretch>
            <a:fillRect/>
          </a:stretch>
        </p:blipFill>
        <p:spPr>
          <a:xfrm>
            <a:off x="4763880" y="614900"/>
            <a:ext cx="4381200" cy="2332075"/>
          </a:xfrm>
          <a:prstGeom prst="rect">
            <a:avLst/>
          </a:prstGeom>
        </p:spPr>
      </p:pic>
      <p:pic>
        <p:nvPicPr>
          <p:cNvPr id="6" name="Graphic 5">
            <a:extLst>
              <a:ext uri="{FF2B5EF4-FFF2-40B4-BE49-F238E27FC236}">
                <a16:creationId xmlns:a16="http://schemas.microsoft.com/office/drawing/2014/main" id="{EF9C44EF-0828-DF46-B7EE-7C5E29A70DE3}"/>
              </a:ext>
            </a:extLst>
          </p:cNvPr>
          <p:cNvPicPr>
            <a:picLocks noChangeAspect="1"/>
          </p:cNvPicPr>
          <p:nvPr/>
        </p:nvPicPr>
        <p:blipFill>
          <a:blip>
            <a:extLst>
              <a:ext uri="{96DAC541-7B7A-43D3-8B79-37D633B846F1}">
                <asvg:svgBlip xmlns:asvg="http://schemas.microsoft.com/office/drawing/2016/SVG/main" r:embed="rId4"/>
              </a:ext>
            </a:extLst>
          </a:blip>
          <a:stretch/>
        </p:blipFill>
        <p:spPr>
          <a:xfrm>
            <a:off x="264600" y="873760"/>
            <a:ext cx="4500000" cy="3595312"/>
          </a:xfrm>
          <a:prstGeom prst="rect">
            <a:avLst/>
          </a:prstGeom>
          <a:noFill/>
          <a:ln w="0">
            <a:noFill/>
          </a:ln>
        </p:spPr>
      </p:pic>
      <p:pic>
        <p:nvPicPr>
          <p:cNvPr id="11" name="Picture 8">
            <a:extLst>
              <a:ext uri="{FF2B5EF4-FFF2-40B4-BE49-F238E27FC236}">
                <a16:creationId xmlns:a16="http://schemas.microsoft.com/office/drawing/2014/main" id="{73BA4508-D400-2C22-8577-15062C42BC16}"/>
              </a:ext>
            </a:extLst>
          </p:cNvPr>
          <p:cNvPicPr/>
          <p:nvPr/>
        </p:nvPicPr>
        <p:blipFill>
          <a:blip r:embed="rId2"/>
          <a:stretch/>
        </p:blipFill>
        <p:spPr>
          <a:xfrm rot="10800000" flipH="1">
            <a:off x="6919520" y="1361958"/>
            <a:ext cx="1737360" cy="177720"/>
          </a:xfrm>
          <a:prstGeom prst="rect">
            <a:avLst/>
          </a:prstGeom>
          <a:noFill/>
          <a:ln w="0">
            <a:noFill/>
          </a:ln>
        </p:spPr>
      </p:pic>
      <p:pic>
        <p:nvPicPr>
          <p:cNvPr id="12" name="Picture 8">
            <a:extLst>
              <a:ext uri="{FF2B5EF4-FFF2-40B4-BE49-F238E27FC236}">
                <a16:creationId xmlns:a16="http://schemas.microsoft.com/office/drawing/2014/main" id="{A37EBC23-A253-1EB0-E5B7-8B92064EE9F3}"/>
              </a:ext>
            </a:extLst>
          </p:cNvPr>
          <p:cNvPicPr/>
          <p:nvPr/>
        </p:nvPicPr>
        <p:blipFill>
          <a:blip r:embed="rId2"/>
          <a:stretch/>
        </p:blipFill>
        <p:spPr>
          <a:xfrm rot="10800000" flipH="1">
            <a:off x="7262226" y="1694072"/>
            <a:ext cx="1236294" cy="177720"/>
          </a:xfrm>
          <a:prstGeom prst="rect">
            <a:avLst/>
          </a:prstGeom>
          <a:noFill/>
          <a:ln w="0">
            <a:noFill/>
          </a:ln>
        </p:spPr>
      </p:pic>
      <p:pic>
        <p:nvPicPr>
          <p:cNvPr id="13" name="Picture 8">
            <a:extLst>
              <a:ext uri="{FF2B5EF4-FFF2-40B4-BE49-F238E27FC236}">
                <a16:creationId xmlns:a16="http://schemas.microsoft.com/office/drawing/2014/main" id="{7F8D35D4-02F9-305D-8794-ADACBA6FE17C}"/>
              </a:ext>
            </a:extLst>
          </p:cNvPr>
          <p:cNvPicPr/>
          <p:nvPr/>
        </p:nvPicPr>
        <p:blipFill>
          <a:blip r:embed="rId2"/>
          <a:stretch/>
        </p:blipFill>
        <p:spPr>
          <a:xfrm rot="10800000" flipH="1">
            <a:off x="8107777" y="2271131"/>
            <a:ext cx="1036223" cy="177720"/>
          </a:xfrm>
          <a:prstGeom prst="rect">
            <a:avLst/>
          </a:prstGeom>
          <a:noFill/>
          <a:ln w="0">
            <a:noFill/>
          </a:ln>
        </p:spPr>
      </p:pic>
    </p:spTree>
    <p:extLst>
      <p:ext uri="{BB962C8B-B14F-4D97-AF65-F5344CB8AC3E}">
        <p14:creationId xmlns:p14="http://schemas.microsoft.com/office/powerpoint/2010/main" val="5785769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2200FF-5CD3-766C-96F4-EA46B0A0170F}"/>
            </a:ext>
          </a:extLst>
        </p:cNvPr>
        <p:cNvGrpSpPr/>
        <p:nvPr/>
      </p:nvGrpSpPr>
      <p:grpSpPr>
        <a:xfrm>
          <a:off x="0" y="0"/>
          <a:ext cx="0" cy="0"/>
          <a:chOff x="0" y="0"/>
          <a:chExt cx="0" cy="0"/>
        </a:xfrm>
      </p:grpSpPr>
      <p:sp>
        <p:nvSpPr>
          <p:cNvPr id="141" name="PlaceHolder 1">
            <a:extLst>
              <a:ext uri="{FF2B5EF4-FFF2-40B4-BE49-F238E27FC236}">
                <a16:creationId xmlns:a16="http://schemas.microsoft.com/office/drawing/2014/main" id="{A2CD257F-9FDA-EBFE-3831-DDAC685B3A67}"/>
              </a:ext>
            </a:extLst>
          </p:cNvPr>
          <p:cNvSpPr>
            <a:spLocks noGrp="1"/>
          </p:cNvSpPr>
          <p:nvPr>
            <p:ph type="sldNum" idx="16"/>
          </p:nvPr>
        </p:nvSpPr>
        <p:spPr>
          <a:xfrm>
            <a:off x="7948440" y="4879080"/>
            <a:ext cx="742680" cy="204480"/>
          </a:xfrm>
          <a:prstGeom prst="rect">
            <a:avLst/>
          </a:prstGeom>
          <a:noFill/>
          <a:ln w="0">
            <a:noFill/>
          </a:ln>
        </p:spPr>
        <p:txBody>
          <a:bodyPr lIns="0" tIns="0" rIns="0" bIns="0" anchor="t">
            <a:noAutofit/>
          </a:bodyPr>
          <a:lstStyle>
            <a:lvl1pPr indent="0" algn="r" defTabSz="457200">
              <a:lnSpc>
                <a:spcPct val="100000"/>
              </a:lnSpc>
              <a:buNone/>
              <a:tabLst>
                <a:tab pos="0" algn="l"/>
              </a:tabLst>
              <a:defRPr lang="de-DE" sz="1000" b="0" u="none" strike="noStrike">
                <a:solidFill>
                  <a:srgbClr val="D8413E"/>
                </a:solidFill>
                <a:effectLst/>
                <a:uFillTx/>
                <a:latin typeface="Arial"/>
                <a:ea typeface="MS PGothic"/>
              </a:defRPr>
            </a:lvl1pPr>
          </a:lstStyle>
          <a:p>
            <a:pPr indent="0" algn="r" defTabSz="457200">
              <a:lnSpc>
                <a:spcPct val="100000"/>
              </a:lnSpc>
              <a:buNone/>
              <a:tabLst>
                <a:tab pos="0" algn="l"/>
              </a:tabLst>
            </a:pPr>
            <a:fld id="{34770558-357F-45BA-8210-A0B43BCF9454}" type="slidenum">
              <a:rPr lang="de-DE" sz="1000" b="0" u="none" strike="noStrike">
                <a:solidFill>
                  <a:srgbClr val="D8413E"/>
                </a:solidFill>
                <a:effectLst/>
                <a:uFillTx/>
                <a:latin typeface="Arial"/>
                <a:ea typeface="MS PGothic"/>
              </a:rPr>
              <a:t>21</a:t>
            </a:fld>
            <a:endParaRPr lang="en-US" sz="1000" b="0" u="none" strike="noStrike">
              <a:solidFill>
                <a:srgbClr val="000000"/>
              </a:solidFill>
              <a:effectLst/>
              <a:uFillTx/>
              <a:latin typeface="Times New Roman"/>
            </a:endParaRPr>
          </a:p>
        </p:txBody>
      </p:sp>
      <p:pic>
        <p:nvPicPr>
          <p:cNvPr id="142" name="Picture 7">
            <a:extLst>
              <a:ext uri="{FF2B5EF4-FFF2-40B4-BE49-F238E27FC236}">
                <a16:creationId xmlns:a16="http://schemas.microsoft.com/office/drawing/2014/main" id="{B686636B-612F-4796-5F50-DEFFA980536D}"/>
              </a:ext>
            </a:extLst>
          </p:cNvPr>
          <p:cNvPicPr/>
          <p:nvPr/>
        </p:nvPicPr>
        <p:blipFill>
          <a:blip r:embed="rId2"/>
          <a:stretch/>
        </p:blipFill>
        <p:spPr>
          <a:xfrm rot="10800000" flipH="1">
            <a:off x="0" y="25920"/>
            <a:ext cx="4381560" cy="433080"/>
          </a:xfrm>
          <a:prstGeom prst="rect">
            <a:avLst/>
          </a:prstGeom>
          <a:noFill/>
          <a:ln w="0">
            <a:noFill/>
          </a:ln>
        </p:spPr>
      </p:pic>
      <p:pic>
        <p:nvPicPr>
          <p:cNvPr id="143" name="Picture 8">
            <a:extLst>
              <a:ext uri="{FF2B5EF4-FFF2-40B4-BE49-F238E27FC236}">
                <a16:creationId xmlns:a16="http://schemas.microsoft.com/office/drawing/2014/main" id="{0FC9F053-84F7-D33C-574A-6F6072B48D38}"/>
              </a:ext>
            </a:extLst>
          </p:cNvPr>
          <p:cNvPicPr/>
          <p:nvPr/>
        </p:nvPicPr>
        <p:blipFill>
          <a:blip r:embed="rId2"/>
          <a:stretch/>
        </p:blipFill>
        <p:spPr>
          <a:xfrm rot="10800000" flipH="1">
            <a:off x="1184400" y="4765320"/>
            <a:ext cx="4381560" cy="318600"/>
          </a:xfrm>
          <a:prstGeom prst="rect">
            <a:avLst/>
          </a:prstGeom>
          <a:noFill/>
          <a:ln w="0">
            <a:noFill/>
          </a:ln>
        </p:spPr>
      </p:pic>
      <p:sp>
        <p:nvSpPr>
          <p:cNvPr id="144" name="PlaceHolder 2">
            <a:extLst>
              <a:ext uri="{FF2B5EF4-FFF2-40B4-BE49-F238E27FC236}">
                <a16:creationId xmlns:a16="http://schemas.microsoft.com/office/drawing/2014/main" id="{90D311EE-219E-541E-F8D5-0A9AF3096BF7}"/>
              </a:ext>
            </a:extLst>
          </p:cNvPr>
          <p:cNvSpPr>
            <a:spLocks noGrp="1"/>
          </p:cNvSpPr>
          <p:nvPr>
            <p:ph type="title"/>
          </p:nvPr>
        </p:nvSpPr>
        <p:spPr>
          <a:xfrm>
            <a:off x="264600" y="-136800"/>
            <a:ext cx="8233920" cy="758520"/>
          </a:xfrm>
          <a:prstGeom prst="rect">
            <a:avLst/>
          </a:prstGeom>
          <a:noFill/>
          <a:ln w="0">
            <a:noFill/>
          </a:ln>
        </p:spPr>
        <p:txBody>
          <a:bodyPr lIns="90000" tIns="45000" rIns="90000" bIns="45000" numCol="1" spcCol="0" anchor="b">
            <a:noAutofit/>
          </a:bodyPr>
          <a:lstStyle/>
          <a:p>
            <a:pPr indent="0" algn="l" defTabSz="457200">
              <a:lnSpc>
                <a:spcPct val="100000"/>
              </a:lnSpc>
              <a:buNone/>
            </a:pPr>
            <a:r>
              <a:rPr lang="de-DE" sz="2000" b="1" u="none" strike="noStrike" cap="all">
                <a:solidFill>
                  <a:schemeClr val="dk1"/>
                </a:solidFill>
                <a:effectLst/>
                <a:uFillTx/>
                <a:latin typeface="Arial"/>
                <a:ea typeface="Arial Unicode MS"/>
              </a:rPr>
              <a:t>Objective 3</a:t>
            </a:r>
            <a:endParaRPr lang="de-DE" sz="2000" b="1" u="none" strike="noStrike" cap="all">
              <a:solidFill>
                <a:schemeClr val="dk1"/>
              </a:solidFill>
              <a:effectLst/>
              <a:uFillTx/>
              <a:latin typeface="Arial Unicode MS"/>
            </a:endParaRPr>
          </a:p>
        </p:txBody>
      </p:sp>
      <p:sp>
        <p:nvSpPr>
          <p:cNvPr id="2" name="PlaceHolder 2">
            <a:extLst>
              <a:ext uri="{FF2B5EF4-FFF2-40B4-BE49-F238E27FC236}">
                <a16:creationId xmlns:a16="http://schemas.microsoft.com/office/drawing/2014/main" id="{2AE5B269-D8AE-0457-6D1A-FF6AAF924668}"/>
              </a:ext>
            </a:extLst>
          </p:cNvPr>
          <p:cNvSpPr txBox="1">
            <a:spLocks/>
          </p:cNvSpPr>
          <p:nvPr/>
        </p:nvSpPr>
        <p:spPr>
          <a:xfrm>
            <a:off x="264600" y="-136800"/>
            <a:ext cx="8233920" cy="758520"/>
          </a:xfrm>
          <a:prstGeom prst="rect">
            <a:avLst/>
          </a:prstGeom>
          <a:noFill/>
          <a:ln w="0">
            <a:noFill/>
          </a:ln>
        </p:spPr>
        <p:txBody>
          <a:bodyPr lIns="90000" tIns="45000" rIns="90000" bIns="45000" numCol="1" spcCol="0" anchor="b">
            <a:noAutofit/>
          </a:bodyPr>
          <a:lstStyle>
            <a:lvl1pPr algn="l" defTabSz="457200" rtl="0" eaLnBrk="1" fontAlgn="base" hangingPunct="1">
              <a:spcBef>
                <a:spcPct val="0"/>
              </a:spcBef>
              <a:spcAft>
                <a:spcPct val="0"/>
              </a:spcAft>
              <a:defRPr sz="2000" b="1" kern="1200" cap="all">
                <a:solidFill>
                  <a:srgbClr val="262A31"/>
                </a:solidFill>
                <a:latin typeface="Arial"/>
                <a:ea typeface="MS PGothic" panose="020B0600070205080204" pitchFamily="34" charset="-128"/>
                <a:cs typeface="Arial"/>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r>
              <a:rPr lang="de-DE">
                <a:solidFill>
                  <a:schemeClr val="dk1"/>
                </a:solidFill>
                <a:ea typeface="Arial Unicode MS"/>
              </a:rPr>
              <a:t>Objective 3</a:t>
            </a:r>
            <a:endParaRPr lang="de-DE" dirty="0">
              <a:solidFill>
                <a:schemeClr val="dk1"/>
              </a:solidFill>
              <a:latin typeface="Arial Unicode MS"/>
            </a:endParaRPr>
          </a:p>
        </p:txBody>
      </p:sp>
      <p:sp>
        <p:nvSpPr>
          <p:cNvPr id="3" name="Titel 9">
            <a:extLst>
              <a:ext uri="{FF2B5EF4-FFF2-40B4-BE49-F238E27FC236}">
                <a16:creationId xmlns:a16="http://schemas.microsoft.com/office/drawing/2014/main" id="{8396D351-AED1-149B-BF49-98E6009E8B07}"/>
              </a:ext>
            </a:extLst>
          </p:cNvPr>
          <p:cNvSpPr/>
          <p:nvPr/>
        </p:nvSpPr>
        <p:spPr>
          <a:xfrm>
            <a:off x="382320" y="356040"/>
            <a:ext cx="8233920" cy="517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b">
            <a:noAutofit/>
          </a:bodyPr>
          <a:lstStyle/>
          <a:p>
            <a:r>
              <a:rPr lang="en-GB" sz="1400" cap="all" dirty="0">
                <a:solidFill>
                  <a:schemeClr val="dk1"/>
                </a:solidFill>
                <a:latin typeface="Arial Unicode MS"/>
                <a:ea typeface="Arial Unicode MS"/>
              </a:rPr>
              <a:t>Reverse Bic Cherry explained</a:t>
            </a:r>
            <a:endParaRPr lang="en-US" sz="1400" dirty="0">
              <a:solidFill>
                <a:srgbClr val="000000"/>
              </a:solidFill>
            </a:endParaRPr>
          </a:p>
        </p:txBody>
      </p:sp>
      <p:pic>
        <p:nvPicPr>
          <p:cNvPr id="7" name="Graphic 6">
            <a:extLst>
              <a:ext uri="{FF2B5EF4-FFF2-40B4-BE49-F238E27FC236}">
                <a16:creationId xmlns:a16="http://schemas.microsoft.com/office/drawing/2014/main" id="{8D36C779-27A6-B5B1-2815-8E8D7D1BA8FF}"/>
              </a:ext>
            </a:extLst>
          </p:cNvPr>
          <p:cNvPicPr>
            <a:picLocks noChangeAspect="1"/>
          </p:cNvPicPr>
          <p:nvPr/>
        </p:nvPicPr>
        <p:blipFill>
          <a:blip>
            <a:extLst>
              <a:ext uri="{96DAC541-7B7A-43D3-8B79-37D633B846F1}">
                <asvg:svgBlip xmlns:asvg="http://schemas.microsoft.com/office/drawing/2016/SVG/main" r:embed="rId3"/>
              </a:ext>
            </a:extLst>
          </a:blip>
          <a:stretch/>
        </p:blipFill>
        <p:spPr>
          <a:xfrm>
            <a:off x="264600" y="873760"/>
            <a:ext cx="4500000" cy="3601647"/>
          </a:xfrm>
          <a:prstGeom prst="rect">
            <a:avLst/>
          </a:prstGeom>
          <a:noFill/>
          <a:ln w="0">
            <a:noFill/>
          </a:ln>
        </p:spPr>
      </p:pic>
      <p:pic>
        <p:nvPicPr>
          <p:cNvPr id="10" name="Picture 9">
            <a:extLst>
              <a:ext uri="{FF2B5EF4-FFF2-40B4-BE49-F238E27FC236}">
                <a16:creationId xmlns:a16="http://schemas.microsoft.com/office/drawing/2014/main" id="{0EF90E7B-F6A2-43E4-28AB-6AF8B9D854A0}"/>
              </a:ext>
            </a:extLst>
          </p:cNvPr>
          <p:cNvPicPr>
            <a:picLocks noChangeAspect="1"/>
          </p:cNvPicPr>
          <p:nvPr/>
        </p:nvPicPr>
        <p:blipFill>
          <a:blip r:embed="rId4"/>
          <a:stretch>
            <a:fillRect/>
          </a:stretch>
        </p:blipFill>
        <p:spPr>
          <a:xfrm>
            <a:off x="4762800" y="821076"/>
            <a:ext cx="4381200" cy="1123384"/>
          </a:xfrm>
          <a:prstGeom prst="rect">
            <a:avLst/>
          </a:prstGeom>
        </p:spPr>
      </p:pic>
    </p:spTree>
    <p:extLst>
      <p:ext uri="{BB962C8B-B14F-4D97-AF65-F5344CB8AC3E}">
        <p14:creationId xmlns:p14="http://schemas.microsoft.com/office/powerpoint/2010/main" val="223718687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CF082-54FA-725B-038C-657BF327494D}"/>
            </a:ext>
          </a:extLst>
        </p:cNvPr>
        <p:cNvGrpSpPr/>
        <p:nvPr/>
      </p:nvGrpSpPr>
      <p:grpSpPr>
        <a:xfrm>
          <a:off x="0" y="0"/>
          <a:ext cx="0" cy="0"/>
          <a:chOff x="0" y="0"/>
          <a:chExt cx="0" cy="0"/>
        </a:xfrm>
      </p:grpSpPr>
      <p:sp>
        <p:nvSpPr>
          <p:cNvPr id="6" name="Foliennummernplatzhalter 1">
            <a:extLst>
              <a:ext uri="{FF2B5EF4-FFF2-40B4-BE49-F238E27FC236}">
                <a16:creationId xmlns:a16="http://schemas.microsoft.com/office/drawing/2014/main" id="{71198E77-EA0A-2FCD-48DD-2AF9820B908B}"/>
              </a:ext>
            </a:extLst>
          </p:cNvPr>
          <p:cNvSpPr>
            <a:spLocks noGrp="1"/>
          </p:cNvSpPr>
          <p:nvPr>
            <p:ph type="sldNum" sz="quarter" idx="4"/>
          </p:nvPr>
        </p:nvSpPr>
        <p:spPr>
          <a:xfrm>
            <a:off x="7948613" y="4879075"/>
            <a:ext cx="742950" cy="204716"/>
          </a:xfrm>
        </p:spPr>
        <p:txBody>
          <a:bodyPr/>
          <a:lstStyle/>
          <a:p>
            <a:pPr>
              <a:defRPr/>
            </a:pPr>
            <a:fld id="{ABC642DC-4027-4785-8EC1-7265DE27C531}" type="slidenum">
              <a:rPr lang="de-DE" altLang="de-DE" sz="1000" smtClean="0">
                <a:solidFill>
                  <a:srgbClr val="D8413E"/>
                </a:solidFill>
                <a:latin typeface="Arial" panose="020B0604020202020204" pitchFamily="34" charset="0"/>
                <a:cs typeface="Arial" panose="020B0604020202020204" pitchFamily="34" charset="0"/>
              </a:rPr>
              <a:t>22</a:t>
            </a:fld>
            <a:endParaRPr lang="de-DE" altLang="de-DE" sz="1000" dirty="0">
              <a:solidFill>
                <a:srgbClr val="D8413E"/>
              </a:solidFill>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1C9DD2A9-6622-4B1E-4793-916DD0C8E89B}"/>
              </a:ext>
            </a:extLst>
          </p:cNvPr>
          <p:cNvPicPr>
            <a:picLocks noChangeAspect="1"/>
          </p:cNvPicPr>
          <p:nvPr/>
        </p:nvPicPr>
        <p:blipFill>
          <a:blip r:embed="rId3"/>
          <a:stretch>
            <a:fillRect/>
          </a:stretch>
        </p:blipFill>
        <p:spPr>
          <a:xfrm flipV="1">
            <a:off x="0" y="25718"/>
            <a:ext cx="4381751" cy="433530"/>
          </a:xfrm>
          <a:prstGeom prst="rect">
            <a:avLst/>
          </a:prstGeom>
        </p:spPr>
      </p:pic>
      <p:pic>
        <p:nvPicPr>
          <p:cNvPr id="8" name="Picture 7">
            <a:extLst>
              <a:ext uri="{FF2B5EF4-FFF2-40B4-BE49-F238E27FC236}">
                <a16:creationId xmlns:a16="http://schemas.microsoft.com/office/drawing/2014/main" id="{DA00E71D-3124-6DC5-975A-5F71A36E1B1C}"/>
              </a:ext>
            </a:extLst>
          </p:cNvPr>
          <p:cNvPicPr>
            <a:picLocks noChangeAspect="1"/>
          </p:cNvPicPr>
          <p:nvPr/>
        </p:nvPicPr>
        <p:blipFill>
          <a:blip r:embed="rId3"/>
          <a:stretch>
            <a:fillRect/>
          </a:stretch>
        </p:blipFill>
        <p:spPr>
          <a:xfrm flipV="1">
            <a:off x="1184495" y="4764668"/>
            <a:ext cx="4381751" cy="319123"/>
          </a:xfrm>
          <a:prstGeom prst="rect">
            <a:avLst/>
          </a:prstGeom>
        </p:spPr>
      </p:pic>
      <p:sp>
        <p:nvSpPr>
          <p:cNvPr id="21506" name="Titel 1">
            <a:extLst>
              <a:ext uri="{FF2B5EF4-FFF2-40B4-BE49-F238E27FC236}">
                <a16:creationId xmlns:a16="http://schemas.microsoft.com/office/drawing/2014/main" id="{A1FE841F-1E0B-2482-3855-A1AE241763DC}"/>
              </a:ext>
            </a:extLst>
          </p:cNvPr>
          <p:cNvSpPr>
            <a:spLocks noGrp="1"/>
          </p:cNvSpPr>
          <p:nvPr>
            <p:ph type="title"/>
          </p:nvPr>
        </p:nvSpPr>
        <p:spPr bwMode="auto">
          <a:xfrm>
            <a:off x="264569" y="-136930"/>
            <a:ext cx="8234363" cy="758825"/>
          </a:xfrm>
        </p:spPr>
        <p:txBody>
          <a:bodyPr wrap="square" numCol="1" anchorCtr="0" compatLnSpc="1">
            <a:prstTxWarp prst="textNoShape">
              <a:avLst/>
            </a:prstTxWarp>
          </a:bodyPr>
          <a:lstStyle/>
          <a:p>
            <a:pPr eaLnBrk="1" hangingPunct="1">
              <a:defRPr/>
            </a:pPr>
            <a:r>
              <a:rPr lang="de-DE" altLang="de-DE" dirty="0" err="1">
                <a:latin typeface="Arial" panose="020B0604020202020204" pitchFamily="34" charset="0"/>
                <a:cs typeface="Arial" panose="020B0604020202020204" pitchFamily="34" charset="0"/>
              </a:rPr>
              <a:t>Objective</a:t>
            </a:r>
            <a:r>
              <a:rPr lang="de-DE" altLang="de-DE" dirty="0">
                <a:latin typeface="Arial" panose="020B0604020202020204" pitchFamily="34" charset="0"/>
                <a:cs typeface="Arial" panose="020B0604020202020204" pitchFamily="34" charset="0"/>
              </a:rPr>
              <a:t> 3</a:t>
            </a:r>
            <a:endParaRPr lang="de-DE" altLang="de-DE" cap="none" dirty="0">
              <a:latin typeface="Arial" panose="020B0604020202020204" pitchFamily="34" charset="0"/>
              <a:cs typeface="Arial" panose="020B0604020202020204" pitchFamily="34" charset="0"/>
            </a:endParaRPr>
          </a:p>
        </p:txBody>
      </p:sp>
      <p:sp>
        <p:nvSpPr>
          <p:cNvPr id="9" name="Titel 1">
            <a:extLst>
              <a:ext uri="{FF2B5EF4-FFF2-40B4-BE49-F238E27FC236}">
                <a16:creationId xmlns:a16="http://schemas.microsoft.com/office/drawing/2014/main" id="{96849296-3A3C-00CD-E087-B8E1BDC2E92D}"/>
              </a:ext>
            </a:extLst>
          </p:cNvPr>
          <p:cNvSpPr txBox="1">
            <a:spLocks/>
          </p:cNvSpPr>
          <p:nvPr/>
        </p:nvSpPr>
        <p:spPr bwMode="auto">
          <a:xfrm>
            <a:off x="382390" y="322808"/>
            <a:ext cx="8234363" cy="758825"/>
          </a:xfrm>
          <a:prstGeom prst="rect">
            <a:avLst/>
          </a:prstGeom>
        </p:spPr>
        <p:txBody>
          <a:bodyPr wrap="square" numCol="1" anchor="b" anchorCtr="0" compatLnSpc="1">
            <a:prstTxWarp prst="textNoShape">
              <a:avLst/>
            </a:prstTxWarp>
          </a:bodyPr>
          <a:lstStyle>
            <a:lvl1pPr algn="l" defTabSz="457200" rtl="0" eaLnBrk="1" fontAlgn="base" hangingPunct="1">
              <a:spcBef>
                <a:spcPct val="0"/>
              </a:spcBef>
              <a:spcAft>
                <a:spcPct val="0"/>
              </a:spcAft>
              <a:defRPr sz="2000" b="1" kern="12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buClr>
                <a:srgbClr val="D8413E"/>
              </a:buClr>
              <a:defRPr/>
            </a:pPr>
            <a:endParaRPr lang="en-GB" sz="1400" b="0" dirty="0"/>
          </a:p>
        </p:txBody>
      </p:sp>
      <p:sp>
        <p:nvSpPr>
          <p:cNvPr id="2" name="Titel 9">
            <a:extLst>
              <a:ext uri="{FF2B5EF4-FFF2-40B4-BE49-F238E27FC236}">
                <a16:creationId xmlns:a16="http://schemas.microsoft.com/office/drawing/2014/main" id="{7D7F9D3D-8FDF-6A68-49AB-E100E6B375EA}"/>
              </a:ext>
            </a:extLst>
          </p:cNvPr>
          <p:cNvSpPr/>
          <p:nvPr/>
        </p:nvSpPr>
        <p:spPr>
          <a:xfrm>
            <a:off x="382320" y="356040"/>
            <a:ext cx="8233920" cy="517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b">
            <a:noAutofit/>
          </a:bodyPr>
          <a:lstStyle/>
          <a:p>
            <a:r>
              <a:rPr lang="en-GB" sz="1400" cap="all" dirty="0">
                <a:solidFill>
                  <a:schemeClr val="dk1"/>
                </a:solidFill>
                <a:latin typeface="Arial Unicode MS"/>
                <a:ea typeface="Arial Unicode MS"/>
              </a:rPr>
              <a:t>Reverse Bic Cherry: Performance</a:t>
            </a:r>
            <a:endParaRPr lang="en-US" sz="1400" dirty="0">
              <a:solidFill>
                <a:srgbClr val="000000"/>
              </a:solidFill>
            </a:endParaRPr>
          </a:p>
        </p:txBody>
      </p:sp>
      <p:pic>
        <p:nvPicPr>
          <p:cNvPr id="11" name="Picture 10">
            <a:extLst>
              <a:ext uri="{FF2B5EF4-FFF2-40B4-BE49-F238E27FC236}">
                <a16:creationId xmlns:a16="http://schemas.microsoft.com/office/drawing/2014/main" id="{17DF84F0-7328-0A57-4469-EA9C75579A94}"/>
              </a:ext>
            </a:extLst>
          </p:cNvPr>
          <p:cNvPicPr>
            <a:picLocks noChangeAspect="1"/>
          </p:cNvPicPr>
          <p:nvPr/>
        </p:nvPicPr>
        <p:blipFill>
          <a:blip r:embed="rId4"/>
          <a:stretch>
            <a:fillRect/>
          </a:stretch>
        </p:blipFill>
        <p:spPr>
          <a:xfrm>
            <a:off x="1908550" y="1074140"/>
            <a:ext cx="4946400" cy="3510349"/>
          </a:xfrm>
          <a:prstGeom prst="rect">
            <a:avLst/>
          </a:prstGeom>
        </p:spPr>
      </p:pic>
    </p:spTree>
    <p:extLst>
      <p:ext uri="{BB962C8B-B14F-4D97-AF65-F5344CB8AC3E}">
        <p14:creationId xmlns:p14="http://schemas.microsoft.com/office/powerpoint/2010/main" val="372305193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9" name="PlaceHolder 1"/>
          <p:cNvSpPr>
            <a:spLocks noGrp="1"/>
          </p:cNvSpPr>
          <p:nvPr>
            <p:ph type="sldNum" idx="19"/>
          </p:nvPr>
        </p:nvSpPr>
        <p:spPr>
          <a:xfrm>
            <a:off x="7948440" y="4879080"/>
            <a:ext cx="742680" cy="204480"/>
          </a:xfrm>
          <a:prstGeom prst="rect">
            <a:avLst/>
          </a:prstGeom>
          <a:noFill/>
          <a:ln w="0">
            <a:noFill/>
          </a:ln>
        </p:spPr>
        <p:txBody>
          <a:bodyPr lIns="0" tIns="0" rIns="0" bIns="0" anchor="t">
            <a:noAutofit/>
          </a:bodyPr>
          <a:lstStyle>
            <a:lvl1pPr indent="0" algn="r" defTabSz="457200">
              <a:lnSpc>
                <a:spcPct val="100000"/>
              </a:lnSpc>
              <a:buNone/>
              <a:tabLst>
                <a:tab pos="0" algn="l"/>
              </a:tabLst>
              <a:defRPr lang="de-DE" sz="1000" b="0" u="none" strike="noStrike">
                <a:solidFill>
                  <a:srgbClr val="D8413E"/>
                </a:solidFill>
                <a:effectLst/>
                <a:uFillTx/>
                <a:latin typeface="Arial"/>
                <a:ea typeface="MS PGothic"/>
              </a:defRPr>
            </a:lvl1pPr>
          </a:lstStyle>
          <a:p>
            <a:pPr indent="0" algn="r" defTabSz="457200">
              <a:lnSpc>
                <a:spcPct val="100000"/>
              </a:lnSpc>
              <a:buNone/>
              <a:tabLst>
                <a:tab pos="0" algn="l"/>
              </a:tabLst>
            </a:pPr>
            <a:fld id="{29125CFC-42AC-4938-ACB0-F84B1B7A0C46}" type="slidenum">
              <a:rPr lang="de-DE" sz="1000" b="0" u="none" strike="noStrike">
                <a:solidFill>
                  <a:srgbClr val="D8413E"/>
                </a:solidFill>
                <a:effectLst/>
                <a:uFillTx/>
                <a:latin typeface="Arial"/>
                <a:ea typeface="MS PGothic"/>
              </a:rPr>
              <a:t>23</a:t>
            </a:fld>
            <a:endParaRPr lang="en-US" sz="1000" b="0" u="none" strike="noStrike">
              <a:solidFill>
                <a:srgbClr val="000000"/>
              </a:solidFill>
              <a:effectLst/>
              <a:uFillTx/>
              <a:latin typeface="Times New Roman"/>
            </a:endParaRPr>
          </a:p>
        </p:txBody>
      </p:sp>
      <p:pic>
        <p:nvPicPr>
          <p:cNvPr id="160" name="Picture 13"/>
          <p:cNvPicPr/>
          <p:nvPr/>
        </p:nvPicPr>
        <p:blipFill>
          <a:blip r:embed="rId2"/>
          <a:stretch/>
        </p:blipFill>
        <p:spPr>
          <a:xfrm rot="10800000" flipH="1">
            <a:off x="0" y="25920"/>
            <a:ext cx="4381560" cy="433080"/>
          </a:xfrm>
          <a:prstGeom prst="rect">
            <a:avLst/>
          </a:prstGeom>
          <a:noFill/>
          <a:ln w="0">
            <a:noFill/>
          </a:ln>
        </p:spPr>
      </p:pic>
      <p:pic>
        <p:nvPicPr>
          <p:cNvPr id="161" name="Picture 14"/>
          <p:cNvPicPr/>
          <p:nvPr/>
        </p:nvPicPr>
        <p:blipFill>
          <a:blip r:embed="rId2"/>
          <a:stretch/>
        </p:blipFill>
        <p:spPr>
          <a:xfrm rot="10800000" flipH="1">
            <a:off x="1184400" y="4765320"/>
            <a:ext cx="4381560" cy="318600"/>
          </a:xfrm>
          <a:prstGeom prst="rect">
            <a:avLst/>
          </a:prstGeom>
          <a:noFill/>
          <a:ln w="0">
            <a:noFill/>
          </a:ln>
        </p:spPr>
      </p:pic>
      <p:sp>
        <p:nvSpPr>
          <p:cNvPr id="2" name="PlaceHolder 2">
            <a:extLst>
              <a:ext uri="{FF2B5EF4-FFF2-40B4-BE49-F238E27FC236}">
                <a16:creationId xmlns:a16="http://schemas.microsoft.com/office/drawing/2014/main" id="{8C340C6E-9ADF-C3F8-222B-8CDABA803E9C}"/>
              </a:ext>
            </a:extLst>
          </p:cNvPr>
          <p:cNvSpPr txBox="1">
            <a:spLocks/>
          </p:cNvSpPr>
          <p:nvPr/>
        </p:nvSpPr>
        <p:spPr>
          <a:xfrm>
            <a:off x="264600" y="-136800"/>
            <a:ext cx="8233920" cy="758520"/>
          </a:xfrm>
          <a:prstGeom prst="rect">
            <a:avLst/>
          </a:prstGeom>
          <a:noFill/>
          <a:ln w="0">
            <a:noFill/>
          </a:ln>
        </p:spPr>
        <p:txBody>
          <a:bodyPr lIns="90000" tIns="45000" rIns="90000" bIns="45000" numCol="1" spcCol="0" anchor="b">
            <a:noAutofit/>
          </a:bodyPr>
          <a:lstStyle>
            <a:lvl1pPr algn="l" defTabSz="457200" rtl="0" eaLnBrk="1" fontAlgn="base" hangingPunct="1">
              <a:spcBef>
                <a:spcPct val="0"/>
              </a:spcBef>
              <a:spcAft>
                <a:spcPct val="0"/>
              </a:spcAft>
              <a:defRPr sz="2000" b="1" kern="1200" cap="all">
                <a:solidFill>
                  <a:srgbClr val="262A31"/>
                </a:solidFill>
                <a:latin typeface="Arial"/>
                <a:ea typeface="MS PGothic" panose="020B0600070205080204" pitchFamily="34" charset="-128"/>
                <a:cs typeface="Arial"/>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r>
              <a:rPr lang="de-DE">
                <a:solidFill>
                  <a:schemeClr val="dk1"/>
                </a:solidFill>
                <a:ea typeface="Arial Unicode MS"/>
              </a:rPr>
              <a:t>Objective 3</a:t>
            </a:r>
            <a:endParaRPr lang="de-DE" dirty="0">
              <a:solidFill>
                <a:schemeClr val="dk1"/>
              </a:solidFill>
              <a:latin typeface="Arial Unicode MS"/>
            </a:endParaRPr>
          </a:p>
        </p:txBody>
      </p:sp>
      <p:sp>
        <p:nvSpPr>
          <p:cNvPr id="3" name="Titel 9">
            <a:extLst>
              <a:ext uri="{FF2B5EF4-FFF2-40B4-BE49-F238E27FC236}">
                <a16:creationId xmlns:a16="http://schemas.microsoft.com/office/drawing/2014/main" id="{B867F822-6BD5-639C-536C-8F6C1FA7EE30}"/>
              </a:ext>
            </a:extLst>
          </p:cNvPr>
          <p:cNvSpPr/>
          <p:nvPr/>
        </p:nvSpPr>
        <p:spPr>
          <a:xfrm>
            <a:off x="382320" y="356040"/>
            <a:ext cx="8233920" cy="517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b">
            <a:noAutofit/>
          </a:bodyPr>
          <a:lstStyle/>
          <a:p>
            <a:r>
              <a:rPr lang="en-GB" sz="1400" cap="all" dirty="0">
                <a:solidFill>
                  <a:schemeClr val="dk1"/>
                </a:solidFill>
                <a:latin typeface="Arial Unicode MS"/>
                <a:ea typeface="Arial Unicode MS"/>
              </a:rPr>
              <a:t>Reverse Bic Cherry Simplified explained</a:t>
            </a:r>
            <a:endParaRPr lang="en-US" sz="1400" dirty="0">
              <a:solidFill>
                <a:srgbClr val="000000"/>
              </a:solidFill>
            </a:endParaRPr>
          </a:p>
        </p:txBody>
      </p:sp>
      <p:pic>
        <p:nvPicPr>
          <p:cNvPr id="4" name="Graphic 3">
            <a:extLst>
              <a:ext uri="{FF2B5EF4-FFF2-40B4-BE49-F238E27FC236}">
                <a16:creationId xmlns:a16="http://schemas.microsoft.com/office/drawing/2014/main" id="{3A7C3C6D-F4B8-DCB5-E3AE-05BCBCAA1B60}"/>
              </a:ext>
            </a:extLst>
          </p:cNvPr>
          <p:cNvPicPr>
            <a:picLocks noChangeAspect="1"/>
          </p:cNvPicPr>
          <p:nvPr/>
        </p:nvPicPr>
        <p:blipFill>
          <a:blip>
            <a:extLst>
              <a:ext uri="{96DAC541-7B7A-43D3-8B79-37D633B846F1}">
                <asvg:svgBlip xmlns:asvg="http://schemas.microsoft.com/office/drawing/2016/SVG/main" r:embed="rId3"/>
              </a:ext>
            </a:extLst>
          </a:blip>
          <a:stretch/>
        </p:blipFill>
        <p:spPr>
          <a:xfrm>
            <a:off x="201840" y="1442720"/>
            <a:ext cx="4500000" cy="2327569"/>
          </a:xfrm>
          <a:prstGeom prst="rect">
            <a:avLst/>
          </a:prstGeom>
          <a:noFill/>
          <a:ln w="0">
            <a:noFill/>
          </a:ln>
        </p:spPr>
      </p:pic>
      <p:pic>
        <p:nvPicPr>
          <p:cNvPr id="6" name="Picture 5">
            <a:extLst>
              <a:ext uri="{FF2B5EF4-FFF2-40B4-BE49-F238E27FC236}">
                <a16:creationId xmlns:a16="http://schemas.microsoft.com/office/drawing/2014/main" id="{FB350FE4-E869-12D3-50A0-5920CA3B68F7}"/>
              </a:ext>
            </a:extLst>
          </p:cNvPr>
          <p:cNvPicPr>
            <a:picLocks noChangeAspect="1"/>
          </p:cNvPicPr>
          <p:nvPr/>
        </p:nvPicPr>
        <p:blipFill>
          <a:blip r:embed="rId4"/>
          <a:stretch>
            <a:fillRect/>
          </a:stretch>
        </p:blipFill>
        <p:spPr>
          <a:xfrm>
            <a:off x="4701840" y="1499427"/>
            <a:ext cx="4381200" cy="2214154"/>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 name="PlaceHolder 1"/>
          <p:cNvSpPr>
            <a:spLocks noGrp="1"/>
          </p:cNvSpPr>
          <p:nvPr>
            <p:ph type="sldNum" idx="20"/>
          </p:nvPr>
        </p:nvSpPr>
        <p:spPr>
          <a:xfrm>
            <a:off x="7948440" y="4879080"/>
            <a:ext cx="742680" cy="204480"/>
          </a:xfrm>
          <a:prstGeom prst="rect">
            <a:avLst/>
          </a:prstGeom>
          <a:noFill/>
          <a:ln w="0">
            <a:noFill/>
          </a:ln>
        </p:spPr>
        <p:txBody>
          <a:bodyPr lIns="0" tIns="0" rIns="0" bIns="0" anchor="t">
            <a:noAutofit/>
          </a:bodyPr>
          <a:lstStyle>
            <a:lvl1pPr indent="0" algn="r" defTabSz="457200">
              <a:lnSpc>
                <a:spcPct val="100000"/>
              </a:lnSpc>
              <a:buNone/>
              <a:tabLst>
                <a:tab pos="0" algn="l"/>
              </a:tabLst>
              <a:defRPr lang="de-DE" sz="1000" b="0" u="none" strike="noStrike">
                <a:solidFill>
                  <a:srgbClr val="D8413E"/>
                </a:solidFill>
                <a:effectLst/>
                <a:uFillTx/>
                <a:latin typeface="Arial"/>
                <a:ea typeface="MS PGothic"/>
              </a:defRPr>
            </a:lvl1pPr>
          </a:lstStyle>
          <a:p>
            <a:pPr indent="0" algn="r" defTabSz="457200">
              <a:lnSpc>
                <a:spcPct val="100000"/>
              </a:lnSpc>
              <a:buNone/>
              <a:tabLst>
                <a:tab pos="0" algn="l"/>
              </a:tabLst>
            </a:pPr>
            <a:fld id="{2EA56F32-C59B-41EA-8B12-317621F25A69}" type="slidenum">
              <a:rPr lang="de-DE" sz="1000" b="0" u="none" strike="noStrike">
                <a:solidFill>
                  <a:srgbClr val="D8413E"/>
                </a:solidFill>
                <a:effectLst/>
                <a:uFillTx/>
                <a:latin typeface="Arial"/>
                <a:ea typeface="MS PGothic"/>
              </a:rPr>
              <a:t>24</a:t>
            </a:fld>
            <a:endParaRPr lang="en-US" sz="1000" b="0" u="none" strike="noStrike">
              <a:solidFill>
                <a:srgbClr val="000000"/>
              </a:solidFill>
              <a:effectLst/>
              <a:uFillTx/>
              <a:latin typeface="Times New Roman"/>
            </a:endParaRPr>
          </a:p>
        </p:txBody>
      </p:sp>
      <p:pic>
        <p:nvPicPr>
          <p:cNvPr id="166" name="Picture 15"/>
          <p:cNvPicPr/>
          <p:nvPr/>
        </p:nvPicPr>
        <p:blipFill>
          <a:blip r:embed="rId3"/>
          <a:stretch/>
        </p:blipFill>
        <p:spPr>
          <a:xfrm rot="10800000" flipH="1">
            <a:off x="0" y="25920"/>
            <a:ext cx="4381560" cy="433080"/>
          </a:xfrm>
          <a:prstGeom prst="rect">
            <a:avLst/>
          </a:prstGeom>
          <a:noFill/>
          <a:ln w="0">
            <a:noFill/>
          </a:ln>
        </p:spPr>
      </p:pic>
      <p:pic>
        <p:nvPicPr>
          <p:cNvPr id="167" name="Picture 16"/>
          <p:cNvPicPr/>
          <p:nvPr/>
        </p:nvPicPr>
        <p:blipFill>
          <a:blip r:embed="rId3"/>
          <a:stretch/>
        </p:blipFill>
        <p:spPr>
          <a:xfrm rot="10800000" flipH="1">
            <a:off x="1184400" y="4765320"/>
            <a:ext cx="4381560" cy="318600"/>
          </a:xfrm>
          <a:prstGeom prst="rect">
            <a:avLst/>
          </a:prstGeom>
          <a:noFill/>
          <a:ln w="0">
            <a:noFill/>
          </a:ln>
        </p:spPr>
      </p:pic>
      <p:sp>
        <p:nvSpPr>
          <p:cNvPr id="168" name="PlaceHolder 2"/>
          <p:cNvSpPr>
            <a:spLocks noGrp="1"/>
          </p:cNvSpPr>
          <p:nvPr>
            <p:ph type="title"/>
          </p:nvPr>
        </p:nvSpPr>
        <p:spPr>
          <a:xfrm>
            <a:off x="264600" y="-136800"/>
            <a:ext cx="8233920" cy="758520"/>
          </a:xfrm>
          <a:prstGeom prst="rect">
            <a:avLst/>
          </a:prstGeom>
          <a:noFill/>
          <a:ln w="0">
            <a:noFill/>
          </a:ln>
        </p:spPr>
        <p:txBody>
          <a:bodyPr lIns="90000" tIns="45000" rIns="90000" bIns="45000" numCol="1" spcCol="0" anchor="b">
            <a:noAutofit/>
          </a:bodyPr>
          <a:lstStyle/>
          <a:p>
            <a:pPr indent="0" algn="l" defTabSz="457200">
              <a:lnSpc>
                <a:spcPct val="100000"/>
              </a:lnSpc>
              <a:buNone/>
            </a:pPr>
            <a:r>
              <a:rPr lang="de-DE" sz="2000" b="1" u="none" strike="noStrike" cap="all">
                <a:solidFill>
                  <a:schemeClr val="dk1"/>
                </a:solidFill>
                <a:effectLst/>
                <a:uFillTx/>
                <a:latin typeface="Arial"/>
                <a:ea typeface="Arial Unicode MS"/>
              </a:rPr>
              <a:t>Objective 3</a:t>
            </a:r>
            <a:endParaRPr lang="de-DE" sz="2000" b="1" u="none" strike="noStrike" cap="all">
              <a:solidFill>
                <a:schemeClr val="dk1"/>
              </a:solidFill>
              <a:effectLst/>
              <a:uFillTx/>
              <a:latin typeface="Arial Unicode MS"/>
            </a:endParaRPr>
          </a:p>
        </p:txBody>
      </p:sp>
      <p:pic>
        <p:nvPicPr>
          <p:cNvPr id="170" name="Picture 169"/>
          <p:cNvPicPr/>
          <p:nvPr/>
        </p:nvPicPr>
        <p:blipFill>
          <a:blip r:embed="rId4"/>
          <a:srcRect t="17562" r="64379"/>
          <a:stretch>
            <a:fillRect/>
          </a:stretch>
        </p:blipFill>
        <p:spPr>
          <a:xfrm>
            <a:off x="1184399" y="1250831"/>
            <a:ext cx="2768601" cy="2806900"/>
          </a:xfrm>
          <a:prstGeom prst="rect">
            <a:avLst/>
          </a:prstGeom>
          <a:noFill/>
          <a:ln w="0">
            <a:noFill/>
          </a:ln>
        </p:spPr>
      </p:pic>
      <p:sp>
        <p:nvSpPr>
          <p:cNvPr id="2" name="PlaceHolder 2">
            <a:extLst>
              <a:ext uri="{FF2B5EF4-FFF2-40B4-BE49-F238E27FC236}">
                <a16:creationId xmlns:a16="http://schemas.microsoft.com/office/drawing/2014/main" id="{C0DAF98C-F6CD-6149-9AD4-3216A567DB1F}"/>
              </a:ext>
            </a:extLst>
          </p:cNvPr>
          <p:cNvSpPr txBox="1">
            <a:spLocks/>
          </p:cNvSpPr>
          <p:nvPr/>
        </p:nvSpPr>
        <p:spPr>
          <a:xfrm>
            <a:off x="264600" y="-136800"/>
            <a:ext cx="8233920" cy="758520"/>
          </a:xfrm>
          <a:prstGeom prst="rect">
            <a:avLst/>
          </a:prstGeom>
          <a:noFill/>
          <a:ln w="0">
            <a:noFill/>
          </a:ln>
        </p:spPr>
        <p:txBody>
          <a:bodyPr lIns="90000" tIns="45000" rIns="90000" bIns="45000" numCol="1" spcCol="0" anchor="b">
            <a:noAutofit/>
          </a:bodyPr>
          <a:lstStyle>
            <a:lvl1pPr algn="l" defTabSz="457200" rtl="0" eaLnBrk="1" fontAlgn="base" hangingPunct="1">
              <a:spcBef>
                <a:spcPct val="0"/>
              </a:spcBef>
              <a:spcAft>
                <a:spcPct val="0"/>
              </a:spcAft>
              <a:defRPr sz="2000" b="1" kern="1200" cap="all">
                <a:solidFill>
                  <a:srgbClr val="262A31"/>
                </a:solidFill>
                <a:latin typeface="Arial"/>
                <a:ea typeface="MS PGothic" panose="020B0600070205080204" pitchFamily="34" charset="-128"/>
                <a:cs typeface="Arial"/>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r>
              <a:rPr lang="de-DE">
                <a:solidFill>
                  <a:schemeClr val="dk1"/>
                </a:solidFill>
                <a:ea typeface="Arial Unicode MS"/>
              </a:rPr>
              <a:t>Objective 3</a:t>
            </a:r>
            <a:endParaRPr lang="de-DE" dirty="0">
              <a:solidFill>
                <a:schemeClr val="dk1"/>
              </a:solidFill>
              <a:latin typeface="Arial Unicode MS"/>
            </a:endParaRPr>
          </a:p>
        </p:txBody>
      </p:sp>
      <p:sp>
        <p:nvSpPr>
          <p:cNvPr id="3" name="Titel 9">
            <a:extLst>
              <a:ext uri="{FF2B5EF4-FFF2-40B4-BE49-F238E27FC236}">
                <a16:creationId xmlns:a16="http://schemas.microsoft.com/office/drawing/2014/main" id="{12212C70-A49B-8811-31DC-5903ADF69F95}"/>
              </a:ext>
            </a:extLst>
          </p:cNvPr>
          <p:cNvSpPr/>
          <p:nvPr/>
        </p:nvSpPr>
        <p:spPr>
          <a:xfrm>
            <a:off x="382320" y="356040"/>
            <a:ext cx="8233920" cy="517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b">
            <a:noAutofit/>
          </a:bodyPr>
          <a:lstStyle/>
          <a:p>
            <a:r>
              <a:rPr lang="en-GB" sz="1400" cap="all" dirty="0">
                <a:solidFill>
                  <a:schemeClr val="dk1"/>
                </a:solidFill>
                <a:latin typeface="Arial Unicode MS"/>
                <a:ea typeface="Arial Unicode MS"/>
              </a:rPr>
              <a:t>Non-BMGs can not be used to generate the correct networks</a:t>
            </a:r>
            <a:endParaRPr lang="en-US" sz="1400" dirty="0">
              <a:solidFill>
                <a:srgbClr val="000000"/>
              </a:solidFill>
            </a:endParaRPr>
          </a:p>
        </p:txBody>
      </p:sp>
      <p:pic>
        <p:nvPicPr>
          <p:cNvPr id="4" name="Picture 3">
            <a:extLst>
              <a:ext uri="{FF2B5EF4-FFF2-40B4-BE49-F238E27FC236}">
                <a16:creationId xmlns:a16="http://schemas.microsoft.com/office/drawing/2014/main" id="{BC7CCEF7-9304-545F-61E0-803CCD3D8FEE}"/>
              </a:ext>
            </a:extLst>
          </p:cNvPr>
          <p:cNvPicPr/>
          <p:nvPr/>
        </p:nvPicPr>
        <p:blipFill>
          <a:blip r:embed="rId4"/>
          <a:srcRect l="45948"/>
          <a:stretch>
            <a:fillRect/>
          </a:stretch>
        </p:blipFill>
        <p:spPr>
          <a:xfrm>
            <a:off x="4195760" y="951841"/>
            <a:ext cx="4201160" cy="3404880"/>
          </a:xfrm>
          <a:prstGeom prst="rect">
            <a:avLst/>
          </a:prstGeom>
          <a:noFill/>
          <a:ln w="0">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1" name="PlaceHolder 1"/>
          <p:cNvSpPr>
            <a:spLocks noGrp="1"/>
          </p:cNvSpPr>
          <p:nvPr>
            <p:ph type="sldNum" idx="21"/>
          </p:nvPr>
        </p:nvSpPr>
        <p:spPr>
          <a:xfrm>
            <a:off x="7948440" y="4879080"/>
            <a:ext cx="742680" cy="204480"/>
          </a:xfrm>
          <a:prstGeom prst="rect">
            <a:avLst/>
          </a:prstGeom>
          <a:noFill/>
          <a:ln w="0">
            <a:noFill/>
          </a:ln>
        </p:spPr>
        <p:txBody>
          <a:bodyPr lIns="0" tIns="0" rIns="0" bIns="0" anchor="t">
            <a:noAutofit/>
          </a:bodyPr>
          <a:lstStyle>
            <a:lvl1pPr indent="0" algn="r" defTabSz="457200">
              <a:lnSpc>
                <a:spcPct val="100000"/>
              </a:lnSpc>
              <a:buNone/>
              <a:tabLst>
                <a:tab pos="0" algn="l"/>
              </a:tabLst>
              <a:defRPr lang="de-DE" sz="1000" b="0" u="none" strike="noStrike">
                <a:solidFill>
                  <a:srgbClr val="D8413E"/>
                </a:solidFill>
                <a:effectLst/>
                <a:uFillTx/>
                <a:latin typeface="Arial"/>
                <a:ea typeface="MS PGothic"/>
              </a:defRPr>
            </a:lvl1pPr>
          </a:lstStyle>
          <a:p>
            <a:pPr indent="0" algn="r" defTabSz="457200">
              <a:lnSpc>
                <a:spcPct val="100000"/>
              </a:lnSpc>
              <a:buNone/>
              <a:tabLst>
                <a:tab pos="0" algn="l"/>
              </a:tabLst>
            </a:pPr>
            <a:fld id="{FE4512F2-A62C-4323-990C-488967A51EC1}" type="slidenum">
              <a:rPr lang="de-DE" sz="1000" b="0" u="none" strike="noStrike">
                <a:solidFill>
                  <a:srgbClr val="D8413E"/>
                </a:solidFill>
                <a:effectLst/>
                <a:uFillTx/>
                <a:latin typeface="Arial"/>
                <a:ea typeface="MS PGothic"/>
              </a:rPr>
              <a:t>25</a:t>
            </a:fld>
            <a:endParaRPr lang="en-US" sz="1000" b="0" u="none" strike="noStrike">
              <a:solidFill>
                <a:srgbClr val="000000"/>
              </a:solidFill>
              <a:effectLst/>
              <a:uFillTx/>
              <a:latin typeface="Times New Roman"/>
            </a:endParaRPr>
          </a:p>
        </p:txBody>
      </p:sp>
      <p:pic>
        <p:nvPicPr>
          <p:cNvPr id="172" name="Picture 19"/>
          <p:cNvPicPr/>
          <p:nvPr/>
        </p:nvPicPr>
        <p:blipFill>
          <a:blip r:embed="rId3"/>
          <a:stretch/>
        </p:blipFill>
        <p:spPr>
          <a:xfrm rot="10800000" flipH="1">
            <a:off x="0" y="25920"/>
            <a:ext cx="4381560" cy="433080"/>
          </a:xfrm>
          <a:prstGeom prst="rect">
            <a:avLst/>
          </a:prstGeom>
          <a:noFill/>
          <a:ln w="0">
            <a:noFill/>
          </a:ln>
        </p:spPr>
      </p:pic>
      <p:pic>
        <p:nvPicPr>
          <p:cNvPr id="173" name="Picture 20"/>
          <p:cNvPicPr/>
          <p:nvPr/>
        </p:nvPicPr>
        <p:blipFill>
          <a:blip r:embed="rId3"/>
          <a:stretch/>
        </p:blipFill>
        <p:spPr>
          <a:xfrm rot="10800000" flipH="1">
            <a:off x="1184400" y="4765320"/>
            <a:ext cx="4381560" cy="318600"/>
          </a:xfrm>
          <a:prstGeom prst="rect">
            <a:avLst/>
          </a:prstGeom>
          <a:noFill/>
          <a:ln w="0">
            <a:noFill/>
          </a:ln>
        </p:spPr>
      </p:pic>
      <p:pic>
        <p:nvPicPr>
          <p:cNvPr id="177" name="Picture 176"/>
          <p:cNvPicPr/>
          <p:nvPr/>
        </p:nvPicPr>
        <p:blipFill>
          <a:blip r:embed="rId4"/>
          <a:srcRect l="-185" t="15422" r="65181" b="-2062"/>
          <a:stretch>
            <a:fillRect/>
          </a:stretch>
        </p:blipFill>
        <p:spPr>
          <a:xfrm>
            <a:off x="20320" y="1614139"/>
            <a:ext cx="1921680" cy="2083801"/>
          </a:xfrm>
          <a:prstGeom prst="rect">
            <a:avLst/>
          </a:prstGeom>
          <a:noFill/>
          <a:ln w="0">
            <a:noFill/>
          </a:ln>
        </p:spPr>
      </p:pic>
      <p:sp>
        <p:nvSpPr>
          <p:cNvPr id="4" name="PlaceHolder 2">
            <a:extLst>
              <a:ext uri="{FF2B5EF4-FFF2-40B4-BE49-F238E27FC236}">
                <a16:creationId xmlns:a16="http://schemas.microsoft.com/office/drawing/2014/main" id="{DFD2C471-3C44-B721-D4BF-398E76A89255}"/>
              </a:ext>
            </a:extLst>
          </p:cNvPr>
          <p:cNvSpPr txBox="1">
            <a:spLocks/>
          </p:cNvSpPr>
          <p:nvPr/>
        </p:nvSpPr>
        <p:spPr>
          <a:xfrm>
            <a:off x="264600" y="-136800"/>
            <a:ext cx="8233920" cy="758520"/>
          </a:xfrm>
          <a:prstGeom prst="rect">
            <a:avLst/>
          </a:prstGeom>
          <a:noFill/>
          <a:ln w="0">
            <a:noFill/>
          </a:ln>
        </p:spPr>
        <p:txBody>
          <a:bodyPr lIns="90000" tIns="45000" rIns="90000" bIns="45000" numCol="1" spcCol="0" anchor="b">
            <a:noAutofit/>
          </a:bodyPr>
          <a:lstStyle>
            <a:lvl1pPr algn="l" defTabSz="457200" rtl="0" eaLnBrk="1" fontAlgn="base" hangingPunct="1">
              <a:spcBef>
                <a:spcPct val="0"/>
              </a:spcBef>
              <a:spcAft>
                <a:spcPct val="0"/>
              </a:spcAft>
              <a:defRPr sz="2000" b="1" kern="1200" cap="all">
                <a:solidFill>
                  <a:srgbClr val="262A31"/>
                </a:solidFill>
                <a:latin typeface="Arial"/>
                <a:ea typeface="MS PGothic" panose="020B0600070205080204" pitchFamily="34" charset="-128"/>
                <a:cs typeface="Arial"/>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r>
              <a:rPr lang="de-DE">
                <a:solidFill>
                  <a:schemeClr val="dk1"/>
                </a:solidFill>
                <a:ea typeface="Arial Unicode MS"/>
              </a:rPr>
              <a:t>Objective 3</a:t>
            </a:r>
            <a:endParaRPr lang="de-DE" dirty="0">
              <a:solidFill>
                <a:schemeClr val="dk1"/>
              </a:solidFill>
              <a:latin typeface="Arial Unicode MS"/>
            </a:endParaRPr>
          </a:p>
        </p:txBody>
      </p:sp>
      <p:sp>
        <p:nvSpPr>
          <p:cNvPr id="5" name="Titel 9">
            <a:extLst>
              <a:ext uri="{FF2B5EF4-FFF2-40B4-BE49-F238E27FC236}">
                <a16:creationId xmlns:a16="http://schemas.microsoft.com/office/drawing/2014/main" id="{F485F542-69AF-C967-22C3-639959AFF30B}"/>
              </a:ext>
            </a:extLst>
          </p:cNvPr>
          <p:cNvSpPr/>
          <p:nvPr/>
        </p:nvSpPr>
        <p:spPr>
          <a:xfrm>
            <a:off x="382320" y="356040"/>
            <a:ext cx="8233920" cy="517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b">
            <a:noAutofit/>
          </a:bodyPr>
          <a:lstStyle/>
          <a:p>
            <a:r>
              <a:rPr lang="en-GB" sz="1400" cap="all" dirty="0">
                <a:solidFill>
                  <a:schemeClr val="dk1"/>
                </a:solidFill>
                <a:latin typeface="Arial Unicode MS"/>
                <a:ea typeface="Arial Unicode MS"/>
              </a:rPr>
              <a:t>Non-BMGs can not be used to generate the correct networks</a:t>
            </a:r>
            <a:endParaRPr lang="en-US" sz="1400" dirty="0">
              <a:solidFill>
                <a:srgbClr val="000000"/>
              </a:solidFill>
            </a:endParaRPr>
          </a:p>
        </p:txBody>
      </p:sp>
      <p:pic>
        <p:nvPicPr>
          <p:cNvPr id="176" name="Graphic 175"/>
          <p:cNvPicPr/>
          <p:nvPr/>
        </p:nvPicPr>
        <p:blipFill>
          <a:blip>
            <a:extLst>
              <a:ext uri="{96DAC541-7B7A-43D3-8B79-37D633B846F1}">
                <asvg:svgBlip xmlns:asvg="http://schemas.microsoft.com/office/drawing/2016/SVG/main" r:embed="rId5"/>
              </a:ext>
            </a:extLst>
          </a:blip>
          <a:stretch/>
        </p:blipFill>
        <p:spPr>
          <a:xfrm>
            <a:off x="1757680" y="1262180"/>
            <a:ext cx="7314840" cy="3000960"/>
          </a:xfrm>
          <a:prstGeom prst="rect">
            <a:avLst/>
          </a:prstGeom>
          <a:noFill/>
          <a:ln w="0">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8" name="PlaceHolder 1"/>
          <p:cNvSpPr>
            <a:spLocks noGrp="1"/>
          </p:cNvSpPr>
          <p:nvPr>
            <p:ph type="sldNum" idx="22"/>
          </p:nvPr>
        </p:nvSpPr>
        <p:spPr>
          <a:xfrm>
            <a:off x="7948440" y="4879080"/>
            <a:ext cx="742680" cy="204480"/>
          </a:xfrm>
          <a:prstGeom prst="rect">
            <a:avLst/>
          </a:prstGeom>
          <a:noFill/>
          <a:ln w="0">
            <a:noFill/>
          </a:ln>
        </p:spPr>
        <p:txBody>
          <a:bodyPr lIns="0" tIns="0" rIns="0" bIns="0" anchor="t">
            <a:noAutofit/>
          </a:bodyPr>
          <a:lstStyle>
            <a:lvl1pPr indent="0" algn="r" defTabSz="457200">
              <a:lnSpc>
                <a:spcPct val="100000"/>
              </a:lnSpc>
              <a:buNone/>
              <a:tabLst>
                <a:tab pos="0" algn="l"/>
              </a:tabLst>
              <a:defRPr lang="de-DE" sz="1000" b="0" u="none" strike="noStrike">
                <a:solidFill>
                  <a:srgbClr val="D8413E"/>
                </a:solidFill>
                <a:effectLst/>
                <a:uFillTx/>
                <a:latin typeface="Arial"/>
                <a:ea typeface="MS PGothic"/>
              </a:defRPr>
            </a:lvl1pPr>
          </a:lstStyle>
          <a:p>
            <a:pPr indent="0" algn="r" defTabSz="457200">
              <a:lnSpc>
                <a:spcPct val="100000"/>
              </a:lnSpc>
              <a:buNone/>
              <a:tabLst>
                <a:tab pos="0" algn="l"/>
              </a:tabLst>
            </a:pPr>
            <a:fld id="{E931C312-66A6-45B2-8089-DF0CC149A40C}" type="slidenum">
              <a:rPr lang="de-DE" sz="1000" b="0" u="none" strike="noStrike">
                <a:solidFill>
                  <a:srgbClr val="D8413E"/>
                </a:solidFill>
                <a:effectLst/>
                <a:uFillTx/>
                <a:latin typeface="Arial"/>
                <a:ea typeface="MS PGothic"/>
              </a:rPr>
              <a:t>26</a:t>
            </a:fld>
            <a:endParaRPr lang="en-US" sz="1000" b="0" u="none" strike="noStrike">
              <a:solidFill>
                <a:srgbClr val="000000"/>
              </a:solidFill>
              <a:effectLst/>
              <a:uFillTx/>
              <a:latin typeface="Times New Roman"/>
            </a:endParaRPr>
          </a:p>
        </p:txBody>
      </p:sp>
      <p:pic>
        <p:nvPicPr>
          <p:cNvPr id="179" name="Picture 17"/>
          <p:cNvPicPr/>
          <p:nvPr/>
        </p:nvPicPr>
        <p:blipFill>
          <a:blip r:embed="rId2"/>
          <a:stretch/>
        </p:blipFill>
        <p:spPr>
          <a:xfrm rot="10800000" flipH="1">
            <a:off x="0" y="25920"/>
            <a:ext cx="4381560" cy="433080"/>
          </a:xfrm>
          <a:prstGeom prst="rect">
            <a:avLst/>
          </a:prstGeom>
          <a:noFill/>
          <a:ln w="0">
            <a:noFill/>
          </a:ln>
        </p:spPr>
      </p:pic>
      <p:pic>
        <p:nvPicPr>
          <p:cNvPr id="180" name="Picture 18"/>
          <p:cNvPicPr/>
          <p:nvPr/>
        </p:nvPicPr>
        <p:blipFill>
          <a:blip r:embed="rId2"/>
          <a:stretch/>
        </p:blipFill>
        <p:spPr>
          <a:xfrm rot="10800000" flipH="1">
            <a:off x="1184400" y="4765320"/>
            <a:ext cx="4381560" cy="318600"/>
          </a:xfrm>
          <a:prstGeom prst="rect">
            <a:avLst/>
          </a:prstGeom>
          <a:noFill/>
          <a:ln w="0">
            <a:noFill/>
          </a:ln>
        </p:spPr>
      </p:pic>
      <p:sp>
        <p:nvSpPr>
          <p:cNvPr id="182" name="Titel 21"/>
          <p:cNvSpPr/>
          <p:nvPr/>
        </p:nvSpPr>
        <p:spPr>
          <a:xfrm>
            <a:off x="382320" y="356040"/>
            <a:ext cx="8233920" cy="7585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b">
            <a:noAutofit/>
          </a:bodyPr>
          <a:lstStyle/>
          <a:p>
            <a:pPr defTabSz="457200">
              <a:lnSpc>
                <a:spcPct val="100000"/>
              </a:lnSpc>
            </a:pPr>
            <a:endParaRPr lang="en-US" sz="1400" b="0" u="none" strike="noStrike" dirty="0">
              <a:solidFill>
                <a:srgbClr val="000000"/>
              </a:solidFill>
              <a:effectLst/>
              <a:uFillTx/>
              <a:latin typeface="Arial"/>
            </a:endParaRPr>
          </a:p>
        </p:txBody>
      </p:sp>
      <p:sp>
        <p:nvSpPr>
          <p:cNvPr id="2" name="PlaceHolder 2">
            <a:extLst>
              <a:ext uri="{FF2B5EF4-FFF2-40B4-BE49-F238E27FC236}">
                <a16:creationId xmlns:a16="http://schemas.microsoft.com/office/drawing/2014/main" id="{9FBACA5A-9D3D-C4B1-2212-F1DBB6F9CFE0}"/>
              </a:ext>
            </a:extLst>
          </p:cNvPr>
          <p:cNvSpPr txBox="1">
            <a:spLocks/>
          </p:cNvSpPr>
          <p:nvPr/>
        </p:nvSpPr>
        <p:spPr>
          <a:xfrm>
            <a:off x="264600" y="-136800"/>
            <a:ext cx="8233920" cy="758520"/>
          </a:xfrm>
          <a:prstGeom prst="rect">
            <a:avLst/>
          </a:prstGeom>
          <a:noFill/>
          <a:ln w="0">
            <a:noFill/>
          </a:ln>
        </p:spPr>
        <p:txBody>
          <a:bodyPr lIns="90000" tIns="45000" rIns="90000" bIns="45000" numCol="1" spcCol="0" anchor="b">
            <a:noAutofit/>
          </a:bodyPr>
          <a:lstStyle>
            <a:lvl1pPr algn="l" defTabSz="457200" rtl="0" eaLnBrk="1" fontAlgn="base" hangingPunct="1">
              <a:spcBef>
                <a:spcPct val="0"/>
              </a:spcBef>
              <a:spcAft>
                <a:spcPct val="0"/>
              </a:spcAft>
              <a:defRPr sz="2000" b="1" kern="1200" cap="all">
                <a:solidFill>
                  <a:srgbClr val="262A31"/>
                </a:solidFill>
                <a:latin typeface="Arial"/>
                <a:ea typeface="MS PGothic" panose="020B0600070205080204" pitchFamily="34" charset="-128"/>
                <a:cs typeface="Arial"/>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r>
              <a:rPr lang="de-DE">
                <a:solidFill>
                  <a:schemeClr val="dk1"/>
                </a:solidFill>
                <a:ea typeface="Arial Unicode MS"/>
              </a:rPr>
              <a:t>Objective 3</a:t>
            </a:r>
            <a:endParaRPr lang="de-DE" dirty="0">
              <a:solidFill>
                <a:schemeClr val="dk1"/>
              </a:solidFill>
              <a:latin typeface="Arial Unicode MS"/>
            </a:endParaRPr>
          </a:p>
        </p:txBody>
      </p:sp>
      <p:sp>
        <p:nvSpPr>
          <p:cNvPr id="3" name="Titel 9">
            <a:extLst>
              <a:ext uri="{FF2B5EF4-FFF2-40B4-BE49-F238E27FC236}">
                <a16:creationId xmlns:a16="http://schemas.microsoft.com/office/drawing/2014/main" id="{2E94749A-44A0-01C9-DB69-5DE5FD58B8CB}"/>
              </a:ext>
            </a:extLst>
          </p:cNvPr>
          <p:cNvSpPr/>
          <p:nvPr/>
        </p:nvSpPr>
        <p:spPr>
          <a:xfrm>
            <a:off x="382320" y="356040"/>
            <a:ext cx="8233920" cy="517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b">
            <a:noAutofit/>
          </a:bodyPr>
          <a:lstStyle/>
          <a:p>
            <a:r>
              <a:rPr lang="en-GB" sz="1400" cap="all" dirty="0">
                <a:solidFill>
                  <a:schemeClr val="dk1"/>
                </a:solidFill>
                <a:latin typeface="Arial Unicode MS"/>
                <a:ea typeface="Arial Unicode MS"/>
              </a:rPr>
              <a:t>Performance check on Trees</a:t>
            </a:r>
            <a:endParaRPr lang="en-US" sz="1400" dirty="0">
              <a:solidFill>
                <a:srgbClr val="000000"/>
              </a:solidFill>
            </a:endParaRPr>
          </a:p>
        </p:txBody>
      </p:sp>
      <p:pic>
        <p:nvPicPr>
          <p:cNvPr id="4" name="Graphic 3">
            <a:extLst>
              <a:ext uri="{FF2B5EF4-FFF2-40B4-BE49-F238E27FC236}">
                <a16:creationId xmlns:a16="http://schemas.microsoft.com/office/drawing/2014/main" id="{2A9551CC-D07F-8882-6E57-81AD57459C58}"/>
              </a:ext>
            </a:extLst>
          </p:cNvPr>
          <p:cNvPicPr/>
          <p:nvPr/>
        </p:nvPicPr>
        <p:blipFill>
          <a:blip>
            <a:extLst>
              <a:ext uri="{96DAC541-7B7A-43D3-8B79-37D633B846F1}">
                <asvg:svgBlip xmlns:asvg="http://schemas.microsoft.com/office/drawing/2016/SVG/main" r:embed="rId3"/>
              </a:ext>
            </a:extLst>
          </a:blip>
          <a:stretch/>
        </p:blipFill>
        <p:spPr>
          <a:xfrm>
            <a:off x="264600" y="1203881"/>
            <a:ext cx="4299840" cy="2743200"/>
          </a:xfrm>
          <a:prstGeom prst="rect">
            <a:avLst/>
          </a:prstGeom>
          <a:noFill/>
          <a:ln w="0">
            <a:noFill/>
          </a:ln>
        </p:spPr>
      </p:pic>
      <p:pic>
        <p:nvPicPr>
          <p:cNvPr id="5" name="Graphic 4">
            <a:extLst>
              <a:ext uri="{FF2B5EF4-FFF2-40B4-BE49-F238E27FC236}">
                <a16:creationId xmlns:a16="http://schemas.microsoft.com/office/drawing/2014/main" id="{557864C0-5D5D-E6D8-7F22-F07904A20D64}"/>
              </a:ext>
            </a:extLst>
          </p:cNvPr>
          <p:cNvPicPr/>
          <p:nvPr/>
        </p:nvPicPr>
        <p:blipFill>
          <a:blip>
            <a:extLst>
              <a:ext uri="{96DAC541-7B7A-43D3-8B79-37D633B846F1}">
                <asvg:svgBlip xmlns:asvg="http://schemas.microsoft.com/office/drawing/2016/SVG/main" r:embed="rId4"/>
              </a:ext>
            </a:extLst>
          </a:blip>
          <a:stretch/>
        </p:blipFill>
        <p:spPr>
          <a:xfrm>
            <a:off x="4618160" y="1203881"/>
            <a:ext cx="4297680" cy="2743200"/>
          </a:xfrm>
          <a:prstGeom prst="rect">
            <a:avLst/>
          </a:prstGeom>
          <a:noFill/>
          <a:ln w="0">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 name="PlaceHolder 1"/>
          <p:cNvSpPr>
            <a:spLocks noGrp="1"/>
          </p:cNvSpPr>
          <p:nvPr>
            <p:ph type="sldNum" idx="23"/>
          </p:nvPr>
        </p:nvSpPr>
        <p:spPr>
          <a:xfrm>
            <a:off x="7948440" y="4879080"/>
            <a:ext cx="742680" cy="204480"/>
          </a:xfrm>
          <a:prstGeom prst="rect">
            <a:avLst/>
          </a:prstGeom>
          <a:noFill/>
          <a:ln w="0">
            <a:noFill/>
          </a:ln>
        </p:spPr>
        <p:txBody>
          <a:bodyPr lIns="0" tIns="0" rIns="0" bIns="0" anchor="t">
            <a:noAutofit/>
          </a:bodyPr>
          <a:lstStyle>
            <a:lvl1pPr indent="0" algn="r" defTabSz="457200">
              <a:lnSpc>
                <a:spcPct val="100000"/>
              </a:lnSpc>
              <a:buNone/>
              <a:tabLst>
                <a:tab pos="0" algn="l"/>
              </a:tabLst>
              <a:defRPr lang="de-DE" sz="1000" b="0" u="none" strike="noStrike">
                <a:solidFill>
                  <a:srgbClr val="D8413E"/>
                </a:solidFill>
                <a:effectLst/>
                <a:uFillTx/>
                <a:latin typeface="Arial"/>
                <a:ea typeface="MS PGothic"/>
              </a:defRPr>
            </a:lvl1pPr>
          </a:lstStyle>
          <a:p>
            <a:pPr indent="0" algn="r" defTabSz="457200">
              <a:lnSpc>
                <a:spcPct val="100000"/>
              </a:lnSpc>
              <a:buNone/>
              <a:tabLst>
                <a:tab pos="0" algn="l"/>
              </a:tabLst>
            </a:pPr>
            <a:fld id="{9A581412-C7BB-489C-B4C1-B66D647A5A04}" type="slidenum">
              <a:rPr lang="de-DE" sz="1000" b="0" u="none" strike="noStrike">
                <a:solidFill>
                  <a:srgbClr val="D8413E"/>
                </a:solidFill>
                <a:effectLst/>
                <a:uFillTx/>
                <a:latin typeface="Arial"/>
                <a:ea typeface="MS PGothic"/>
              </a:rPr>
              <a:t>27</a:t>
            </a:fld>
            <a:endParaRPr lang="en-US" sz="1000" b="0" u="none" strike="noStrike">
              <a:solidFill>
                <a:srgbClr val="000000"/>
              </a:solidFill>
              <a:effectLst/>
              <a:uFillTx/>
              <a:latin typeface="Times New Roman"/>
            </a:endParaRPr>
          </a:p>
        </p:txBody>
      </p:sp>
      <p:pic>
        <p:nvPicPr>
          <p:cNvPr id="186" name="Picture 21"/>
          <p:cNvPicPr/>
          <p:nvPr/>
        </p:nvPicPr>
        <p:blipFill>
          <a:blip r:embed="rId2"/>
          <a:stretch/>
        </p:blipFill>
        <p:spPr>
          <a:xfrm rot="10800000" flipH="1">
            <a:off x="0" y="25920"/>
            <a:ext cx="4381560" cy="433080"/>
          </a:xfrm>
          <a:prstGeom prst="rect">
            <a:avLst/>
          </a:prstGeom>
          <a:noFill/>
          <a:ln w="0">
            <a:noFill/>
          </a:ln>
        </p:spPr>
      </p:pic>
      <p:pic>
        <p:nvPicPr>
          <p:cNvPr id="187" name="Picture 22"/>
          <p:cNvPicPr/>
          <p:nvPr/>
        </p:nvPicPr>
        <p:blipFill>
          <a:blip r:embed="rId2"/>
          <a:stretch/>
        </p:blipFill>
        <p:spPr>
          <a:xfrm rot="10800000" flipH="1">
            <a:off x="1184400" y="4765320"/>
            <a:ext cx="4381560" cy="318600"/>
          </a:xfrm>
          <a:prstGeom prst="rect">
            <a:avLst/>
          </a:prstGeom>
          <a:noFill/>
          <a:ln w="0">
            <a:noFill/>
          </a:ln>
        </p:spPr>
      </p:pic>
      <p:pic>
        <p:nvPicPr>
          <p:cNvPr id="190" name="Graphic 189"/>
          <p:cNvPicPr/>
          <p:nvPr/>
        </p:nvPicPr>
        <p:blipFill>
          <a:blip>
            <a:extLst>
              <a:ext uri="{96DAC541-7B7A-43D3-8B79-37D633B846F1}">
                <asvg:svgBlip xmlns:asvg="http://schemas.microsoft.com/office/drawing/2016/SVG/main" r:embed="rId3"/>
              </a:ext>
            </a:extLst>
          </a:blip>
          <a:stretch/>
        </p:blipFill>
        <p:spPr>
          <a:xfrm>
            <a:off x="4618160" y="1203881"/>
            <a:ext cx="4297680" cy="2743200"/>
          </a:xfrm>
          <a:prstGeom prst="rect">
            <a:avLst/>
          </a:prstGeom>
          <a:noFill/>
          <a:ln w="0">
            <a:noFill/>
          </a:ln>
        </p:spPr>
      </p:pic>
      <p:pic>
        <p:nvPicPr>
          <p:cNvPr id="191" name="Graphic 190"/>
          <p:cNvPicPr/>
          <p:nvPr/>
        </p:nvPicPr>
        <p:blipFill>
          <a:blip>
            <a:extLst>
              <a:ext uri="{96DAC541-7B7A-43D3-8B79-37D633B846F1}">
                <asvg:svgBlip xmlns:asvg="http://schemas.microsoft.com/office/drawing/2016/SVG/main" r:embed="rId4"/>
              </a:ext>
            </a:extLst>
          </a:blip>
          <a:stretch/>
        </p:blipFill>
        <p:spPr>
          <a:xfrm>
            <a:off x="264600" y="1203881"/>
            <a:ext cx="4297680" cy="2743200"/>
          </a:xfrm>
          <a:prstGeom prst="rect">
            <a:avLst/>
          </a:prstGeom>
          <a:noFill/>
          <a:ln w="0">
            <a:noFill/>
          </a:ln>
        </p:spPr>
      </p:pic>
      <p:sp>
        <p:nvSpPr>
          <p:cNvPr id="2" name="PlaceHolder 2">
            <a:extLst>
              <a:ext uri="{FF2B5EF4-FFF2-40B4-BE49-F238E27FC236}">
                <a16:creationId xmlns:a16="http://schemas.microsoft.com/office/drawing/2014/main" id="{2A4EA107-CCF3-0E6B-5A00-63E308452673}"/>
              </a:ext>
            </a:extLst>
          </p:cNvPr>
          <p:cNvSpPr txBox="1">
            <a:spLocks/>
          </p:cNvSpPr>
          <p:nvPr/>
        </p:nvSpPr>
        <p:spPr>
          <a:xfrm>
            <a:off x="264600" y="-136800"/>
            <a:ext cx="8233920" cy="758520"/>
          </a:xfrm>
          <a:prstGeom prst="rect">
            <a:avLst/>
          </a:prstGeom>
          <a:noFill/>
          <a:ln w="0">
            <a:noFill/>
          </a:ln>
        </p:spPr>
        <p:txBody>
          <a:bodyPr lIns="90000" tIns="45000" rIns="90000" bIns="45000" numCol="1" spcCol="0" anchor="b">
            <a:noAutofit/>
          </a:bodyPr>
          <a:lstStyle>
            <a:lvl1pPr algn="l" defTabSz="457200" rtl="0" eaLnBrk="1" fontAlgn="base" hangingPunct="1">
              <a:spcBef>
                <a:spcPct val="0"/>
              </a:spcBef>
              <a:spcAft>
                <a:spcPct val="0"/>
              </a:spcAft>
              <a:defRPr sz="2000" b="1" kern="1200" cap="all">
                <a:solidFill>
                  <a:srgbClr val="262A31"/>
                </a:solidFill>
                <a:latin typeface="Arial"/>
                <a:ea typeface="MS PGothic" panose="020B0600070205080204" pitchFamily="34" charset="-128"/>
                <a:cs typeface="Arial"/>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r>
              <a:rPr lang="de-DE">
                <a:solidFill>
                  <a:schemeClr val="dk1"/>
                </a:solidFill>
                <a:ea typeface="Arial Unicode MS"/>
              </a:rPr>
              <a:t>Objective 3</a:t>
            </a:r>
            <a:endParaRPr lang="de-DE" dirty="0">
              <a:solidFill>
                <a:schemeClr val="dk1"/>
              </a:solidFill>
              <a:latin typeface="Arial Unicode MS"/>
            </a:endParaRPr>
          </a:p>
        </p:txBody>
      </p:sp>
      <p:sp>
        <p:nvSpPr>
          <p:cNvPr id="3" name="Titel 9">
            <a:extLst>
              <a:ext uri="{FF2B5EF4-FFF2-40B4-BE49-F238E27FC236}">
                <a16:creationId xmlns:a16="http://schemas.microsoft.com/office/drawing/2014/main" id="{80F4381D-B971-51DD-7B9F-F4091DCF8F72}"/>
              </a:ext>
            </a:extLst>
          </p:cNvPr>
          <p:cNvSpPr/>
          <p:nvPr/>
        </p:nvSpPr>
        <p:spPr>
          <a:xfrm>
            <a:off x="382320" y="356040"/>
            <a:ext cx="8233920" cy="517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b">
            <a:noAutofit/>
          </a:bodyPr>
          <a:lstStyle/>
          <a:p>
            <a:r>
              <a:rPr lang="en-GB" sz="1400" cap="all" dirty="0">
                <a:solidFill>
                  <a:schemeClr val="dk1"/>
                </a:solidFill>
                <a:latin typeface="Arial Unicode MS"/>
                <a:ea typeface="Arial Unicode MS"/>
              </a:rPr>
              <a:t>Performance check on Trees</a:t>
            </a:r>
            <a:endParaRPr lang="en-US" sz="1400" dirty="0">
              <a:solidFill>
                <a:srgbClr val="000000"/>
              </a:solidFil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ctrTitle"/>
          </p:nvPr>
        </p:nvSpPr>
        <p:spPr>
          <a:xfrm>
            <a:off x="365125" y="2295525"/>
            <a:ext cx="7985125" cy="561975"/>
          </a:xfrm>
        </p:spPr>
        <p:txBody>
          <a:bodyPr/>
          <a:lstStyle/>
          <a:p>
            <a:pPr eaLnBrk="1" fontAlgn="auto" hangingPunct="1">
              <a:spcAft>
                <a:spcPts val="0"/>
              </a:spcAft>
              <a:defRPr/>
            </a:pPr>
            <a:r>
              <a:rPr lang="de-DE" dirty="0">
                <a:ea typeface="+mj-ea"/>
              </a:rPr>
              <a:t>Vielen Dank!</a:t>
            </a:r>
          </a:p>
        </p:txBody>
      </p:sp>
    </p:spTree>
  </p:cSld>
  <p:clrMapOvr>
    <a:masterClrMapping/>
  </p:clrMapOvr>
</p:sld>
</file>

<file path=ppt/theme/theme1.xml><?xml version="1.0" encoding="utf-8"?>
<a:theme xmlns:a="http://schemas.openxmlformats.org/drawingml/2006/main" name="Master1_UniLeipzig_PPT Vorlage">
  <a:themeElements>
    <a:clrScheme name="Universität Leipzig">
      <a:dk1>
        <a:sysClr val="windowText" lastClr="000000"/>
      </a:dk1>
      <a:lt1>
        <a:sysClr val="window" lastClr="FFFFFF"/>
      </a:lt1>
      <a:dk2>
        <a:srgbClr val="262A31"/>
      </a:dk2>
      <a:lt2>
        <a:srgbClr val="FFFFFF"/>
      </a:lt2>
      <a:accent1>
        <a:srgbClr val="B02F2C"/>
      </a:accent1>
      <a:accent2>
        <a:srgbClr val="D64242"/>
      </a:accent2>
      <a:accent3>
        <a:srgbClr val="8AC2D1"/>
      </a:accent3>
      <a:accent4>
        <a:srgbClr val="262A31"/>
      </a:accent4>
      <a:accent5>
        <a:srgbClr val="EA9E9E"/>
      </a:accent5>
      <a:accent6>
        <a:srgbClr val="C9C9C9"/>
      </a:accent6>
      <a:hlink>
        <a:srgbClr val="B02F2C"/>
      </a:hlink>
      <a:folHlink>
        <a:srgbClr val="E06E6E"/>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Musterfoliensatz_16zu9_bf-v0.03.potx" id="{7DE57E75-78F7-4AA2-B456-AE273B20140A}" vid="{D3E1DA1E-723E-4DFB-B997-8A2E5E08277C}"/>
    </a:ext>
  </a:extLst>
</a:theme>
</file>

<file path=ppt/theme/theme2.xml><?xml version="1.0" encoding="utf-8"?>
<a:theme xmlns:a="http://schemas.openxmlformats.org/drawingml/2006/main" name="Master2_UniLeipzig_PPT Vorlage">
  <a:themeElements>
    <a:clrScheme name="Universität Leipzig">
      <a:dk1>
        <a:sysClr val="windowText" lastClr="000000"/>
      </a:dk1>
      <a:lt1>
        <a:sysClr val="window" lastClr="FFFFFF"/>
      </a:lt1>
      <a:dk2>
        <a:srgbClr val="262A31"/>
      </a:dk2>
      <a:lt2>
        <a:srgbClr val="FFFFFF"/>
      </a:lt2>
      <a:accent1>
        <a:srgbClr val="B02F2C"/>
      </a:accent1>
      <a:accent2>
        <a:srgbClr val="D64242"/>
      </a:accent2>
      <a:accent3>
        <a:srgbClr val="8AC2D1"/>
      </a:accent3>
      <a:accent4>
        <a:srgbClr val="262A31"/>
      </a:accent4>
      <a:accent5>
        <a:srgbClr val="EA9E9E"/>
      </a:accent5>
      <a:accent6>
        <a:srgbClr val="C9C9C9"/>
      </a:accent6>
      <a:hlink>
        <a:srgbClr val="B02F2C"/>
      </a:hlink>
      <a:folHlink>
        <a:srgbClr val="E06E6E"/>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solidFill>
            <a:schemeClr val="accent1"/>
          </a:solidFill>
        </a:ln>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defRPr i="0" smtClean="0">
            <a:latin typeface="+mn-lt"/>
            <a:cs typeface="Arial" panose="020B0604020202020204" pitchFamily="34" charset="0"/>
          </a:defRPr>
        </a:defPPr>
      </a:lstStyle>
    </a:txDef>
  </a:objectDefaults>
  <a:extraClrSchemeLst/>
  <a:extLst>
    <a:ext uri="{05A4C25C-085E-4340-85A3-A5531E510DB2}">
      <thm15:themeFamily xmlns:thm15="http://schemas.microsoft.com/office/thememl/2012/main" name="Musterfoliensatz_16zu9_bf-v0.03.potx" id="{7DE57E75-78F7-4AA2-B456-AE273B20140A}" vid="{A8819F72-0622-491D-BFC5-592B045F67FB}"/>
    </a:ext>
  </a:extLst>
</a:theme>
</file>

<file path=ppt/theme/theme3.xml><?xml version="1.0" encoding="utf-8"?>
<a:theme xmlns:a="http://schemas.openxmlformats.org/drawingml/2006/main" name="Office-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4.xml><?xml version="1.0" encoding="utf-8"?>
<a:theme xmlns:a="http://schemas.openxmlformats.org/drawingml/2006/main" name="Office-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Master1_UniLeipzig_PPT Vorlage</Template>
  <TotalTime>369</TotalTime>
  <Words>598</Words>
  <Application>Microsoft Macintosh PowerPoint</Application>
  <PresentationFormat>On-screen Show (16:9)</PresentationFormat>
  <Paragraphs>112</Paragraphs>
  <Slides>28</Slides>
  <Notes>16</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28</vt:i4>
      </vt:variant>
    </vt:vector>
  </HeadingPairs>
  <TitlesOfParts>
    <vt:vector size="37" baseType="lpstr">
      <vt:lpstr>Arial Unicode MS</vt:lpstr>
      <vt:lpstr>Arial</vt:lpstr>
      <vt:lpstr>Calibri</vt:lpstr>
      <vt:lpstr>Cambria Math</vt:lpstr>
      <vt:lpstr>Futura</vt:lpstr>
      <vt:lpstr>Symbol</vt:lpstr>
      <vt:lpstr>Times New Roman</vt:lpstr>
      <vt:lpstr>Master1_UniLeipzig_PPT Vorlage</vt:lpstr>
      <vt:lpstr>Master2_UniLeipzig_PPT Vorlage</vt:lpstr>
      <vt:lpstr>Fortgeschrittene Methoden in der Bierinformatik</vt:lpstr>
      <vt:lpstr>Objectives</vt:lpstr>
      <vt:lpstr>Objective 1a</vt:lpstr>
      <vt:lpstr>Objective 1a</vt:lpstr>
      <vt:lpstr>Objective 1a</vt:lpstr>
      <vt:lpstr>Objective 1B</vt:lpstr>
      <vt:lpstr>(Objective „1C“)</vt:lpstr>
      <vt:lpstr>Objective 1B</vt:lpstr>
      <vt:lpstr>Objective 1B</vt:lpstr>
      <vt:lpstr>Objective 1B</vt:lpstr>
      <vt:lpstr>Objective 1B</vt:lpstr>
      <vt:lpstr>Objective 1B</vt:lpstr>
      <vt:lpstr>PowerPoint Presentation</vt:lpstr>
      <vt:lpstr>Objective 1B</vt:lpstr>
      <vt:lpstr>(Objective „1C“)</vt:lpstr>
      <vt:lpstr>Objective 3</vt:lpstr>
      <vt:lpstr>Objective 3</vt:lpstr>
      <vt:lpstr>PowerPoint Presentation</vt:lpstr>
      <vt:lpstr>Objective 3</vt:lpstr>
      <vt:lpstr>Objective 3</vt:lpstr>
      <vt:lpstr>Objective 3</vt:lpstr>
      <vt:lpstr>Objective 3</vt:lpstr>
      <vt:lpstr>PowerPoint Presentation</vt:lpstr>
      <vt:lpstr>Objective 3</vt:lpstr>
      <vt:lpstr>PowerPoint Presentation</vt:lpstr>
      <vt:lpstr>PowerPoint Presentation</vt:lpstr>
      <vt:lpstr>PowerPoint Presentation</vt:lpstr>
      <vt:lpstr>Vielen Dank!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Alexander Mordhorst</dc:creator>
  <cp:lastModifiedBy>Alexander Mordhorst</cp:lastModifiedBy>
  <cp:revision>11</cp:revision>
  <cp:lastPrinted>2017-09-28T12:33:25Z</cp:lastPrinted>
  <dcterms:created xsi:type="dcterms:W3CDTF">2026-09-29T09:02:15Z</dcterms:created>
  <dcterms:modified xsi:type="dcterms:W3CDTF">2026-09-30T21:02:47Z</dcterms:modified>
</cp:coreProperties>
</file>